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769" r:id="rId2"/>
    <p:sldId id="1040" r:id="rId3"/>
    <p:sldId id="1041" r:id="rId4"/>
    <p:sldId id="1042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48B2A-3D28-E645-856B-2FDA960E5C94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3BD7F-7E44-DE45-AD41-980FCC6282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219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EB816B-E79C-456D-86C0-0A5913EB9F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A520AC-F13B-352E-9CF4-D267F00EE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92C8B6C-4D59-F010-441D-4577D9E02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1E79065-8BA3-E66A-3D8D-462D8CEB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A75E7E6-A144-6206-73CE-E95DBDCC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8070BB8-9EB6-A1C6-FD2C-7FD239B6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3051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B30C7F-C5B5-FE72-32C9-E0D2218A4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3CE3A2-1C85-C8E4-1630-6014318B9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8FCB58-8F91-435F-3288-9D840F0D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36DFBC4-312A-2C95-A5E3-CEC6E762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45DAD0-8E05-1851-AE0A-F30CB90F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47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B995A6-A1E3-4741-FCBE-998679039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04AD60-8C46-BABB-9B0C-B0B45882F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9BC91F-87E5-9D74-DA13-349261A3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F9C5B0-E6F2-7496-DA78-6185CBD1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18FE7F-B900-C0FF-61E1-AABB5EBD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732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924603-74A9-E562-2732-0BD29537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761DBB-85F3-CAD1-7A35-0035F5240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26C86F8-BB4F-9FB6-CF62-B485F407C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639049A-9385-88F8-3B6D-F78BF2A2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7949F01-638F-58CF-7F81-072000E4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A43741E-6122-A699-4DA0-BA95DD0E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975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29DBA4-3F90-8FD3-24C7-33D42C41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4F72B8D-9EDF-7797-A420-BB60AAE51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2D5D03F-5B14-DDE3-64FC-65F2C6746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C33E5C1-F95E-A044-C106-F9131ECFC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20F3ABB-6C6A-C24C-33A3-F976488B8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950A676-9FD6-40BE-577C-854E7BDF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26B1DD8-03C5-0059-9547-8B388179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EF83D78-C31D-B338-5500-A67933E5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881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48FE62-7BED-A0F1-9459-991A10FC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FC296CC-BDCE-B20C-FA6A-740B3609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AD90852-D1A0-FF56-D81C-69B0BA3E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2540480-CACA-368B-DC63-86B84F78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001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59E5E1D-B757-C2E7-E1A8-C5BCCC44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110B7AF-9606-F214-D9B0-60F93EF9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EEE46BD-F8B5-023A-251A-A6A2EBE4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7815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83D37A-6F1B-789C-26AC-40B8D844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9D5E54-6C7E-8C63-AD65-96CC3AB7C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A7CDAFE-0386-BD1C-B219-EB23CED28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DA26421-5B24-D1A1-7C72-A89535AE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E795BBB-4935-364E-3C80-35A11FB1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28E9C76-9A6F-6B52-39D8-485F09B7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465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380FE6-A92F-03A2-E16D-BF6147FC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CF38C82-808C-CC9F-361D-C020F5CF7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54C6F1F-E8DD-4CFC-452C-1263D6068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35F636D-CDC7-0FA9-9BE6-0CDF84E5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E810756-2D79-38F6-9EA3-CB7270AF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78262E4-E72D-2CD0-55EF-85ABF3BB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419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5D9958-E4FB-E262-A3D5-EC3A40BB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69462E2-CBE6-1082-C785-BB8502BFA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F986E61-3B99-7847-E276-CFB49DCC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37A336-3732-5A0D-4098-14C6EB9B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9AA18F-3113-808F-7FC5-599CDF41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726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07CE5B0-1941-239D-8AD7-ADBE84748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7AE15DE-E935-0FB4-AE3C-46DC842A3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2B6DAB5-F7BE-1952-C5BB-E061DB00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9BC1F2D-FCF1-89CB-3997-81617BE1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460444-DB43-F47E-2C00-F9585D64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087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3D8F618-9FC5-C667-6FCA-79C8701F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6AC0977-74DE-0031-0D5E-A01F637A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3A5685C-045B-591B-849F-5E8F514BF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07C1C-1E7A-674A-83DD-1D61C1B5522E}" type="datetimeFigureOut">
              <a:rPr lang="tr-TR" smtClean="0"/>
              <a:t>2.01.2026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87692D-79A3-AB06-51BB-0437455AE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B5A51F3-30C3-4781-4B77-638AD2579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53E75-87D3-5B49-9169-F2596A535B8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5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Resim 11" descr="kırmızı, karmin, mahsur kalma, portakal, turuncu içeren bir resim&#10;&#10;Açıklama otomatik olarak oluşturuldu">
            <a:extLst>
              <a:ext uri="{FF2B5EF4-FFF2-40B4-BE49-F238E27FC236}">
                <a16:creationId xmlns:a16="http://schemas.microsoft.com/office/drawing/2014/main" id="{A2D8C872-1F0D-D381-AFA3-E62598E4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889" y="-2835"/>
            <a:ext cx="12229889" cy="6879313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76A43164-8B36-2F91-26C9-356EF808E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657" y="2741929"/>
            <a:ext cx="3905458" cy="137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4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1000">
        <p14:switch dir="r"/>
      </p:transition>
    </mc:Choice>
    <mc:Fallback xmlns=""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8FD23AE2-B3C5-5E96-2612-0A1BD7EDCB15}"/>
              </a:ext>
            </a:extLst>
          </p:cNvPr>
          <p:cNvGrpSpPr/>
          <p:nvPr/>
        </p:nvGrpSpPr>
        <p:grpSpPr>
          <a:xfrm>
            <a:off x="745294" y="2430509"/>
            <a:ext cx="3656834" cy="3665843"/>
            <a:chOff x="1630742" y="2821726"/>
            <a:chExt cx="10053258" cy="10078025"/>
          </a:xfrm>
        </p:grpSpPr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7A827A41-A6E1-D538-D6A1-DE11F164D7BB}"/>
                </a:ext>
              </a:extLst>
            </p:cNvPr>
            <p:cNvSpPr/>
            <p:nvPr/>
          </p:nvSpPr>
          <p:spPr>
            <a:xfrm>
              <a:off x="6751795" y="12052167"/>
              <a:ext cx="1964541" cy="780691"/>
            </a:xfrm>
            <a:custGeom>
              <a:avLst/>
              <a:gdLst>
                <a:gd name="connsiteX0" fmla="*/ 734312 w 734591"/>
                <a:gd name="connsiteY0" fmla="*/ 69628 h 291920"/>
                <a:gd name="connsiteX1" fmla="*/ 627644 w 734591"/>
                <a:gd name="connsiteY1" fmla="*/ 228921 h 291920"/>
                <a:gd name="connsiteX2" fmla="*/ 108270 w 734591"/>
                <a:gd name="connsiteY2" fmla="*/ 228921 h 291920"/>
                <a:gd name="connsiteX3" fmla="*/ 24271 w 734591"/>
                <a:gd name="connsiteY3" fmla="*/ 0 h 291920"/>
                <a:gd name="connsiteX4" fmla="*/ 132356 w 734591"/>
                <a:gd name="connsiteY4" fmla="*/ 144113 h 291920"/>
                <a:gd name="connsiteX5" fmla="*/ 651730 w 734591"/>
                <a:gd name="connsiteY5" fmla="*/ 144113 h 291920"/>
                <a:gd name="connsiteX6" fmla="*/ 734312 w 734591"/>
                <a:gd name="connsiteY6" fmla="*/ 69628 h 29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4591" h="291920">
                  <a:moveTo>
                    <a:pt x="734312" y="69628"/>
                  </a:moveTo>
                  <a:cubicBezTo>
                    <a:pt x="738158" y="127111"/>
                    <a:pt x="702332" y="185202"/>
                    <a:pt x="627644" y="228921"/>
                  </a:cubicBezTo>
                  <a:cubicBezTo>
                    <a:pt x="485150" y="312920"/>
                    <a:pt x="252383" y="312920"/>
                    <a:pt x="108270" y="228921"/>
                  </a:cubicBezTo>
                  <a:cubicBezTo>
                    <a:pt x="2007" y="166783"/>
                    <a:pt x="-26128" y="76914"/>
                    <a:pt x="24271" y="0"/>
                  </a:cubicBezTo>
                  <a:cubicBezTo>
                    <a:pt x="27307" y="52626"/>
                    <a:pt x="63740" y="104239"/>
                    <a:pt x="132356" y="144113"/>
                  </a:cubicBezTo>
                  <a:cubicBezTo>
                    <a:pt x="276065" y="227707"/>
                    <a:pt x="508427" y="227707"/>
                    <a:pt x="651730" y="144113"/>
                  </a:cubicBezTo>
                  <a:cubicBezTo>
                    <a:pt x="689176" y="122253"/>
                    <a:pt x="716500" y="96952"/>
                    <a:pt x="734312" y="69628"/>
                  </a:cubicBezTo>
                  <a:close/>
                </a:path>
              </a:pathLst>
            </a:custGeom>
            <a:solidFill>
              <a:srgbClr val="E4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 dirty="0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C33F3B5-D17C-6080-662C-31F28DF35898}"/>
                </a:ext>
              </a:extLst>
            </p:cNvPr>
            <p:cNvSpPr/>
            <p:nvPr/>
          </p:nvSpPr>
          <p:spPr>
            <a:xfrm>
              <a:off x="7119526" y="11298978"/>
              <a:ext cx="1318385" cy="769194"/>
            </a:xfrm>
            <a:custGeom>
              <a:avLst/>
              <a:gdLst>
                <a:gd name="connsiteX0" fmla="*/ 487400 w 492977"/>
                <a:gd name="connsiteY0" fmla="*/ 174376 h 287621"/>
                <a:gd name="connsiteX1" fmla="*/ 421416 w 492977"/>
                <a:gd name="connsiteY1" fmla="*/ 245420 h 287621"/>
                <a:gd name="connsiteX2" fmla="*/ 72670 w 492977"/>
                <a:gd name="connsiteY2" fmla="*/ 245420 h 287621"/>
                <a:gd name="connsiteX3" fmla="*/ 5471 w 492977"/>
                <a:gd name="connsiteY3" fmla="*/ 173566 h 287621"/>
                <a:gd name="connsiteX4" fmla="*/ 71456 w 492977"/>
                <a:gd name="connsiteY4" fmla="*/ 42002 h 287621"/>
                <a:gd name="connsiteX5" fmla="*/ 95339 w 492977"/>
                <a:gd name="connsiteY5" fmla="*/ 29857 h 287621"/>
                <a:gd name="connsiteX6" fmla="*/ 126510 w 492977"/>
                <a:gd name="connsiteY6" fmla="*/ 94223 h 287621"/>
                <a:gd name="connsiteX7" fmla="*/ 226499 w 492977"/>
                <a:gd name="connsiteY7" fmla="*/ 152313 h 287621"/>
                <a:gd name="connsiteX8" fmla="*/ 194923 w 492977"/>
                <a:gd name="connsiteY8" fmla="*/ 82888 h 287621"/>
                <a:gd name="connsiteX9" fmla="*/ 214152 w 492977"/>
                <a:gd name="connsiteY9" fmla="*/ 1318 h 287621"/>
                <a:gd name="connsiteX10" fmla="*/ 420404 w 492977"/>
                <a:gd name="connsiteY10" fmla="*/ 42002 h 287621"/>
                <a:gd name="connsiteX11" fmla="*/ 487400 w 492977"/>
                <a:gd name="connsiteY11" fmla="*/ 174376 h 28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2977" h="287621">
                  <a:moveTo>
                    <a:pt x="487400" y="174376"/>
                  </a:moveTo>
                  <a:cubicBezTo>
                    <a:pt x="478090" y="200486"/>
                    <a:pt x="455825" y="225179"/>
                    <a:pt x="421416" y="245420"/>
                  </a:cubicBezTo>
                  <a:cubicBezTo>
                    <a:pt x="325273" y="301689"/>
                    <a:pt x="169218" y="301689"/>
                    <a:pt x="72670" y="245420"/>
                  </a:cubicBezTo>
                  <a:cubicBezTo>
                    <a:pt x="37451" y="225179"/>
                    <a:pt x="15187" y="199676"/>
                    <a:pt x="5471" y="173566"/>
                  </a:cubicBezTo>
                  <a:cubicBezTo>
                    <a:pt x="-11329" y="127417"/>
                    <a:pt x="10531" y="77423"/>
                    <a:pt x="71456" y="42002"/>
                  </a:cubicBezTo>
                  <a:cubicBezTo>
                    <a:pt x="78945" y="37751"/>
                    <a:pt x="87041" y="33501"/>
                    <a:pt x="95339" y="29857"/>
                  </a:cubicBezTo>
                  <a:cubicBezTo>
                    <a:pt x="96554" y="61433"/>
                    <a:pt x="107888" y="83293"/>
                    <a:pt x="126510" y="94223"/>
                  </a:cubicBezTo>
                  <a:lnTo>
                    <a:pt x="226499" y="152313"/>
                  </a:lnTo>
                  <a:cubicBezTo>
                    <a:pt x="207068" y="140574"/>
                    <a:pt x="194923" y="117095"/>
                    <a:pt x="194923" y="82888"/>
                  </a:cubicBezTo>
                  <a:cubicBezTo>
                    <a:pt x="194923" y="56777"/>
                    <a:pt x="202007" y="28238"/>
                    <a:pt x="214152" y="1318"/>
                  </a:cubicBezTo>
                  <a:cubicBezTo>
                    <a:pt x="287221" y="-4552"/>
                    <a:pt x="364135" y="9212"/>
                    <a:pt x="420404" y="42002"/>
                  </a:cubicBezTo>
                  <a:cubicBezTo>
                    <a:pt x="481935" y="77828"/>
                    <a:pt x="504605" y="127822"/>
                    <a:pt x="487400" y="174376"/>
                  </a:cubicBezTo>
                  <a:close/>
                </a:path>
              </a:pathLst>
            </a:custGeom>
            <a:solidFill>
              <a:srgbClr val="E3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F8F8A500-008B-3BC3-773A-E87C9C644D72}"/>
                </a:ext>
              </a:extLst>
            </p:cNvPr>
            <p:cNvSpPr/>
            <p:nvPr/>
          </p:nvSpPr>
          <p:spPr>
            <a:xfrm rot="18016673">
              <a:off x="7523212" y="11118661"/>
              <a:ext cx="814126" cy="472020"/>
            </a:xfrm>
            <a:custGeom>
              <a:avLst/>
              <a:gdLst>
                <a:gd name="connsiteX0" fmla="*/ 304423 w 304422"/>
                <a:gd name="connsiteY0" fmla="*/ 88250 h 176500"/>
                <a:gd name="connsiteX1" fmla="*/ 152211 w 304422"/>
                <a:gd name="connsiteY1" fmla="*/ 176500 h 176500"/>
                <a:gd name="connsiteX2" fmla="*/ 0 w 304422"/>
                <a:gd name="connsiteY2" fmla="*/ 88250 h 176500"/>
                <a:gd name="connsiteX3" fmla="*/ 152211 w 304422"/>
                <a:gd name="connsiteY3" fmla="*/ 0 h 176500"/>
                <a:gd name="connsiteX4" fmla="*/ 304423 w 304422"/>
                <a:gd name="connsiteY4" fmla="*/ 88250 h 17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422" h="176500">
                  <a:moveTo>
                    <a:pt x="304423" y="88250"/>
                  </a:moveTo>
                  <a:cubicBezTo>
                    <a:pt x="304423" y="136989"/>
                    <a:pt x="236275" y="176500"/>
                    <a:pt x="152211" y="176500"/>
                  </a:cubicBezTo>
                  <a:cubicBezTo>
                    <a:pt x="68148" y="176500"/>
                    <a:pt x="0" y="136989"/>
                    <a:pt x="0" y="88250"/>
                  </a:cubicBezTo>
                  <a:cubicBezTo>
                    <a:pt x="0" y="39511"/>
                    <a:pt x="68148" y="0"/>
                    <a:pt x="152211" y="0"/>
                  </a:cubicBezTo>
                  <a:cubicBezTo>
                    <a:pt x="236275" y="0"/>
                    <a:pt x="304423" y="39511"/>
                    <a:pt x="304423" y="88250"/>
                  </a:cubicBezTo>
                  <a:close/>
                </a:path>
              </a:pathLst>
            </a:custGeom>
            <a:solidFill>
              <a:srgbClr val="C9CEE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grpSp>
          <p:nvGrpSpPr>
            <p:cNvPr id="163" name="Graphic 2">
              <a:extLst>
                <a:ext uri="{FF2B5EF4-FFF2-40B4-BE49-F238E27FC236}">
                  <a16:creationId xmlns:a16="http://schemas.microsoft.com/office/drawing/2014/main" id="{10D20E5B-7DE1-3A85-FC61-F6CFCB856379}"/>
                </a:ext>
              </a:extLst>
            </p:cNvPr>
            <p:cNvGrpSpPr/>
            <p:nvPr/>
          </p:nvGrpSpPr>
          <p:grpSpPr>
            <a:xfrm>
              <a:off x="1681490" y="3675421"/>
              <a:ext cx="4285214" cy="8846634"/>
              <a:chOff x="2015478" y="319343"/>
              <a:chExt cx="1602349" cy="3307978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930837B0-5FB6-B8E2-3D20-235FF5046A4D}"/>
                  </a:ext>
                </a:extLst>
              </p:cNvPr>
              <p:cNvSpPr/>
              <p:nvPr/>
            </p:nvSpPr>
            <p:spPr>
              <a:xfrm>
                <a:off x="2015478" y="2779240"/>
                <a:ext cx="1602349" cy="848082"/>
              </a:xfrm>
              <a:custGeom>
                <a:avLst/>
                <a:gdLst>
                  <a:gd name="connsiteX0" fmla="*/ 1588535 w 1602349"/>
                  <a:gd name="connsiteY0" fmla="*/ 81975 h 848082"/>
                  <a:gd name="connsiteX1" fmla="*/ 274311 w 1602349"/>
                  <a:gd name="connsiteY1" fmla="*/ 840796 h 848082"/>
                  <a:gd name="connsiteX2" fmla="*/ 219257 w 1602349"/>
                  <a:gd name="connsiteY2" fmla="*/ 840796 h 848082"/>
                  <a:gd name="connsiteX3" fmla="*/ 13814 w 1602349"/>
                  <a:gd name="connsiteY3" fmla="*/ 721376 h 848082"/>
                  <a:gd name="connsiteX4" fmla="*/ 13814 w 1602349"/>
                  <a:gd name="connsiteY4" fmla="*/ 673810 h 848082"/>
                  <a:gd name="connsiteX5" fmla="*/ 89919 w 1602349"/>
                  <a:gd name="connsiteY5" fmla="*/ 632722 h 848082"/>
                  <a:gd name="connsiteX6" fmla="*/ 232413 w 1602349"/>
                  <a:gd name="connsiteY6" fmla="*/ 715911 h 848082"/>
                  <a:gd name="connsiteX7" fmla="*/ 227758 w 1602349"/>
                  <a:gd name="connsiteY7" fmla="*/ 712065 h 848082"/>
                  <a:gd name="connsiteX8" fmla="*/ 301636 w 1602349"/>
                  <a:gd name="connsiteY8" fmla="*/ 709029 h 848082"/>
                  <a:gd name="connsiteX9" fmla="*/ 1515061 w 1602349"/>
                  <a:gd name="connsiteY9" fmla="*/ 8906 h 848082"/>
                  <a:gd name="connsiteX10" fmla="*/ 1528420 w 1602349"/>
                  <a:gd name="connsiteY10" fmla="*/ 0 h 848082"/>
                  <a:gd name="connsiteX11" fmla="*/ 1588535 w 1602349"/>
                  <a:gd name="connsiteY11" fmla="*/ 34814 h 848082"/>
                  <a:gd name="connsiteX12" fmla="*/ 1588535 w 1602349"/>
                  <a:gd name="connsiteY12" fmla="*/ 81975 h 848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2349" h="848082">
                    <a:moveTo>
                      <a:pt x="1588535" y="81975"/>
                    </a:moveTo>
                    <a:lnTo>
                      <a:pt x="274311" y="840796"/>
                    </a:lnTo>
                    <a:cubicBezTo>
                      <a:pt x="257511" y="850511"/>
                      <a:pt x="236461" y="850511"/>
                      <a:pt x="219257" y="840796"/>
                    </a:cubicBezTo>
                    <a:lnTo>
                      <a:pt x="13814" y="721376"/>
                    </a:lnTo>
                    <a:cubicBezTo>
                      <a:pt x="-4605" y="710851"/>
                      <a:pt x="-4605" y="684336"/>
                      <a:pt x="13814" y="673810"/>
                    </a:cubicBezTo>
                    <a:lnTo>
                      <a:pt x="89919" y="632722"/>
                    </a:lnTo>
                    <a:lnTo>
                      <a:pt x="232413" y="715911"/>
                    </a:lnTo>
                    <a:cubicBezTo>
                      <a:pt x="230794" y="714696"/>
                      <a:pt x="229377" y="713482"/>
                      <a:pt x="227758" y="712065"/>
                    </a:cubicBezTo>
                    <a:cubicBezTo>
                      <a:pt x="245367" y="726031"/>
                      <a:pt x="272287" y="726031"/>
                      <a:pt x="301636" y="709029"/>
                    </a:cubicBezTo>
                    <a:lnTo>
                      <a:pt x="1515061" y="8906"/>
                    </a:lnTo>
                    <a:cubicBezTo>
                      <a:pt x="1519717" y="6072"/>
                      <a:pt x="1523967" y="3441"/>
                      <a:pt x="1528420" y="0"/>
                    </a:cubicBezTo>
                    <a:lnTo>
                      <a:pt x="1588535" y="34814"/>
                    </a:lnTo>
                    <a:cubicBezTo>
                      <a:pt x="1606954" y="44934"/>
                      <a:pt x="1606954" y="71450"/>
                      <a:pt x="1588535" y="81975"/>
                    </a:cubicBezTo>
                    <a:close/>
                  </a:path>
                </a:pathLst>
              </a:custGeom>
              <a:solidFill>
                <a:srgbClr val="E4E7F0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4B39B8A7-888A-1109-1FFB-1E6704902342}"/>
                  </a:ext>
                </a:extLst>
              </p:cNvPr>
              <p:cNvSpPr/>
              <p:nvPr/>
            </p:nvSpPr>
            <p:spPr>
              <a:xfrm>
                <a:off x="2329056" y="319343"/>
                <a:ext cx="1175575" cy="2990707"/>
              </a:xfrm>
              <a:custGeom>
                <a:avLst/>
                <a:gdLst>
                  <a:gd name="connsiteX0" fmla="*/ 1169908 w 1175575"/>
                  <a:gd name="connsiteY0" fmla="*/ 43571 h 2990707"/>
                  <a:gd name="connsiteX1" fmla="*/ 1107769 w 1175575"/>
                  <a:gd name="connsiteY1" fmla="*/ 8352 h 2990707"/>
                  <a:gd name="connsiteX2" fmla="*/ 951107 w 1175575"/>
                  <a:gd name="connsiteY2" fmla="*/ 99030 h 2990707"/>
                  <a:gd name="connsiteX3" fmla="*/ 910018 w 1175575"/>
                  <a:gd name="connsiteY3" fmla="*/ 147000 h 2990707"/>
                  <a:gd name="connsiteX4" fmla="*/ 867513 w 1175575"/>
                  <a:gd name="connsiteY4" fmla="*/ 261360 h 2990707"/>
                  <a:gd name="connsiteX5" fmla="*/ 813268 w 1175575"/>
                  <a:gd name="connsiteY5" fmla="*/ 329368 h 2990707"/>
                  <a:gd name="connsiteX6" fmla="*/ 356640 w 1175575"/>
                  <a:gd name="connsiteY6" fmla="*/ 592901 h 2990707"/>
                  <a:gd name="connsiteX7" fmla="*/ 302800 w 1175575"/>
                  <a:gd name="connsiteY7" fmla="*/ 587436 h 2990707"/>
                  <a:gd name="connsiteX8" fmla="*/ 257056 w 1175575"/>
                  <a:gd name="connsiteY8" fmla="*/ 519023 h 2990707"/>
                  <a:gd name="connsiteX9" fmla="*/ 232362 w 1175575"/>
                  <a:gd name="connsiteY9" fmla="*/ 513153 h 2990707"/>
                  <a:gd name="connsiteX10" fmla="*/ 61734 w 1175575"/>
                  <a:gd name="connsiteY10" fmla="*/ 611927 h 2990707"/>
                  <a:gd name="connsiteX11" fmla="*/ 0 w 1175575"/>
                  <a:gd name="connsiteY11" fmla="*/ 718595 h 2990707"/>
                  <a:gd name="connsiteX12" fmla="*/ 5870 w 1175575"/>
                  <a:gd name="connsiteY12" fmla="*/ 2946886 h 2990707"/>
                  <a:gd name="connsiteX13" fmla="*/ 68008 w 1175575"/>
                  <a:gd name="connsiteY13" fmla="*/ 2982105 h 2990707"/>
                  <a:gd name="connsiteX14" fmla="*/ 1113842 w 1175575"/>
                  <a:gd name="connsiteY14" fmla="*/ 2378327 h 2990707"/>
                  <a:gd name="connsiteX15" fmla="*/ 1175575 w 1175575"/>
                  <a:gd name="connsiteY15" fmla="*/ 2271659 h 2990707"/>
                  <a:gd name="connsiteX16" fmla="*/ 1169908 w 1175575"/>
                  <a:gd name="connsiteY16" fmla="*/ 43571 h 2990707"/>
                  <a:gd name="connsiteX17" fmla="*/ 1058989 w 1175575"/>
                  <a:gd name="connsiteY17" fmla="*/ 1849035 h 2990707"/>
                  <a:gd name="connsiteX18" fmla="*/ 1029236 w 1175575"/>
                  <a:gd name="connsiteY18" fmla="*/ 1899434 h 2990707"/>
                  <a:gd name="connsiteX19" fmla="*/ 1028021 w 1175575"/>
                  <a:gd name="connsiteY19" fmla="*/ 1904899 h 2990707"/>
                  <a:gd name="connsiteX20" fmla="*/ 1034701 w 1175575"/>
                  <a:gd name="connsiteY20" fmla="*/ 1947809 h 2990707"/>
                  <a:gd name="connsiteX21" fmla="*/ 1030855 w 1175575"/>
                  <a:gd name="connsiteY21" fmla="*/ 1956310 h 2990707"/>
                  <a:gd name="connsiteX22" fmla="*/ 1028426 w 1175575"/>
                  <a:gd name="connsiteY22" fmla="*/ 1956715 h 2990707"/>
                  <a:gd name="connsiteX23" fmla="*/ 991791 w 1175575"/>
                  <a:gd name="connsiteY23" fmla="*/ 1955905 h 2990707"/>
                  <a:gd name="connsiteX24" fmla="*/ 987540 w 1175575"/>
                  <a:gd name="connsiteY24" fmla="*/ 1958334 h 2990707"/>
                  <a:gd name="connsiteX25" fmla="*/ 951309 w 1175575"/>
                  <a:gd name="connsiteY25" fmla="*/ 2001649 h 2990707"/>
                  <a:gd name="connsiteX26" fmla="*/ 948880 w 1175575"/>
                  <a:gd name="connsiteY26" fmla="*/ 2003268 h 2990707"/>
                  <a:gd name="connsiteX27" fmla="*/ 944630 w 1175575"/>
                  <a:gd name="connsiteY27" fmla="*/ 1999827 h 2990707"/>
                  <a:gd name="connsiteX28" fmla="*/ 951714 w 1175575"/>
                  <a:gd name="connsiteY28" fmla="*/ 1949023 h 2990707"/>
                  <a:gd name="connsiteX29" fmla="*/ 950095 w 1175575"/>
                  <a:gd name="connsiteY29" fmla="*/ 1945178 h 2990707"/>
                  <a:gd name="connsiteX30" fmla="*/ 920341 w 1175575"/>
                  <a:gd name="connsiteY30" fmla="*/ 1929187 h 2990707"/>
                  <a:gd name="connsiteX31" fmla="*/ 922973 w 1175575"/>
                  <a:gd name="connsiteY31" fmla="*/ 1918662 h 2990707"/>
                  <a:gd name="connsiteX32" fmla="*/ 963656 w 1175575"/>
                  <a:gd name="connsiteY32" fmla="*/ 1888504 h 2990707"/>
                  <a:gd name="connsiteX33" fmla="*/ 967097 w 1175575"/>
                  <a:gd name="connsiteY33" fmla="*/ 1883848 h 2990707"/>
                  <a:gd name="connsiteX34" fmla="*/ 985111 w 1175575"/>
                  <a:gd name="connsiteY34" fmla="*/ 1830413 h 2990707"/>
                  <a:gd name="connsiteX35" fmla="*/ 989362 w 1175575"/>
                  <a:gd name="connsiteY35" fmla="*/ 1825353 h 2990707"/>
                  <a:gd name="connsiteX36" fmla="*/ 993207 w 1175575"/>
                  <a:gd name="connsiteY36" fmla="*/ 1825758 h 2990707"/>
                  <a:gd name="connsiteX37" fmla="*/ 1012031 w 1175575"/>
                  <a:gd name="connsiteY37" fmla="*/ 1857738 h 2990707"/>
                  <a:gd name="connsiteX38" fmla="*/ 1015067 w 1175575"/>
                  <a:gd name="connsiteY38" fmla="*/ 1858548 h 2990707"/>
                  <a:gd name="connsiteX39" fmla="*/ 1056156 w 1175575"/>
                  <a:gd name="connsiteY39" fmla="*/ 1841748 h 2990707"/>
                  <a:gd name="connsiteX40" fmla="*/ 1058989 w 1175575"/>
                  <a:gd name="connsiteY40" fmla="*/ 1849035 h 2990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175575" h="2990707">
                    <a:moveTo>
                      <a:pt x="1169908" y="43571"/>
                    </a:moveTo>
                    <a:cubicBezTo>
                      <a:pt x="1169503" y="4506"/>
                      <a:pt x="1141774" y="-11079"/>
                      <a:pt x="1107769" y="8352"/>
                    </a:cubicBezTo>
                    <a:lnTo>
                      <a:pt x="951107" y="99030"/>
                    </a:lnTo>
                    <a:cubicBezTo>
                      <a:pt x="931878" y="109555"/>
                      <a:pt x="917912" y="126760"/>
                      <a:pt x="910018" y="147000"/>
                    </a:cubicBezTo>
                    <a:lnTo>
                      <a:pt x="867513" y="261360"/>
                    </a:lnTo>
                    <a:cubicBezTo>
                      <a:pt x="856988" y="290709"/>
                      <a:pt x="835938" y="316414"/>
                      <a:pt x="813268" y="329368"/>
                    </a:cubicBezTo>
                    <a:lnTo>
                      <a:pt x="356640" y="592901"/>
                    </a:lnTo>
                    <a:cubicBezTo>
                      <a:pt x="334375" y="606260"/>
                      <a:pt x="313730" y="604236"/>
                      <a:pt x="302800" y="587436"/>
                    </a:cubicBezTo>
                    <a:lnTo>
                      <a:pt x="257056" y="519023"/>
                    </a:lnTo>
                    <a:cubicBezTo>
                      <a:pt x="251591" y="510724"/>
                      <a:pt x="241066" y="508498"/>
                      <a:pt x="232362" y="513153"/>
                    </a:cubicBezTo>
                    <a:lnTo>
                      <a:pt x="61734" y="611927"/>
                    </a:lnTo>
                    <a:cubicBezTo>
                      <a:pt x="27730" y="631358"/>
                      <a:pt x="0" y="679531"/>
                      <a:pt x="0" y="718595"/>
                    </a:cubicBezTo>
                    <a:lnTo>
                      <a:pt x="5870" y="2946886"/>
                    </a:lnTo>
                    <a:cubicBezTo>
                      <a:pt x="6275" y="2986355"/>
                      <a:pt x="34004" y="3001941"/>
                      <a:pt x="68008" y="2982105"/>
                    </a:cubicBezTo>
                    <a:lnTo>
                      <a:pt x="1113842" y="2378327"/>
                    </a:lnTo>
                    <a:cubicBezTo>
                      <a:pt x="1147846" y="2358896"/>
                      <a:pt x="1175575" y="2311128"/>
                      <a:pt x="1175575" y="2271659"/>
                    </a:cubicBezTo>
                    <a:lnTo>
                      <a:pt x="1169908" y="43571"/>
                    </a:lnTo>
                    <a:close/>
                    <a:moveTo>
                      <a:pt x="1058989" y="1849035"/>
                    </a:moveTo>
                    <a:lnTo>
                      <a:pt x="1029236" y="1899434"/>
                    </a:lnTo>
                    <a:lnTo>
                      <a:pt x="1028021" y="1904899"/>
                    </a:lnTo>
                    <a:lnTo>
                      <a:pt x="1034701" y="1947809"/>
                    </a:lnTo>
                    <a:cubicBezTo>
                      <a:pt x="1035510" y="1950642"/>
                      <a:pt x="1033082" y="1954893"/>
                      <a:pt x="1030855" y="1956310"/>
                    </a:cubicBezTo>
                    <a:cubicBezTo>
                      <a:pt x="1030045" y="1956715"/>
                      <a:pt x="1029236" y="1956715"/>
                      <a:pt x="1028426" y="1956715"/>
                    </a:cubicBezTo>
                    <a:lnTo>
                      <a:pt x="991791" y="1955905"/>
                    </a:lnTo>
                    <a:lnTo>
                      <a:pt x="987540" y="1958334"/>
                    </a:lnTo>
                    <a:lnTo>
                      <a:pt x="951309" y="2001649"/>
                    </a:lnTo>
                    <a:cubicBezTo>
                      <a:pt x="950500" y="2002458"/>
                      <a:pt x="949690" y="2002863"/>
                      <a:pt x="948880" y="2003268"/>
                    </a:cubicBezTo>
                    <a:cubicBezTo>
                      <a:pt x="946452" y="2004887"/>
                      <a:pt x="944225" y="2003673"/>
                      <a:pt x="944630" y="1999827"/>
                    </a:cubicBezTo>
                    <a:lnTo>
                      <a:pt x="951714" y="1949023"/>
                    </a:lnTo>
                    <a:lnTo>
                      <a:pt x="950095" y="1945178"/>
                    </a:lnTo>
                    <a:lnTo>
                      <a:pt x="920341" y="1929187"/>
                    </a:lnTo>
                    <a:cubicBezTo>
                      <a:pt x="917912" y="1927568"/>
                      <a:pt x="919127" y="1921293"/>
                      <a:pt x="922973" y="1918662"/>
                    </a:cubicBezTo>
                    <a:lnTo>
                      <a:pt x="963656" y="1888504"/>
                    </a:lnTo>
                    <a:lnTo>
                      <a:pt x="967097" y="1883848"/>
                    </a:lnTo>
                    <a:lnTo>
                      <a:pt x="985111" y="1830413"/>
                    </a:lnTo>
                    <a:cubicBezTo>
                      <a:pt x="986326" y="1827984"/>
                      <a:pt x="987945" y="1826163"/>
                      <a:pt x="989362" y="1825353"/>
                    </a:cubicBezTo>
                    <a:cubicBezTo>
                      <a:pt x="990981" y="1824138"/>
                      <a:pt x="992398" y="1824543"/>
                      <a:pt x="993207" y="1825758"/>
                    </a:cubicBezTo>
                    <a:lnTo>
                      <a:pt x="1012031" y="1857738"/>
                    </a:lnTo>
                    <a:lnTo>
                      <a:pt x="1015067" y="1858548"/>
                    </a:lnTo>
                    <a:lnTo>
                      <a:pt x="1056156" y="1841748"/>
                    </a:lnTo>
                    <a:cubicBezTo>
                      <a:pt x="1060204" y="1840129"/>
                      <a:pt x="1061823" y="1844784"/>
                      <a:pt x="1058989" y="1849035"/>
                    </a:cubicBezTo>
                    <a:close/>
                  </a:path>
                </a:pathLst>
              </a:custGeom>
              <a:solidFill>
                <a:srgbClr val="E3E7F0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</p:grp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4FA0DF90-3ED1-B5F5-0F05-71217AFE80C5}"/>
                </a:ext>
              </a:extLst>
            </p:cNvPr>
            <p:cNvSpPr/>
            <p:nvPr/>
          </p:nvSpPr>
          <p:spPr>
            <a:xfrm>
              <a:off x="2830159" y="9794979"/>
              <a:ext cx="376533" cy="479743"/>
            </a:xfrm>
            <a:custGeom>
              <a:avLst/>
              <a:gdLst>
                <a:gd name="connsiteX0" fmla="*/ 70275 w 140795"/>
                <a:gd name="connsiteY0" fmla="*/ 607 h 179388"/>
                <a:gd name="connsiteX1" fmla="*/ 66227 w 140795"/>
                <a:gd name="connsiteY1" fmla="*/ 5870 h 179388"/>
                <a:gd name="connsiteX2" fmla="*/ 48011 w 140795"/>
                <a:gd name="connsiteY2" fmla="*/ 59103 h 179388"/>
                <a:gd name="connsiteX3" fmla="*/ 44570 w 140795"/>
                <a:gd name="connsiteY3" fmla="*/ 63758 h 179388"/>
                <a:gd name="connsiteX4" fmla="*/ 3886 w 140795"/>
                <a:gd name="connsiteY4" fmla="*/ 94119 h 179388"/>
                <a:gd name="connsiteX5" fmla="*/ 1255 w 140795"/>
                <a:gd name="connsiteY5" fmla="*/ 104442 h 179388"/>
                <a:gd name="connsiteX6" fmla="*/ 31009 w 140795"/>
                <a:gd name="connsiteY6" fmla="*/ 120432 h 179388"/>
                <a:gd name="connsiteX7" fmla="*/ 32223 w 140795"/>
                <a:gd name="connsiteY7" fmla="*/ 124480 h 179388"/>
                <a:gd name="connsiteX8" fmla="*/ 25341 w 140795"/>
                <a:gd name="connsiteY8" fmla="*/ 175284 h 179388"/>
                <a:gd name="connsiteX9" fmla="*/ 29592 w 140795"/>
                <a:gd name="connsiteY9" fmla="*/ 178725 h 179388"/>
                <a:gd name="connsiteX10" fmla="*/ 31818 w 140795"/>
                <a:gd name="connsiteY10" fmla="*/ 176903 h 179388"/>
                <a:gd name="connsiteX11" fmla="*/ 68454 w 140795"/>
                <a:gd name="connsiteY11" fmla="*/ 133791 h 179388"/>
                <a:gd name="connsiteX12" fmla="*/ 72502 w 140795"/>
                <a:gd name="connsiteY12" fmla="*/ 131362 h 179388"/>
                <a:gd name="connsiteX13" fmla="*/ 109137 w 140795"/>
                <a:gd name="connsiteY13" fmla="*/ 132171 h 179388"/>
                <a:gd name="connsiteX14" fmla="*/ 111364 w 140795"/>
                <a:gd name="connsiteY14" fmla="*/ 131564 h 179388"/>
                <a:gd name="connsiteX15" fmla="*/ 115614 w 140795"/>
                <a:gd name="connsiteY15" fmla="*/ 123063 h 179388"/>
                <a:gd name="connsiteX16" fmla="*/ 108733 w 140795"/>
                <a:gd name="connsiteY16" fmla="*/ 80153 h 179388"/>
                <a:gd name="connsiteX17" fmla="*/ 109947 w 140795"/>
                <a:gd name="connsiteY17" fmla="*/ 74688 h 179388"/>
                <a:gd name="connsiteX18" fmla="*/ 139498 w 140795"/>
                <a:gd name="connsiteY18" fmla="*/ 24289 h 179388"/>
                <a:gd name="connsiteX19" fmla="*/ 136867 w 140795"/>
                <a:gd name="connsiteY19" fmla="*/ 16800 h 179388"/>
                <a:gd name="connsiteX20" fmla="*/ 95779 w 140795"/>
                <a:gd name="connsiteY20" fmla="*/ 33600 h 179388"/>
                <a:gd name="connsiteX21" fmla="*/ 92338 w 140795"/>
                <a:gd name="connsiteY21" fmla="*/ 32790 h 179388"/>
                <a:gd name="connsiteX22" fmla="*/ 73919 w 140795"/>
                <a:gd name="connsiteY22" fmla="*/ 607 h 179388"/>
                <a:gd name="connsiteX23" fmla="*/ 70275 w 140795"/>
                <a:gd name="connsiteY23" fmla="*/ 607 h 17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95" h="179388">
                  <a:moveTo>
                    <a:pt x="70275" y="607"/>
                  </a:moveTo>
                  <a:cubicBezTo>
                    <a:pt x="68656" y="1619"/>
                    <a:pt x="67037" y="3441"/>
                    <a:pt x="66227" y="5870"/>
                  </a:cubicBezTo>
                  <a:lnTo>
                    <a:pt x="48011" y="59103"/>
                  </a:lnTo>
                  <a:lnTo>
                    <a:pt x="44570" y="63758"/>
                  </a:lnTo>
                  <a:lnTo>
                    <a:pt x="3886" y="94119"/>
                  </a:lnTo>
                  <a:cubicBezTo>
                    <a:pt x="40" y="96953"/>
                    <a:pt x="-1174" y="103025"/>
                    <a:pt x="1255" y="104442"/>
                  </a:cubicBezTo>
                  <a:lnTo>
                    <a:pt x="31009" y="120432"/>
                  </a:lnTo>
                  <a:lnTo>
                    <a:pt x="32223" y="124480"/>
                  </a:lnTo>
                  <a:lnTo>
                    <a:pt x="25341" y="175284"/>
                  </a:lnTo>
                  <a:cubicBezTo>
                    <a:pt x="24734" y="178927"/>
                    <a:pt x="26960" y="180344"/>
                    <a:pt x="29592" y="178725"/>
                  </a:cubicBezTo>
                  <a:cubicBezTo>
                    <a:pt x="30401" y="178320"/>
                    <a:pt x="31009" y="177713"/>
                    <a:pt x="31818" y="176903"/>
                  </a:cubicBezTo>
                  <a:lnTo>
                    <a:pt x="68454" y="133791"/>
                  </a:lnTo>
                  <a:lnTo>
                    <a:pt x="72502" y="131362"/>
                  </a:lnTo>
                  <a:lnTo>
                    <a:pt x="109137" y="132171"/>
                  </a:lnTo>
                  <a:cubicBezTo>
                    <a:pt x="109947" y="132171"/>
                    <a:pt x="110554" y="131969"/>
                    <a:pt x="111364" y="131564"/>
                  </a:cubicBezTo>
                  <a:cubicBezTo>
                    <a:pt x="113995" y="130147"/>
                    <a:pt x="116222" y="126099"/>
                    <a:pt x="115614" y="123063"/>
                  </a:cubicBezTo>
                  <a:lnTo>
                    <a:pt x="108733" y="80153"/>
                  </a:lnTo>
                  <a:lnTo>
                    <a:pt x="109947" y="74688"/>
                  </a:lnTo>
                  <a:lnTo>
                    <a:pt x="139498" y="24289"/>
                  </a:lnTo>
                  <a:cubicBezTo>
                    <a:pt x="142130" y="19836"/>
                    <a:pt x="140510" y="15383"/>
                    <a:pt x="136867" y="16800"/>
                  </a:cubicBezTo>
                  <a:lnTo>
                    <a:pt x="95779" y="33600"/>
                  </a:lnTo>
                  <a:lnTo>
                    <a:pt x="92338" y="32790"/>
                  </a:lnTo>
                  <a:lnTo>
                    <a:pt x="73919" y="607"/>
                  </a:lnTo>
                  <a:cubicBezTo>
                    <a:pt x="73514" y="-202"/>
                    <a:pt x="71895" y="-202"/>
                    <a:pt x="70275" y="607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C0EB5C44-D47F-0796-ACD3-196B13CA7010}"/>
                </a:ext>
              </a:extLst>
            </p:cNvPr>
            <p:cNvSpPr/>
            <p:nvPr/>
          </p:nvSpPr>
          <p:spPr>
            <a:xfrm>
              <a:off x="3367130" y="9484813"/>
              <a:ext cx="376533" cy="479743"/>
            </a:xfrm>
            <a:custGeom>
              <a:avLst/>
              <a:gdLst>
                <a:gd name="connsiteX0" fmla="*/ 70275 w 140795"/>
                <a:gd name="connsiteY0" fmla="*/ 607 h 179388"/>
                <a:gd name="connsiteX1" fmla="*/ 66227 w 140795"/>
                <a:gd name="connsiteY1" fmla="*/ 5870 h 179388"/>
                <a:gd name="connsiteX2" fmla="*/ 48011 w 140795"/>
                <a:gd name="connsiteY2" fmla="*/ 59102 h 179388"/>
                <a:gd name="connsiteX3" fmla="*/ 44570 w 140795"/>
                <a:gd name="connsiteY3" fmla="*/ 63758 h 179388"/>
                <a:gd name="connsiteX4" fmla="*/ 3886 w 140795"/>
                <a:gd name="connsiteY4" fmla="*/ 94119 h 179388"/>
                <a:gd name="connsiteX5" fmla="*/ 1255 w 140795"/>
                <a:gd name="connsiteY5" fmla="*/ 104442 h 179388"/>
                <a:gd name="connsiteX6" fmla="*/ 31008 w 140795"/>
                <a:gd name="connsiteY6" fmla="*/ 120432 h 179388"/>
                <a:gd name="connsiteX7" fmla="*/ 32223 w 140795"/>
                <a:gd name="connsiteY7" fmla="*/ 124480 h 179388"/>
                <a:gd name="connsiteX8" fmla="*/ 25341 w 140795"/>
                <a:gd name="connsiteY8" fmla="*/ 175284 h 179388"/>
                <a:gd name="connsiteX9" fmla="*/ 29592 w 140795"/>
                <a:gd name="connsiteY9" fmla="*/ 178725 h 179388"/>
                <a:gd name="connsiteX10" fmla="*/ 31818 w 140795"/>
                <a:gd name="connsiteY10" fmla="*/ 176903 h 179388"/>
                <a:gd name="connsiteX11" fmla="*/ 68454 w 140795"/>
                <a:gd name="connsiteY11" fmla="*/ 133790 h 179388"/>
                <a:gd name="connsiteX12" fmla="*/ 72502 w 140795"/>
                <a:gd name="connsiteY12" fmla="*/ 131362 h 179388"/>
                <a:gd name="connsiteX13" fmla="*/ 109137 w 140795"/>
                <a:gd name="connsiteY13" fmla="*/ 132171 h 179388"/>
                <a:gd name="connsiteX14" fmla="*/ 111364 w 140795"/>
                <a:gd name="connsiteY14" fmla="*/ 131564 h 179388"/>
                <a:gd name="connsiteX15" fmla="*/ 115614 w 140795"/>
                <a:gd name="connsiteY15" fmla="*/ 123063 h 179388"/>
                <a:gd name="connsiteX16" fmla="*/ 108732 w 140795"/>
                <a:gd name="connsiteY16" fmla="*/ 80153 h 179388"/>
                <a:gd name="connsiteX17" fmla="*/ 109947 w 140795"/>
                <a:gd name="connsiteY17" fmla="*/ 74688 h 179388"/>
                <a:gd name="connsiteX18" fmla="*/ 139498 w 140795"/>
                <a:gd name="connsiteY18" fmla="*/ 24289 h 179388"/>
                <a:gd name="connsiteX19" fmla="*/ 136867 w 140795"/>
                <a:gd name="connsiteY19" fmla="*/ 16800 h 179388"/>
                <a:gd name="connsiteX20" fmla="*/ 95778 w 140795"/>
                <a:gd name="connsiteY20" fmla="*/ 33599 h 179388"/>
                <a:gd name="connsiteX21" fmla="*/ 92338 w 140795"/>
                <a:gd name="connsiteY21" fmla="*/ 32790 h 179388"/>
                <a:gd name="connsiteX22" fmla="*/ 73919 w 140795"/>
                <a:gd name="connsiteY22" fmla="*/ 607 h 179388"/>
                <a:gd name="connsiteX23" fmla="*/ 70275 w 140795"/>
                <a:gd name="connsiteY23" fmla="*/ 607 h 17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95" h="179388">
                  <a:moveTo>
                    <a:pt x="70275" y="607"/>
                  </a:moveTo>
                  <a:cubicBezTo>
                    <a:pt x="68656" y="1619"/>
                    <a:pt x="67037" y="3441"/>
                    <a:pt x="66227" y="5870"/>
                  </a:cubicBezTo>
                  <a:lnTo>
                    <a:pt x="48011" y="59102"/>
                  </a:lnTo>
                  <a:lnTo>
                    <a:pt x="44570" y="63758"/>
                  </a:lnTo>
                  <a:lnTo>
                    <a:pt x="3886" y="94119"/>
                  </a:lnTo>
                  <a:cubicBezTo>
                    <a:pt x="40" y="96953"/>
                    <a:pt x="-1174" y="103025"/>
                    <a:pt x="1255" y="104442"/>
                  </a:cubicBezTo>
                  <a:lnTo>
                    <a:pt x="31008" y="120432"/>
                  </a:lnTo>
                  <a:lnTo>
                    <a:pt x="32223" y="124480"/>
                  </a:lnTo>
                  <a:lnTo>
                    <a:pt x="25341" y="175284"/>
                  </a:lnTo>
                  <a:cubicBezTo>
                    <a:pt x="24734" y="178927"/>
                    <a:pt x="26960" y="180344"/>
                    <a:pt x="29592" y="178725"/>
                  </a:cubicBezTo>
                  <a:cubicBezTo>
                    <a:pt x="30401" y="178320"/>
                    <a:pt x="31008" y="177713"/>
                    <a:pt x="31818" y="176903"/>
                  </a:cubicBezTo>
                  <a:lnTo>
                    <a:pt x="68454" y="133790"/>
                  </a:lnTo>
                  <a:lnTo>
                    <a:pt x="72502" y="131362"/>
                  </a:lnTo>
                  <a:lnTo>
                    <a:pt x="109137" y="132171"/>
                  </a:lnTo>
                  <a:cubicBezTo>
                    <a:pt x="109947" y="132171"/>
                    <a:pt x="110554" y="131969"/>
                    <a:pt x="111364" y="131564"/>
                  </a:cubicBezTo>
                  <a:cubicBezTo>
                    <a:pt x="113995" y="130147"/>
                    <a:pt x="116222" y="126099"/>
                    <a:pt x="115614" y="123063"/>
                  </a:cubicBezTo>
                  <a:lnTo>
                    <a:pt x="108732" y="80153"/>
                  </a:lnTo>
                  <a:lnTo>
                    <a:pt x="109947" y="74688"/>
                  </a:lnTo>
                  <a:lnTo>
                    <a:pt x="139498" y="24289"/>
                  </a:lnTo>
                  <a:cubicBezTo>
                    <a:pt x="142129" y="19836"/>
                    <a:pt x="140510" y="15383"/>
                    <a:pt x="136867" y="16800"/>
                  </a:cubicBezTo>
                  <a:lnTo>
                    <a:pt x="95778" y="33599"/>
                  </a:lnTo>
                  <a:lnTo>
                    <a:pt x="92338" y="32790"/>
                  </a:lnTo>
                  <a:lnTo>
                    <a:pt x="73919" y="607"/>
                  </a:lnTo>
                  <a:cubicBezTo>
                    <a:pt x="73514" y="-202"/>
                    <a:pt x="71895" y="-202"/>
                    <a:pt x="70275" y="607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764503AB-BBB8-A91D-5113-9AA10C6657C4}"/>
                </a:ext>
              </a:extLst>
            </p:cNvPr>
            <p:cNvSpPr/>
            <p:nvPr/>
          </p:nvSpPr>
          <p:spPr>
            <a:xfrm>
              <a:off x="3904101" y="9174783"/>
              <a:ext cx="376533" cy="480150"/>
            </a:xfrm>
            <a:custGeom>
              <a:avLst/>
              <a:gdLst>
                <a:gd name="connsiteX0" fmla="*/ 70275 w 140795"/>
                <a:gd name="connsiteY0" fmla="*/ 759 h 179540"/>
                <a:gd name="connsiteX1" fmla="*/ 66227 w 140795"/>
                <a:gd name="connsiteY1" fmla="*/ 6022 h 179540"/>
                <a:gd name="connsiteX2" fmla="*/ 48011 w 140795"/>
                <a:gd name="connsiteY2" fmla="*/ 59254 h 179540"/>
                <a:gd name="connsiteX3" fmla="*/ 44570 w 140795"/>
                <a:gd name="connsiteY3" fmla="*/ 63910 h 179540"/>
                <a:gd name="connsiteX4" fmla="*/ 3886 w 140795"/>
                <a:gd name="connsiteY4" fmla="*/ 94271 h 179540"/>
                <a:gd name="connsiteX5" fmla="*/ 1255 w 140795"/>
                <a:gd name="connsiteY5" fmla="*/ 104594 h 179540"/>
                <a:gd name="connsiteX6" fmla="*/ 31009 w 140795"/>
                <a:gd name="connsiteY6" fmla="*/ 120584 h 179540"/>
                <a:gd name="connsiteX7" fmla="*/ 32223 w 140795"/>
                <a:gd name="connsiteY7" fmla="*/ 124632 h 179540"/>
                <a:gd name="connsiteX8" fmla="*/ 25341 w 140795"/>
                <a:gd name="connsiteY8" fmla="*/ 175436 h 179540"/>
                <a:gd name="connsiteX9" fmla="*/ 29592 w 140795"/>
                <a:gd name="connsiteY9" fmla="*/ 178877 h 179540"/>
                <a:gd name="connsiteX10" fmla="*/ 31818 w 140795"/>
                <a:gd name="connsiteY10" fmla="*/ 177055 h 179540"/>
                <a:gd name="connsiteX11" fmla="*/ 68454 w 140795"/>
                <a:gd name="connsiteY11" fmla="*/ 133942 h 179540"/>
                <a:gd name="connsiteX12" fmla="*/ 72502 w 140795"/>
                <a:gd name="connsiteY12" fmla="*/ 131513 h 179540"/>
                <a:gd name="connsiteX13" fmla="*/ 109137 w 140795"/>
                <a:gd name="connsiteY13" fmla="*/ 132323 h 179540"/>
                <a:gd name="connsiteX14" fmla="*/ 111364 w 140795"/>
                <a:gd name="connsiteY14" fmla="*/ 131716 h 179540"/>
                <a:gd name="connsiteX15" fmla="*/ 115614 w 140795"/>
                <a:gd name="connsiteY15" fmla="*/ 123215 h 179540"/>
                <a:gd name="connsiteX16" fmla="*/ 108733 w 140795"/>
                <a:gd name="connsiteY16" fmla="*/ 80305 h 179540"/>
                <a:gd name="connsiteX17" fmla="*/ 109947 w 140795"/>
                <a:gd name="connsiteY17" fmla="*/ 74840 h 179540"/>
                <a:gd name="connsiteX18" fmla="*/ 139498 w 140795"/>
                <a:gd name="connsiteY18" fmla="*/ 24441 h 179540"/>
                <a:gd name="connsiteX19" fmla="*/ 136867 w 140795"/>
                <a:gd name="connsiteY19" fmla="*/ 16952 h 179540"/>
                <a:gd name="connsiteX20" fmla="*/ 95779 w 140795"/>
                <a:gd name="connsiteY20" fmla="*/ 33751 h 179540"/>
                <a:gd name="connsiteX21" fmla="*/ 92338 w 140795"/>
                <a:gd name="connsiteY21" fmla="*/ 32942 h 179540"/>
                <a:gd name="connsiteX22" fmla="*/ 73919 w 140795"/>
                <a:gd name="connsiteY22" fmla="*/ 759 h 179540"/>
                <a:gd name="connsiteX23" fmla="*/ 70275 w 140795"/>
                <a:gd name="connsiteY23" fmla="*/ 759 h 17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95" h="179540">
                  <a:moveTo>
                    <a:pt x="70275" y="759"/>
                  </a:moveTo>
                  <a:cubicBezTo>
                    <a:pt x="68656" y="1771"/>
                    <a:pt x="67037" y="3593"/>
                    <a:pt x="66227" y="6022"/>
                  </a:cubicBezTo>
                  <a:lnTo>
                    <a:pt x="48011" y="59254"/>
                  </a:lnTo>
                  <a:lnTo>
                    <a:pt x="44570" y="63910"/>
                  </a:lnTo>
                  <a:lnTo>
                    <a:pt x="3886" y="94271"/>
                  </a:lnTo>
                  <a:cubicBezTo>
                    <a:pt x="40" y="97104"/>
                    <a:pt x="-1174" y="103177"/>
                    <a:pt x="1255" y="104594"/>
                  </a:cubicBezTo>
                  <a:lnTo>
                    <a:pt x="31009" y="120584"/>
                  </a:lnTo>
                  <a:lnTo>
                    <a:pt x="32223" y="124632"/>
                  </a:lnTo>
                  <a:lnTo>
                    <a:pt x="25341" y="175436"/>
                  </a:lnTo>
                  <a:cubicBezTo>
                    <a:pt x="24734" y="179079"/>
                    <a:pt x="26960" y="180496"/>
                    <a:pt x="29592" y="178877"/>
                  </a:cubicBezTo>
                  <a:cubicBezTo>
                    <a:pt x="30401" y="178472"/>
                    <a:pt x="31009" y="177865"/>
                    <a:pt x="31818" y="177055"/>
                  </a:cubicBezTo>
                  <a:lnTo>
                    <a:pt x="68454" y="133942"/>
                  </a:lnTo>
                  <a:lnTo>
                    <a:pt x="72502" y="131513"/>
                  </a:lnTo>
                  <a:lnTo>
                    <a:pt x="109137" y="132323"/>
                  </a:lnTo>
                  <a:cubicBezTo>
                    <a:pt x="109947" y="132323"/>
                    <a:pt x="110554" y="132121"/>
                    <a:pt x="111364" y="131716"/>
                  </a:cubicBezTo>
                  <a:cubicBezTo>
                    <a:pt x="113995" y="130299"/>
                    <a:pt x="116222" y="126251"/>
                    <a:pt x="115614" y="123215"/>
                  </a:cubicBezTo>
                  <a:lnTo>
                    <a:pt x="108733" y="80305"/>
                  </a:lnTo>
                  <a:lnTo>
                    <a:pt x="109947" y="74840"/>
                  </a:lnTo>
                  <a:lnTo>
                    <a:pt x="139498" y="24441"/>
                  </a:lnTo>
                  <a:cubicBezTo>
                    <a:pt x="142130" y="19988"/>
                    <a:pt x="140510" y="15535"/>
                    <a:pt x="136867" y="16952"/>
                  </a:cubicBezTo>
                  <a:lnTo>
                    <a:pt x="95779" y="33751"/>
                  </a:lnTo>
                  <a:lnTo>
                    <a:pt x="92338" y="32942"/>
                  </a:lnTo>
                  <a:lnTo>
                    <a:pt x="73919" y="759"/>
                  </a:lnTo>
                  <a:cubicBezTo>
                    <a:pt x="73514" y="-253"/>
                    <a:pt x="71895" y="-253"/>
                    <a:pt x="70275" y="759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19390763-C0BB-5900-7B9D-7C7FD7A1037A}"/>
                </a:ext>
              </a:extLst>
            </p:cNvPr>
            <p:cNvSpPr/>
            <p:nvPr/>
          </p:nvSpPr>
          <p:spPr>
            <a:xfrm>
              <a:off x="4441073" y="8864619"/>
              <a:ext cx="376533" cy="480150"/>
            </a:xfrm>
            <a:custGeom>
              <a:avLst/>
              <a:gdLst>
                <a:gd name="connsiteX0" fmla="*/ 70275 w 140795"/>
                <a:gd name="connsiteY0" fmla="*/ 759 h 179540"/>
                <a:gd name="connsiteX1" fmla="*/ 66227 w 140795"/>
                <a:gd name="connsiteY1" fmla="*/ 6022 h 179540"/>
                <a:gd name="connsiteX2" fmla="*/ 48011 w 140795"/>
                <a:gd name="connsiteY2" fmla="*/ 59254 h 179540"/>
                <a:gd name="connsiteX3" fmla="*/ 44570 w 140795"/>
                <a:gd name="connsiteY3" fmla="*/ 63910 h 179540"/>
                <a:gd name="connsiteX4" fmla="*/ 3886 w 140795"/>
                <a:gd name="connsiteY4" fmla="*/ 94271 h 179540"/>
                <a:gd name="connsiteX5" fmla="*/ 1255 w 140795"/>
                <a:gd name="connsiteY5" fmla="*/ 104593 h 179540"/>
                <a:gd name="connsiteX6" fmla="*/ 31008 w 140795"/>
                <a:gd name="connsiteY6" fmla="*/ 120583 h 179540"/>
                <a:gd name="connsiteX7" fmla="*/ 32223 w 140795"/>
                <a:gd name="connsiteY7" fmla="*/ 124632 h 179540"/>
                <a:gd name="connsiteX8" fmla="*/ 25341 w 140795"/>
                <a:gd name="connsiteY8" fmla="*/ 175435 h 179540"/>
                <a:gd name="connsiteX9" fmla="*/ 29592 w 140795"/>
                <a:gd name="connsiteY9" fmla="*/ 178877 h 179540"/>
                <a:gd name="connsiteX10" fmla="*/ 31818 w 140795"/>
                <a:gd name="connsiteY10" fmla="*/ 177055 h 179540"/>
                <a:gd name="connsiteX11" fmla="*/ 68454 w 140795"/>
                <a:gd name="connsiteY11" fmla="*/ 133942 h 179540"/>
                <a:gd name="connsiteX12" fmla="*/ 72502 w 140795"/>
                <a:gd name="connsiteY12" fmla="*/ 131513 h 179540"/>
                <a:gd name="connsiteX13" fmla="*/ 109137 w 140795"/>
                <a:gd name="connsiteY13" fmla="*/ 132323 h 179540"/>
                <a:gd name="connsiteX14" fmla="*/ 111364 w 140795"/>
                <a:gd name="connsiteY14" fmla="*/ 131716 h 179540"/>
                <a:gd name="connsiteX15" fmla="*/ 115614 w 140795"/>
                <a:gd name="connsiteY15" fmla="*/ 123215 h 179540"/>
                <a:gd name="connsiteX16" fmla="*/ 108733 w 140795"/>
                <a:gd name="connsiteY16" fmla="*/ 80305 h 179540"/>
                <a:gd name="connsiteX17" fmla="*/ 109947 w 140795"/>
                <a:gd name="connsiteY17" fmla="*/ 74840 h 179540"/>
                <a:gd name="connsiteX18" fmla="*/ 139498 w 140795"/>
                <a:gd name="connsiteY18" fmla="*/ 24440 h 179540"/>
                <a:gd name="connsiteX19" fmla="*/ 136867 w 140795"/>
                <a:gd name="connsiteY19" fmla="*/ 16952 h 179540"/>
                <a:gd name="connsiteX20" fmla="*/ 95778 w 140795"/>
                <a:gd name="connsiteY20" fmla="*/ 33751 h 179540"/>
                <a:gd name="connsiteX21" fmla="*/ 92338 w 140795"/>
                <a:gd name="connsiteY21" fmla="*/ 32941 h 179540"/>
                <a:gd name="connsiteX22" fmla="*/ 73919 w 140795"/>
                <a:gd name="connsiteY22" fmla="*/ 759 h 179540"/>
                <a:gd name="connsiteX23" fmla="*/ 70275 w 140795"/>
                <a:gd name="connsiteY23" fmla="*/ 759 h 179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95" h="179540">
                  <a:moveTo>
                    <a:pt x="70275" y="759"/>
                  </a:moveTo>
                  <a:cubicBezTo>
                    <a:pt x="68656" y="1771"/>
                    <a:pt x="67037" y="3593"/>
                    <a:pt x="66227" y="6022"/>
                  </a:cubicBezTo>
                  <a:lnTo>
                    <a:pt x="48011" y="59254"/>
                  </a:lnTo>
                  <a:lnTo>
                    <a:pt x="44570" y="63910"/>
                  </a:lnTo>
                  <a:lnTo>
                    <a:pt x="3886" y="94271"/>
                  </a:lnTo>
                  <a:cubicBezTo>
                    <a:pt x="40" y="97104"/>
                    <a:pt x="-1174" y="103177"/>
                    <a:pt x="1255" y="104593"/>
                  </a:cubicBezTo>
                  <a:lnTo>
                    <a:pt x="31008" y="120583"/>
                  </a:lnTo>
                  <a:lnTo>
                    <a:pt x="32223" y="124632"/>
                  </a:lnTo>
                  <a:lnTo>
                    <a:pt x="25341" y="175435"/>
                  </a:lnTo>
                  <a:cubicBezTo>
                    <a:pt x="24734" y="179079"/>
                    <a:pt x="26960" y="180496"/>
                    <a:pt x="29592" y="178877"/>
                  </a:cubicBezTo>
                  <a:cubicBezTo>
                    <a:pt x="30401" y="178472"/>
                    <a:pt x="31008" y="177865"/>
                    <a:pt x="31818" y="177055"/>
                  </a:cubicBezTo>
                  <a:lnTo>
                    <a:pt x="68454" y="133942"/>
                  </a:lnTo>
                  <a:lnTo>
                    <a:pt x="72502" y="131513"/>
                  </a:lnTo>
                  <a:lnTo>
                    <a:pt x="109137" y="132323"/>
                  </a:lnTo>
                  <a:cubicBezTo>
                    <a:pt x="109947" y="132323"/>
                    <a:pt x="110554" y="132120"/>
                    <a:pt x="111364" y="131716"/>
                  </a:cubicBezTo>
                  <a:cubicBezTo>
                    <a:pt x="113995" y="130299"/>
                    <a:pt x="116221" y="126251"/>
                    <a:pt x="115614" y="123215"/>
                  </a:cubicBezTo>
                  <a:lnTo>
                    <a:pt x="108733" y="80305"/>
                  </a:lnTo>
                  <a:lnTo>
                    <a:pt x="109947" y="74840"/>
                  </a:lnTo>
                  <a:lnTo>
                    <a:pt x="139498" y="24440"/>
                  </a:lnTo>
                  <a:cubicBezTo>
                    <a:pt x="142130" y="19988"/>
                    <a:pt x="140510" y="15535"/>
                    <a:pt x="136867" y="16952"/>
                  </a:cubicBezTo>
                  <a:lnTo>
                    <a:pt x="95778" y="33751"/>
                  </a:lnTo>
                  <a:lnTo>
                    <a:pt x="92338" y="32941"/>
                  </a:lnTo>
                  <a:lnTo>
                    <a:pt x="73919" y="759"/>
                  </a:lnTo>
                  <a:cubicBezTo>
                    <a:pt x="73514" y="-253"/>
                    <a:pt x="71895" y="-253"/>
                    <a:pt x="70275" y="759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C5CDEA4-F712-977E-FF6F-D9E733CB5EC6}"/>
                </a:ext>
              </a:extLst>
            </p:cNvPr>
            <p:cNvSpPr/>
            <p:nvPr/>
          </p:nvSpPr>
          <p:spPr>
            <a:xfrm>
              <a:off x="3019060" y="8295451"/>
              <a:ext cx="335311" cy="368207"/>
            </a:xfrm>
            <a:custGeom>
              <a:avLst/>
              <a:gdLst>
                <a:gd name="connsiteX0" fmla="*/ 40325 w 125381"/>
                <a:gd name="connsiteY0" fmla="*/ 137682 h 137682"/>
                <a:gd name="connsiteX1" fmla="*/ 33038 w 125381"/>
                <a:gd name="connsiteY1" fmla="*/ 136063 h 137682"/>
                <a:gd name="connsiteX2" fmla="*/ 4904 w 125381"/>
                <a:gd name="connsiteY2" fmla="*/ 119870 h 137682"/>
                <a:gd name="connsiteX3" fmla="*/ 1260 w 125381"/>
                <a:gd name="connsiteY3" fmla="*/ 106512 h 137682"/>
                <a:gd name="connsiteX4" fmla="*/ 14619 w 125381"/>
                <a:gd name="connsiteY4" fmla="*/ 102868 h 137682"/>
                <a:gd name="connsiteX5" fmla="*/ 42146 w 125381"/>
                <a:gd name="connsiteY5" fmla="*/ 118656 h 137682"/>
                <a:gd name="connsiteX6" fmla="*/ 44980 w 125381"/>
                <a:gd name="connsiteY6" fmla="*/ 112786 h 137682"/>
                <a:gd name="connsiteX7" fmla="*/ 107119 w 125381"/>
                <a:gd name="connsiteY7" fmla="*/ 4904 h 137682"/>
                <a:gd name="connsiteX8" fmla="*/ 120478 w 125381"/>
                <a:gd name="connsiteY8" fmla="*/ 1260 h 137682"/>
                <a:gd name="connsiteX9" fmla="*/ 124121 w 125381"/>
                <a:gd name="connsiteY9" fmla="*/ 14619 h 137682"/>
                <a:gd name="connsiteX10" fmla="*/ 61780 w 125381"/>
                <a:gd name="connsiteY10" fmla="*/ 122502 h 137682"/>
                <a:gd name="connsiteX11" fmla="*/ 50243 w 125381"/>
                <a:gd name="connsiteY11" fmla="*/ 134444 h 137682"/>
                <a:gd name="connsiteX12" fmla="*/ 40325 w 125381"/>
                <a:gd name="connsiteY12" fmla="*/ 137682 h 13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381" h="137682">
                  <a:moveTo>
                    <a:pt x="40325" y="137682"/>
                  </a:moveTo>
                  <a:cubicBezTo>
                    <a:pt x="37896" y="137682"/>
                    <a:pt x="35467" y="137075"/>
                    <a:pt x="33038" y="136063"/>
                  </a:cubicBezTo>
                  <a:lnTo>
                    <a:pt x="4904" y="119870"/>
                  </a:lnTo>
                  <a:cubicBezTo>
                    <a:pt x="248" y="117239"/>
                    <a:pt x="-1371" y="111167"/>
                    <a:pt x="1260" y="106512"/>
                  </a:cubicBezTo>
                  <a:cubicBezTo>
                    <a:pt x="3892" y="101856"/>
                    <a:pt x="9964" y="100237"/>
                    <a:pt x="14619" y="102868"/>
                  </a:cubicBezTo>
                  <a:lnTo>
                    <a:pt x="42146" y="118656"/>
                  </a:lnTo>
                  <a:cubicBezTo>
                    <a:pt x="41539" y="117239"/>
                    <a:pt x="43361" y="115620"/>
                    <a:pt x="44980" y="112786"/>
                  </a:cubicBezTo>
                  <a:lnTo>
                    <a:pt x="107119" y="4904"/>
                  </a:lnTo>
                  <a:cubicBezTo>
                    <a:pt x="109750" y="248"/>
                    <a:pt x="115822" y="-1371"/>
                    <a:pt x="120478" y="1260"/>
                  </a:cubicBezTo>
                  <a:cubicBezTo>
                    <a:pt x="125133" y="3892"/>
                    <a:pt x="126752" y="9964"/>
                    <a:pt x="124121" y="14619"/>
                  </a:cubicBezTo>
                  <a:lnTo>
                    <a:pt x="61780" y="122502"/>
                  </a:lnTo>
                  <a:cubicBezTo>
                    <a:pt x="58541" y="127764"/>
                    <a:pt x="54493" y="132015"/>
                    <a:pt x="50243" y="134444"/>
                  </a:cubicBezTo>
                  <a:cubicBezTo>
                    <a:pt x="47004" y="136873"/>
                    <a:pt x="43563" y="137682"/>
                    <a:pt x="40325" y="13768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15F8BEBF-33ED-2921-4498-E2237FEC80EA}"/>
                </a:ext>
              </a:extLst>
            </p:cNvPr>
            <p:cNvSpPr/>
            <p:nvPr/>
          </p:nvSpPr>
          <p:spPr>
            <a:xfrm>
              <a:off x="3778627" y="5817334"/>
              <a:ext cx="403273" cy="518981"/>
            </a:xfrm>
            <a:custGeom>
              <a:avLst/>
              <a:gdLst>
                <a:gd name="connsiteX0" fmla="*/ 75094 w 150794"/>
                <a:gd name="connsiteY0" fmla="*/ 10383 h 194060"/>
                <a:gd name="connsiteX1" fmla="*/ 1 w 150794"/>
                <a:gd name="connsiteY1" fmla="*/ 140530 h 194060"/>
                <a:gd name="connsiteX2" fmla="*/ 75498 w 150794"/>
                <a:gd name="connsiteY2" fmla="*/ 183845 h 194060"/>
                <a:gd name="connsiteX3" fmla="*/ 150794 w 150794"/>
                <a:gd name="connsiteY3" fmla="*/ 53495 h 194060"/>
                <a:gd name="connsiteX4" fmla="*/ 75094 w 150794"/>
                <a:gd name="connsiteY4" fmla="*/ 10383 h 19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94" h="194060">
                  <a:moveTo>
                    <a:pt x="75094" y="10383"/>
                  </a:moveTo>
                  <a:cubicBezTo>
                    <a:pt x="33600" y="34267"/>
                    <a:pt x="-201" y="92560"/>
                    <a:pt x="1" y="140530"/>
                  </a:cubicBezTo>
                  <a:cubicBezTo>
                    <a:pt x="203" y="188298"/>
                    <a:pt x="34208" y="207729"/>
                    <a:pt x="75498" y="183845"/>
                  </a:cubicBezTo>
                  <a:cubicBezTo>
                    <a:pt x="117194" y="159759"/>
                    <a:pt x="150996" y="101263"/>
                    <a:pt x="150794" y="53495"/>
                  </a:cubicBezTo>
                  <a:cubicBezTo>
                    <a:pt x="150591" y="5525"/>
                    <a:pt x="116587" y="-13703"/>
                    <a:pt x="75094" y="1038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9A340394-8008-65D2-54AE-1BB5B94A35EF}"/>
                </a:ext>
              </a:extLst>
            </p:cNvPr>
            <p:cNvSpPr/>
            <p:nvPr/>
          </p:nvSpPr>
          <p:spPr>
            <a:xfrm>
              <a:off x="3566980" y="6358667"/>
              <a:ext cx="829813" cy="682300"/>
            </a:xfrm>
            <a:custGeom>
              <a:avLst/>
              <a:gdLst>
                <a:gd name="connsiteX0" fmla="*/ 154841 w 310288"/>
                <a:gd name="connsiteY0" fmla="*/ 23528 h 255129"/>
                <a:gd name="connsiteX1" fmla="*/ 0 w 310288"/>
                <a:gd name="connsiteY1" fmla="*/ 227553 h 255129"/>
                <a:gd name="connsiteX2" fmla="*/ 155246 w 310288"/>
                <a:gd name="connsiteY2" fmla="*/ 228768 h 255129"/>
                <a:gd name="connsiteX3" fmla="*/ 310289 w 310288"/>
                <a:gd name="connsiteY3" fmla="*/ 48019 h 255129"/>
                <a:gd name="connsiteX4" fmla="*/ 154841 w 310288"/>
                <a:gd name="connsiteY4" fmla="*/ 23528 h 2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288" h="255129">
                  <a:moveTo>
                    <a:pt x="154841" y="23528"/>
                  </a:moveTo>
                  <a:cubicBezTo>
                    <a:pt x="85820" y="63402"/>
                    <a:pt x="26718" y="144364"/>
                    <a:pt x="0" y="227553"/>
                  </a:cubicBezTo>
                  <a:cubicBezTo>
                    <a:pt x="35016" y="262570"/>
                    <a:pt x="91690" y="265606"/>
                    <a:pt x="155246" y="228768"/>
                  </a:cubicBezTo>
                  <a:cubicBezTo>
                    <a:pt x="219206" y="191930"/>
                    <a:pt x="275677" y="123314"/>
                    <a:pt x="310289" y="48019"/>
                  </a:cubicBezTo>
                  <a:cubicBezTo>
                    <a:pt x="283166" y="-3797"/>
                    <a:pt x="223456" y="-16346"/>
                    <a:pt x="154841" y="2352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22D36B01-AE40-468A-2201-00D068CBC17C}"/>
                </a:ext>
              </a:extLst>
            </p:cNvPr>
            <p:cNvSpPr/>
            <p:nvPr/>
          </p:nvSpPr>
          <p:spPr>
            <a:xfrm>
              <a:off x="4722658" y="4578557"/>
              <a:ext cx="686910" cy="739180"/>
            </a:xfrm>
            <a:custGeom>
              <a:avLst/>
              <a:gdLst>
                <a:gd name="connsiteX0" fmla="*/ 167390 w 256853"/>
                <a:gd name="connsiteY0" fmla="*/ 39634 h 276398"/>
                <a:gd name="connsiteX1" fmla="*/ 184392 w 256853"/>
                <a:gd name="connsiteY1" fmla="*/ 49349 h 276398"/>
                <a:gd name="connsiteX2" fmla="*/ 184392 w 256853"/>
                <a:gd name="connsiteY2" fmla="*/ 80520 h 276398"/>
                <a:gd name="connsiteX3" fmla="*/ 243090 w 256853"/>
                <a:gd name="connsiteY3" fmla="*/ 5427 h 276398"/>
                <a:gd name="connsiteX4" fmla="*/ 247745 w 256853"/>
                <a:gd name="connsiteY4" fmla="*/ 1177 h 276398"/>
                <a:gd name="connsiteX5" fmla="*/ 256449 w 256853"/>
                <a:gd name="connsiteY5" fmla="*/ 6237 h 276398"/>
                <a:gd name="connsiteX6" fmla="*/ 256853 w 256853"/>
                <a:gd name="connsiteY6" fmla="*/ 117560 h 276398"/>
                <a:gd name="connsiteX7" fmla="*/ 248150 w 256853"/>
                <a:gd name="connsiteY7" fmla="*/ 132741 h 276398"/>
                <a:gd name="connsiteX8" fmla="*/ 243495 w 256853"/>
                <a:gd name="connsiteY8" fmla="*/ 133955 h 276398"/>
                <a:gd name="connsiteX9" fmla="*/ 184594 w 256853"/>
                <a:gd name="connsiteY9" fmla="*/ 126871 h 276398"/>
                <a:gd name="connsiteX10" fmla="*/ 184594 w 256853"/>
                <a:gd name="connsiteY10" fmla="*/ 158042 h 276398"/>
                <a:gd name="connsiteX11" fmla="*/ 167795 w 256853"/>
                <a:gd name="connsiteY11" fmla="*/ 187188 h 276398"/>
                <a:gd name="connsiteX12" fmla="*/ 17407 w 256853"/>
                <a:gd name="connsiteY12" fmla="*/ 274020 h 276398"/>
                <a:gd name="connsiteX13" fmla="*/ 405 w 256853"/>
                <a:gd name="connsiteY13" fmla="*/ 264305 h 276398"/>
                <a:gd name="connsiteX14" fmla="*/ 0 w 256853"/>
                <a:gd name="connsiteY14" fmla="*/ 155613 h 276398"/>
                <a:gd name="connsiteX15" fmla="*/ 16800 w 256853"/>
                <a:gd name="connsiteY15" fmla="*/ 126466 h 276398"/>
                <a:gd name="connsiteX16" fmla="*/ 167390 w 256853"/>
                <a:gd name="connsiteY16" fmla="*/ 39634 h 27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6853" h="276398">
                  <a:moveTo>
                    <a:pt x="167390" y="39634"/>
                  </a:moveTo>
                  <a:cubicBezTo>
                    <a:pt x="176498" y="34371"/>
                    <a:pt x="184392" y="38420"/>
                    <a:pt x="184392" y="49349"/>
                  </a:cubicBezTo>
                  <a:lnTo>
                    <a:pt x="184392" y="80520"/>
                  </a:lnTo>
                  <a:lnTo>
                    <a:pt x="243090" y="5427"/>
                  </a:lnTo>
                  <a:cubicBezTo>
                    <a:pt x="244507" y="3403"/>
                    <a:pt x="246126" y="2189"/>
                    <a:pt x="247745" y="1177"/>
                  </a:cubicBezTo>
                  <a:cubicBezTo>
                    <a:pt x="252401" y="-1454"/>
                    <a:pt x="256449" y="367"/>
                    <a:pt x="256449" y="6237"/>
                  </a:cubicBezTo>
                  <a:lnTo>
                    <a:pt x="256853" y="117560"/>
                  </a:lnTo>
                  <a:cubicBezTo>
                    <a:pt x="256853" y="123430"/>
                    <a:pt x="252805" y="130110"/>
                    <a:pt x="248150" y="132741"/>
                  </a:cubicBezTo>
                  <a:cubicBezTo>
                    <a:pt x="246531" y="133551"/>
                    <a:pt x="244912" y="134158"/>
                    <a:pt x="243495" y="133955"/>
                  </a:cubicBezTo>
                  <a:lnTo>
                    <a:pt x="184594" y="126871"/>
                  </a:lnTo>
                  <a:lnTo>
                    <a:pt x="184594" y="158042"/>
                  </a:lnTo>
                  <a:cubicBezTo>
                    <a:pt x="184594" y="168972"/>
                    <a:pt x="176903" y="181926"/>
                    <a:pt x="167795" y="187188"/>
                  </a:cubicBezTo>
                  <a:lnTo>
                    <a:pt x="17407" y="274020"/>
                  </a:lnTo>
                  <a:cubicBezTo>
                    <a:pt x="7894" y="279485"/>
                    <a:pt x="405" y="275235"/>
                    <a:pt x="405" y="264305"/>
                  </a:cubicBezTo>
                  <a:lnTo>
                    <a:pt x="0" y="155613"/>
                  </a:lnTo>
                  <a:cubicBezTo>
                    <a:pt x="0" y="144683"/>
                    <a:pt x="7489" y="131931"/>
                    <a:pt x="16800" y="126466"/>
                  </a:cubicBezTo>
                  <a:lnTo>
                    <a:pt x="167390" y="39634"/>
                  </a:ln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C68CDDBF-A5A7-0A9D-F6B3-6E307705D3D2}"/>
                </a:ext>
              </a:extLst>
            </p:cNvPr>
            <p:cNvSpPr/>
            <p:nvPr/>
          </p:nvSpPr>
          <p:spPr>
            <a:xfrm>
              <a:off x="8181713" y="7752107"/>
              <a:ext cx="3502287" cy="1840559"/>
            </a:xfrm>
            <a:custGeom>
              <a:avLst/>
              <a:gdLst>
                <a:gd name="connsiteX0" fmla="*/ 1298386 w 1309593"/>
                <a:gd name="connsiteY0" fmla="*/ 584752 h 688231"/>
                <a:gd name="connsiteX1" fmla="*/ 1130388 w 1309593"/>
                <a:gd name="connsiteY1" fmla="*/ 682311 h 688231"/>
                <a:gd name="connsiteX2" fmla="*/ 1085049 w 1309593"/>
                <a:gd name="connsiteY2" fmla="*/ 682311 h 688231"/>
                <a:gd name="connsiteX3" fmla="*/ 11082 w 1309593"/>
                <a:gd name="connsiteY3" fmla="*/ 62139 h 688231"/>
                <a:gd name="connsiteX4" fmla="*/ 11082 w 1309593"/>
                <a:gd name="connsiteY4" fmla="*/ 23074 h 688231"/>
                <a:gd name="connsiteX5" fmla="*/ 50551 w 1309593"/>
                <a:gd name="connsiteY5" fmla="*/ 0 h 688231"/>
                <a:gd name="connsiteX6" fmla="*/ 69982 w 1309593"/>
                <a:gd name="connsiteY6" fmla="*/ 14371 h 688231"/>
                <a:gd name="connsiteX7" fmla="*/ 1059951 w 1309593"/>
                <a:gd name="connsiteY7" fmla="*/ 586168 h 688231"/>
                <a:gd name="connsiteX8" fmla="*/ 1135651 w 1309593"/>
                <a:gd name="connsiteY8" fmla="*/ 542449 h 688231"/>
                <a:gd name="connsiteX9" fmla="*/ 1136056 w 1309593"/>
                <a:gd name="connsiteY9" fmla="*/ 458450 h 688231"/>
                <a:gd name="connsiteX10" fmla="*/ 1298183 w 1309593"/>
                <a:gd name="connsiteY10" fmla="*/ 545485 h 688231"/>
                <a:gd name="connsiteX11" fmla="*/ 1298386 w 1309593"/>
                <a:gd name="connsiteY11" fmla="*/ 584752 h 68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9593" h="688231">
                  <a:moveTo>
                    <a:pt x="1298386" y="584752"/>
                  </a:moveTo>
                  <a:lnTo>
                    <a:pt x="1130388" y="682311"/>
                  </a:lnTo>
                  <a:cubicBezTo>
                    <a:pt x="1116422" y="690205"/>
                    <a:pt x="1099218" y="690205"/>
                    <a:pt x="1085049" y="682311"/>
                  </a:cubicBezTo>
                  <a:lnTo>
                    <a:pt x="11082" y="62139"/>
                  </a:lnTo>
                  <a:cubicBezTo>
                    <a:pt x="-3694" y="53638"/>
                    <a:pt x="-3694" y="31778"/>
                    <a:pt x="11082" y="23074"/>
                  </a:cubicBezTo>
                  <a:lnTo>
                    <a:pt x="50551" y="0"/>
                  </a:lnTo>
                  <a:cubicBezTo>
                    <a:pt x="56825" y="5465"/>
                    <a:pt x="63505" y="10525"/>
                    <a:pt x="69982" y="14371"/>
                  </a:cubicBezTo>
                  <a:lnTo>
                    <a:pt x="1059951" y="586168"/>
                  </a:lnTo>
                  <a:cubicBezTo>
                    <a:pt x="1101647" y="610053"/>
                    <a:pt x="1135651" y="590824"/>
                    <a:pt x="1135651" y="542449"/>
                  </a:cubicBezTo>
                  <a:lnTo>
                    <a:pt x="1136056" y="458450"/>
                  </a:lnTo>
                  <a:lnTo>
                    <a:pt x="1298183" y="545485"/>
                  </a:lnTo>
                  <a:cubicBezTo>
                    <a:pt x="1313363" y="554391"/>
                    <a:pt x="1313363" y="575846"/>
                    <a:pt x="1298386" y="584752"/>
                  </a:cubicBezTo>
                  <a:close/>
                </a:path>
              </a:pathLst>
            </a:custGeom>
            <a:solidFill>
              <a:srgbClr val="E4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B1F4F4A7-B63F-D743-3C7A-5C9242F97D63}"/>
                </a:ext>
              </a:extLst>
            </p:cNvPr>
            <p:cNvSpPr/>
            <p:nvPr/>
          </p:nvSpPr>
          <p:spPr>
            <a:xfrm>
              <a:off x="8178327" y="3244335"/>
              <a:ext cx="3052941" cy="2421595"/>
            </a:xfrm>
            <a:custGeom>
              <a:avLst/>
              <a:gdLst>
                <a:gd name="connsiteX0" fmla="*/ 1066681 w 1141571"/>
                <a:gd name="connsiteY0" fmla="*/ 581645 h 905495"/>
                <a:gd name="connsiteX1" fmla="*/ 76510 w 1141571"/>
                <a:gd name="connsiteY1" fmla="*/ 10252 h 905495"/>
                <a:gd name="connsiteX2" fmla="*/ 405 w 1141571"/>
                <a:gd name="connsiteY2" fmla="*/ 53567 h 905495"/>
                <a:gd name="connsiteX3" fmla="*/ 0 w 1141571"/>
                <a:gd name="connsiteY3" fmla="*/ 246460 h 905495"/>
                <a:gd name="connsiteX4" fmla="*/ 1141167 w 1141571"/>
                <a:gd name="connsiteY4" fmla="*/ 905495 h 905495"/>
                <a:gd name="connsiteX5" fmla="*/ 1141571 w 1141571"/>
                <a:gd name="connsiteY5" fmla="*/ 712602 h 905495"/>
                <a:gd name="connsiteX6" fmla="*/ 1066681 w 1141571"/>
                <a:gd name="connsiteY6" fmla="*/ 581645 h 905495"/>
                <a:gd name="connsiteX7" fmla="*/ 137839 w 1141571"/>
                <a:gd name="connsiteY7" fmla="*/ 217314 h 905495"/>
                <a:gd name="connsiteX8" fmla="*/ 107478 w 1141571"/>
                <a:gd name="connsiteY8" fmla="*/ 164284 h 905495"/>
                <a:gd name="connsiteX9" fmla="*/ 138244 w 1141571"/>
                <a:gd name="connsiteY9" fmla="*/ 147079 h 905495"/>
                <a:gd name="connsiteX10" fmla="*/ 168807 w 1141571"/>
                <a:gd name="connsiteY10" fmla="*/ 199705 h 905495"/>
                <a:gd name="connsiteX11" fmla="*/ 137839 w 1141571"/>
                <a:gd name="connsiteY11" fmla="*/ 217314 h 905495"/>
                <a:gd name="connsiteX12" fmla="*/ 259080 w 1141571"/>
                <a:gd name="connsiteY12" fmla="*/ 287144 h 905495"/>
                <a:gd name="connsiteX13" fmla="*/ 228517 w 1141571"/>
                <a:gd name="connsiteY13" fmla="*/ 234114 h 905495"/>
                <a:gd name="connsiteX14" fmla="*/ 259080 w 1141571"/>
                <a:gd name="connsiteY14" fmla="*/ 216504 h 905495"/>
                <a:gd name="connsiteX15" fmla="*/ 289846 w 1141571"/>
                <a:gd name="connsiteY15" fmla="*/ 269535 h 905495"/>
                <a:gd name="connsiteX16" fmla="*/ 259080 w 1141571"/>
                <a:gd name="connsiteY16" fmla="*/ 287144 h 905495"/>
                <a:gd name="connsiteX17" fmla="*/ 379714 w 1141571"/>
                <a:gd name="connsiteY17" fmla="*/ 356772 h 905495"/>
                <a:gd name="connsiteX18" fmla="*/ 349353 w 1141571"/>
                <a:gd name="connsiteY18" fmla="*/ 304146 h 905495"/>
                <a:gd name="connsiteX19" fmla="*/ 380119 w 1141571"/>
                <a:gd name="connsiteY19" fmla="*/ 286537 h 905495"/>
                <a:gd name="connsiteX20" fmla="*/ 410683 w 1141571"/>
                <a:gd name="connsiteY20" fmla="*/ 339163 h 905495"/>
                <a:gd name="connsiteX21" fmla="*/ 379714 w 1141571"/>
                <a:gd name="connsiteY21" fmla="*/ 356772 h 90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41571" h="905495">
                  <a:moveTo>
                    <a:pt x="1066681" y="581645"/>
                  </a:moveTo>
                  <a:lnTo>
                    <a:pt x="76510" y="10252"/>
                  </a:lnTo>
                  <a:cubicBezTo>
                    <a:pt x="34409" y="-13632"/>
                    <a:pt x="405" y="5597"/>
                    <a:pt x="405" y="53567"/>
                  </a:cubicBezTo>
                  <a:lnTo>
                    <a:pt x="0" y="246460"/>
                  </a:lnTo>
                  <a:lnTo>
                    <a:pt x="1141167" y="905495"/>
                  </a:lnTo>
                  <a:lnTo>
                    <a:pt x="1141571" y="712602"/>
                  </a:lnTo>
                  <a:cubicBezTo>
                    <a:pt x="1141571" y="664834"/>
                    <a:pt x="1107972" y="606339"/>
                    <a:pt x="1066681" y="581645"/>
                  </a:cubicBezTo>
                  <a:close/>
                  <a:moveTo>
                    <a:pt x="137839" y="217314"/>
                  </a:moveTo>
                  <a:cubicBezTo>
                    <a:pt x="121039" y="207598"/>
                    <a:pt x="107478" y="183715"/>
                    <a:pt x="107478" y="164284"/>
                  </a:cubicBezTo>
                  <a:cubicBezTo>
                    <a:pt x="107478" y="145055"/>
                    <a:pt x="121444" y="137364"/>
                    <a:pt x="138244" y="147079"/>
                  </a:cubicBezTo>
                  <a:cubicBezTo>
                    <a:pt x="155043" y="156795"/>
                    <a:pt x="168807" y="180274"/>
                    <a:pt x="168807" y="199705"/>
                  </a:cubicBezTo>
                  <a:cubicBezTo>
                    <a:pt x="168807" y="219338"/>
                    <a:pt x="155043" y="227029"/>
                    <a:pt x="137839" y="217314"/>
                  </a:cubicBezTo>
                  <a:close/>
                  <a:moveTo>
                    <a:pt x="259080" y="287144"/>
                  </a:moveTo>
                  <a:cubicBezTo>
                    <a:pt x="242280" y="277429"/>
                    <a:pt x="228517" y="253545"/>
                    <a:pt x="228517" y="234114"/>
                  </a:cubicBezTo>
                  <a:cubicBezTo>
                    <a:pt x="228517" y="214683"/>
                    <a:pt x="242280" y="206789"/>
                    <a:pt x="259080" y="216504"/>
                  </a:cubicBezTo>
                  <a:cubicBezTo>
                    <a:pt x="276285" y="226220"/>
                    <a:pt x="289846" y="250104"/>
                    <a:pt x="289846" y="269535"/>
                  </a:cubicBezTo>
                  <a:cubicBezTo>
                    <a:pt x="289846" y="289168"/>
                    <a:pt x="275677" y="297062"/>
                    <a:pt x="259080" y="287144"/>
                  </a:cubicBezTo>
                  <a:close/>
                  <a:moveTo>
                    <a:pt x="379714" y="356772"/>
                  </a:moveTo>
                  <a:cubicBezTo>
                    <a:pt x="362915" y="347056"/>
                    <a:pt x="349353" y="323577"/>
                    <a:pt x="349353" y="304146"/>
                  </a:cubicBezTo>
                  <a:cubicBezTo>
                    <a:pt x="349353" y="284715"/>
                    <a:pt x="363117" y="276821"/>
                    <a:pt x="380119" y="286537"/>
                  </a:cubicBezTo>
                  <a:cubicBezTo>
                    <a:pt x="396919" y="296252"/>
                    <a:pt x="410683" y="320136"/>
                    <a:pt x="410683" y="339163"/>
                  </a:cubicBezTo>
                  <a:cubicBezTo>
                    <a:pt x="410480" y="358594"/>
                    <a:pt x="396919" y="366487"/>
                    <a:pt x="379714" y="356772"/>
                  </a:cubicBezTo>
                  <a:close/>
                </a:path>
              </a:pathLst>
            </a:custGeom>
            <a:solidFill>
              <a:srgbClr val="C9CEE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AE8567BF-2994-33AB-2D90-5BFE50180883}"/>
                </a:ext>
              </a:extLst>
            </p:cNvPr>
            <p:cNvSpPr/>
            <p:nvPr/>
          </p:nvSpPr>
          <p:spPr>
            <a:xfrm>
              <a:off x="9532665" y="5454617"/>
              <a:ext cx="447657" cy="575150"/>
            </a:xfrm>
            <a:custGeom>
              <a:avLst/>
              <a:gdLst>
                <a:gd name="connsiteX0" fmla="*/ 83999 w 167390"/>
                <a:gd name="connsiteY0" fmla="*/ 11412 h 215063"/>
                <a:gd name="connsiteX1" fmla="*/ 167390 w 167390"/>
                <a:gd name="connsiteY1" fmla="*/ 155728 h 215063"/>
                <a:gd name="connsiteX2" fmla="*/ 83594 w 167390"/>
                <a:gd name="connsiteY2" fmla="*/ 203698 h 215063"/>
                <a:gd name="connsiteX3" fmla="*/ 0 w 167390"/>
                <a:gd name="connsiteY3" fmla="*/ 58977 h 215063"/>
                <a:gd name="connsiteX4" fmla="*/ 83999 w 167390"/>
                <a:gd name="connsiteY4" fmla="*/ 11412 h 215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390" h="215063">
                  <a:moveTo>
                    <a:pt x="83999" y="11412"/>
                  </a:moveTo>
                  <a:cubicBezTo>
                    <a:pt x="129945" y="37927"/>
                    <a:pt x="167390" y="102697"/>
                    <a:pt x="167390" y="155728"/>
                  </a:cubicBezTo>
                  <a:cubicBezTo>
                    <a:pt x="167188" y="208758"/>
                    <a:pt x="129540" y="230213"/>
                    <a:pt x="83594" y="203698"/>
                  </a:cubicBezTo>
                  <a:cubicBezTo>
                    <a:pt x="37445" y="176980"/>
                    <a:pt x="0" y="112210"/>
                    <a:pt x="0" y="58977"/>
                  </a:cubicBezTo>
                  <a:cubicBezTo>
                    <a:pt x="203" y="6149"/>
                    <a:pt x="37850" y="-15103"/>
                    <a:pt x="83999" y="11412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84404EB-A7BC-0671-3DC3-E3D8B9194E97}"/>
                </a:ext>
              </a:extLst>
            </p:cNvPr>
            <p:cNvSpPr/>
            <p:nvPr/>
          </p:nvSpPr>
          <p:spPr>
            <a:xfrm>
              <a:off x="9294492" y="6055425"/>
              <a:ext cx="920211" cy="756649"/>
            </a:xfrm>
            <a:custGeom>
              <a:avLst/>
              <a:gdLst>
                <a:gd name="connsiteX0" fmla="*/ 172451 w 344090"/>
                <a:gd name="connsiteY0" fmla="*/ 25999 h 282930"/>
                <a:gd name="connsiteX1" fmla="*/ 344091 w 344090"/>
                <a:gd name="connsiteY1" fmla="*/ 252289 h 282930"/>
                <a:gd name="connsiteX2" fmla="*/ 171843 w 344090"/>
                <a:gd name="connsiteY2" fmla="*/ 253706 h 282930"/>
                <a:gd name="connsiteX3" fmla="*/ 0 w 344090"/>
                <a:gd name="connsiteY3" fmla="*/ 53323 h 282930"/>
                <a:gd name="connsiteX4" fmla="*/ 172451 w 344090"/>
                <a:gd name="connsiteY4" fmla="*/ 25999 h 282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090" h="282930">
                  <a:moveTo>
                    <a:pt x="172451" y="25999"/>
                  </a:moveTo>
                  <a:cubicBezTo>
                    <a:pt x="248960" y="70123"/>
                    <a:pt x="314540" y="160194"/>
                    <a:pt x="344091" y="252289"/>
                  </a:cubicBezTo>
                  <a:cubicBezTo>
                    <a:pt x="305229" y="291151"/>
                    <a:pt x="242483" y="294592"/>
                    <a:pt x="171843" y="253706"/>
                  </a:cubicBezTo>
                  <a:cubicBezTo>
                    <a:pt x="101001" y="212820"/>
                    <a:pt x="38255" y="136715"/>
                    <a:pt x="0" y="53323"/>
                  </a:cubicBezTo>
                  <a:cubicBezTo>
                    <a:pt x="29956" y="-4160"/>
                    <a:pt x="96143" y="-18126"/>
                    <a:pt x="172451" y="25999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A339A7E4-472F-2325-1F68-C14E08CC4AB8}"/>
                </a:ext>
              </a:extLst>
            </p:cNvPr>
            <p:cNvSpPr/>
            <p:nvPr/>
          </p:nvSpPr>
          <p:spPr>
            <a:xfrm>
              <a:off x="9400042" y="7187309"/>
              <a:ext cx="1496161" cy="1604509"/>
            </a:xfrm>
            <a:custGeom>
              <a:avLst/>
              <a:gdLst>
                <a:gd name="connsiteX0" fmla="*/ 57890 w 559452"/>
                <a:gd name="connsiteY0" fmla="*/ 7774 h 599966"/>
                <a:gd name="connsiteX1" fmla="*/ 1013 w 559452"/>
                <a:gd name="connsiteY1" fmla="*/ 39754 h 599966"/>
                <a:gd name="connsiteX2" fmla="*/ 1 w 559452"/>
                <a:gd name="connsiteY2" fmla="*/ 237505 h 599966"/>
                <a:gd name="connsiteX3" fmla="*/ 56473 w 559452"/>
                <a:gd name="connsiteY3" fmla="*/ 335065 h 599966"/>
                <a:gd name="connsiteX4" fmla="*/ 501969 w 559452"/>
                <a:gd name="connsiteY4" fmla="*/ 592323 h 599966"/>
                <a:gd name="connsiteX5" fmla="*/ 558440 w 559452"/>
                <a:gd name="connsiteY5" fmla="*/ 560141 h 599966"/>
                <a:gd name="connsiteX6" fmla="*/ 559452 w 559452"/>
                <a:gd name="connsiteY6" fmla="*/ 362390 h 599966"/>
                <a:gd name="connsiteX7" fmla="*/ 503183 w 559452"/>
                <a:gd name="connsiteY7" fmla="*/ 265032 h 599966"/>
                <a:gd name="connsiteX8" fmla="*/ 57890 w 559452"/>
                <a:gd name="connsiteY8" fmla="*/ 7774 h 59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9452" h="599966">
                  <a:moveTo>
                    <a:pt x="57890" y="7774"/>
                  </a:moveTo>
                  <a:cubicBezTo>
                    <a:pt x="26517" y="-10240"/>
                    <a:pt x="1216" y="4130"/>
                    <a:pt x="1013" y="39754"/>
                  </a:cubicBezTo>
                  <a:lnTo>
                    <a:pt x="1" y="237505"/>
                  </a:lnTo>
                  <a:cubicBezTo>
                    <a:pt x="-201" y="273128"/>
                    <a:pt x="25100" y="316848"/>
                    <a:pt x="56473" y="335065"/>
                  </a:cubicBezTo>
                  <a:lnTo>
                    <a:pt x="501969" y="592323"/>
                  </a:lnTo>
                  <a:cubicBezTo>
                    <a:pt x="532937" y="610135"/>
                    <a:pt x="558440" y="595764"/>
                    <a:pt x="558440" y="560141"/>
                  </a:cubicBezTo>
                  <a:lnTo>
                    <a:pt x="559452" y="362390"/>
                  </a:lnTo>
                  <a:cubicBezTo>
                    <a:pt x="559452" y="326766"/>
                    <a:pt x="534354" y="283046"/>
                    <a:pt x="503183" y="265032"/>
                  </a:cubicBezTo>
                  <a:lnTo>
                    <a:pt x="57890" y="7774"/>
                  </a:lnTo>
                  <a:close/>
                </a:path>
              </a:pathLst>
            </a:custGeom>
            <a:solidFill>
              <a:srgbClr val="E3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68335B0F-A818-C021-FD4C-E1B8941E3E9E}"/>
                </a:ext>
              </a:extLst>
            </p:cNvPr>
            <p:cNvSpPr/>
            <p:nvPr/>
          </p:nvSpPr>
          <p:spPr>
            <a:xfrm>
              <a:off x="8503109" y="6984852"/>
              <a:ext cx="632239" cy="680532"/>
            </a:xfrm>
            <a:custGeom>
              <a:avLst/>
              <a:gdLst>
                <a:gd name="connsiteX0" fmla="*/ 82177 w 236410"/>
                <a:gd name="connsiteY0" fmla="*/ 36317 h 254468"/>
                <a:gd name="connsiteX1" fmla="*/ 66592 w 236410"/>
                <a:gd name="connsiteY1" fmla="*/ 45223 h 254468"/>
                <a:gd name="connsiteX2" fmla="*/ 66592 w 236410"/>
                <a:gd name="connsiteY2" fmla="*/ 73965 h 254468"/>
                <a:gd name="connsiteX3" fmla="*/ 12549 w 236410"/>
                <a:gd name="connsiteY3" fmla="*/ 4944 h 254468"/>
                <a:gd name="connsiteX4" fmla="*/ 8299 w 236410"/>
                <a:gd name="connsiteY4" fmla="*/ 1099 h 254468"/>
                <a:gd name="connsiteX5" fmla="*/ 203 w 236410"/>
                <a:gd name="connsiteY5" fmla="*/ 5754 h 254468"/>
                <a:gd name="connsiteX6" fmla="*/ 0 w 236410"/>
                <a:gd name="connsiteY6" fmla="*/ 108171 h 254468"/>
                <a:gd name="connsiteX7" fmla="*/ 8096 w 236410"/>
                <a:gd name="connsiteY7" fmla="*/ 122137 h 254468"/>
                <a:gd name="connsiteX8" fmla="*/ 12347 w 236410"/>
                <a:gd name="connsiteY8" fmla="*/ 123149 h 254468"/>
                <a:gd name="connsiteX9" fmla="*/ 66592 w 236410"/>
                <a:gd name="connsiteY9" fmla="*/ 116672 h 254468"/>
                <a:gd name="connsiteX10" fmla="*/ 66592 w 236410"/>
                <a:gd name="connsiteY10" fmla="*/ 145414 h 254468"/>
                <a:gd name="connsiteX11" fmla="*/ 82177 w 236410"/>
                <a:gd name="connsiteY11" fmla="*/ 172334 h 254468"/>
                <a:gd name="connsiteX12" fmla="*/ 220623 w 236410"/>
                <a:gd name="connsiteY12" fmla="*/ 252285 h 254468"/>
                <a:gd name="connsiteX13" fmla="*/ 236208 w 236410"/>
                <a:gd name="connsiteY13" fmla="*/ 243379 h 254468"/>
                <a:gd name="connsiteX14" fmla="*/ 236411 w 236410"/>
                <a:gd name="connsiteY14" fmla="*/ 143390 h 254468"/>
                <a:gd name="connsiteX15" fmla="*/ 220825 w 236410"/>
                <a:gd name="connsiteY15" fmla="*/ 116470 h 254468"/>
                <a:gd name="connsiteX16" fmla="*/ 82177 w 236410"/>
                <a:gd name="connsiteY16" fmla="*/ 36317 h 254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410" h="254468">
                  <a:moveTo>
                    <a:pt x="82177" y="36317"/>
                  </a:moveTo>
                  <a:cubicBezTo>
                    <a:pt x="73676" y="31459"/>
                    <a:pt x="66592" y="35305"/>
                    <a:pt x="66592" y="45223"/>
                  </a:cubicBezTo>
                  <a:lnTo>
                    <a:pt x="66592" y="73965"/>
                  </a:lnTo>
                  <a:lnTo>
                    <a:pt x="12549" y="4944"/>
                  </a:lnTo>
                  <a:cubicBezTo>
                    <a:pt x="11132" y="3123"/>
                    <a:pt x="9716" y="1908"/>
                    <a:pt x="8299" y="1099"/>
                  </a:cubicBezTo>
                  <a:cubicBezTo>
                    <a:pt x="4048" y="-1330"/>
                    <a:pt x="203" y="289"/>
                    <a:pt x="203" y="5754"/>
                  </a:cubicBezTo>
                  <a:lnTo>
                    <a:pt x="0" y="108171"/>
                  </a:lnTo>
                  <a:cubicBezTo>
                    <a:pt x="0" y="113636"/>
                    <a:pt x="3846" y="119709"/>
                    <a:pt x="8096" y="122137"/>
                  </a:cubicBezTo>
                  <a:cubicBezTo>
                    <a:pt x="9513" y="122947"/>
                    <a:pt x="10930" y="123352"/>
                    <a:pt x="12347" y="123149"/>
                  </a:cubicBezTo>
                  <a:lnTo>
                    <a:pt x="66592" y="116672"/>
                  </a:lnTo>
                  <a:lnTo>
                    <a:pt x="66592" y="145414"/>
                  </a:lnTo>
                  <a:cubicBezTo>
                    <a:pt x="66592" y="155332"/>
                    <a:pt x="73676" y="167477"/>
                    <a:pt x="82177" y="172334"/>
                  </a:cubicBezTo>
                  <a:lnTo>
                    <a:pt x="220623" y="252285"/>
                  </a:lnTo>
                  <a:cubicBezTo>
                    <a:pt x="229326" y="257345"/>
                    <a:pt x="236208" y="253297"/>
                    <a:pt x="236208" y="243379"/>
                  </a:cubicBezTo>
                  <a:lnTo>
                    <a:pt x="236411" y="143390"/>
                  </a:lnTo>
                  <a:cubicBezTo>
                    <a:pt x="236411" y="133472"/>
                    <a:pt x="229529" y="121530"/>
                    <a:pt x="220825" y="116470"/>
                  </a:cubicBezTo>
                  <a:lnTo>
                    <a:pt x="82177" y="36317"/>
                  </a:lnTo>
                  <a:close/>
                </a:path>
              </a:pathLst>
            </a:custGeom>
            <a:solidFill>
              <a:srgbClr val="C9CEE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B1E11438-D34B-F83A-A2E3-1D0B0FBA99C7}"/>
                </a:ext>
              </a:extLst>
            </p:cNvPr>
            <p:cNvSpPr/>
            <p:nvPr/>
          </p:nvSpPr>
          <p:spPr>
            <a:xfrm>
              <a:off x="10424748" y="8045152"/>
              <a:ext cx="299429" cy="381587"/>
            </a:xfrm>
            <a:custGeom>
              <a:avLst/>
              <a:gdLst>
                <a:gd name="connsiteX0" fmla="*/ 56262 w 111964"/>
                <a:gd name="connsiteY0" fmla="*/ 532 h 142685"/>
                <a:gd name="connsiteX1" fmla="*/ 59501 w 111964"/>
                <a:gd name="connsiteY1" fmla="*/ 4782 h 142685"/>
                <a:gd name="connsiteX2" fmla="*/ 73871 w 111964"/>
                <a:gd name="connsiteY2" fmla="*/ 47085 h 142685"/>
                <a:gd name="connsiteX3" fmla="*/ 76503 w 111964"/>
                <a:gd name="connsiteY3" fmla="*/ 50728 h 142685"/>
                <a:gd name="connsiteX4" fmla="*/ 108888 w 111964"/>
                <a:gd name="connsiteY4" fmla="*/ 74815 h 142685"/>
                <a:gd name="connsiteX5" fmla="*/ 110912 w 111964"/>
                <a:gd name="connsiteY5" fmla="*/ 83113 h 142685"/>
                <a:gd name="connsiteX6" fmla="*/ 87230 w 111964"/>
                <a:gd name="connsiteY6" fmla="*/ 95865 h 142685"/>
                <a:gd name="connsiteX7" fmla="*/ 86218 w 111964"/>
                <a:gd name="connsiteY7" fmla="*/ 99104 h 142685"/>
                <a:gd name="connsiteX8" fmla="*/ 91683 w 111964"/>
                <a:gd name="connsiteY8" fmla="*/ 139383 h 142685"/>
                <a:gd name="connsiteX9" fmla="*/ 88242 w 111964"/>
                <a:gd name="connsiteY9" fmla="*/ 142216 h 142685"/>
                <a:gd name="connsiteX10" fmla="*/ 86623 w 111964"/>
                <a:gd name="connsiteY10" fmla="*/ 140799 h 142685"/>
                <a:gd name="connsiteX11" fmla="*/ 57679 w 111964"/>
                <a:gd name="connsiteY11" fmla="*/ 106593 h 142685"/>
                <a:gd name="connsiteX12" fmla="*/ 54441 w 111964"/>
                <a:gd name="connsiteY12" fmla="*/ 104771 h 142685"/>
                <a:gd name="connsiteX13" fmla="*/ 25294 w 111964"/>
                <a:gd name="connsiteY13" fmla="*/ 105378 h 142685"/>
                <a:gd name="connsiteX14" fmla="*/ 23472 w 111964"/>
                <a:gd name="connsiteY14" fmla="*/ 104973 h 142685"/>
                <a:gd name="connsiteX15" fmla="*/ 20032 w 111964"/>
                <a:gd name="connsiteY15" fmla="*/ 98294 h 142685"/>
                <a:gd name="connsiteX16" fmla="*/ 25496 w 111964"/>
                <a:gd name="connsiteY16" fmla="*/ 64290 h 142685"/>
                <a:gd name="connsiteX17" fmla="*/ 24484 w 111964"/>
                <a:gd name="connsiteY17" fmla="*/ 59837 h 142685"/>
                <a:gd name="connsiteX18" fmla="*/ 1005 w 111964"/>
                <a:gd name="connsiteY18" fmla="*/ 19963 h 142685"/>
                <a:gd name="connsiteX19" fmla="*/ 3029 w 111964"/>
                <a:gd name="connsiteY19" fmla="*/ 14093 h 142685"/>
                <a:gd name="connsiteX20" fmla="*/ 35617 w 111964"/>
                <a:gd name="connsiteY20" fmla="*/ 27452 h 142685"/>
                <a:gd name="connsiteX21" fmla="*/ 38248 w 111964"/>
                <a:gd name="connsiteY21" fmla="*/ 26845 h 142685"/>
                <a:gd name="connsiteX22" fmla="*/ 52821 w 111964"/>
                <a:gd name="connsiteY22" fmla="*/ 1341 h 142685"/>
                <a:gd name="connsiteX23" fmla="*/ 56262 w 111964"/>
                <a:gd name="connsiteY23" fmla="*/ 532 h 14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1964" h="142685">
                  <a:moveTo>
                    <a:pt x="56262" y="532"/>
                  </a:moveTo>
                  <a:cubicBezTo>
                    <a:pt x="57477" y="1341"/>
                    <a:pt x="58893" y="2758"/>
                    <a:pt x="59501" y="4782"/>
                  </a:cubicBezTo>
                  <a:lnTo>
                    <a:pt x="73871" y="47085"/>
                  </a:lnTo>
                  <a:lnTo>
                    <a:pt x="76503" y="50728"/>
                  </a:lnTo>
                  <a:lnTo>
                    <a:pt x="108888" y="74815"/>
                  </a:lnTo>
                  <a:cubicBezTo>
                    <a:pt x="111924" y="77041"/>
                    <a:pt x="112936" y="81899"/>
                    <a:pt x="110912" y="83113"/>
                  </a:cubicBezTo>
                  <a:lnTo>
                    <a:pt x="87230" y="95865"/>
                  </a:lnTo>
                  <a:lnTo>
                    <a:pt x="86218" y="99104"/>
                  </a:lnTo>
                  <a:lnTo>
                    <a:pt x="91683" y="139383"/>
                  </a:lnTo>
                  <a:cubicBezTo>
                    <a:pt x="92088" y="142216"/>
                    <a:pt x="90266" y="143431"/>
                    <a:pt x="88242" y="142216"/>
                  </a:cubicBezTo>
                  <a:cubicBezTo>
                    <a:pt x="87635" y="141811"/>
                    <a:pt x="87028" y="141407"/>
                    <a:pt x="86623" y="140799"/>
                  </a:cubicBezTo>
                  <a:lnTo>
                    <a:pt x="57679" y="106593"/>
                  </a:lnTo>
                  <a:lnTo>
                    <a:pt x="54441" y="104771"/>
                  </a:lnTo>
                  <a:lnTo>
                    <a:pt x="25294" y="105378"/>
                  </a:lnTo>
                  <a:cubicBezTo>
                    <a:pt x="24686" y="105378"/>
                    <a:pt x="24080" y="105176"/>
                    <a:pt x="23472" y="104973"/>
                  </a:cubicBezTo>
                  <a:cubicBezTo>
                    <a:pt x="21448" y="103759"/>
                    <a:pt x="19626" y="100520"/>
                    <a:pt x="20032" y="98294"/>
                  </a:cubicBezTo>
                  <a:lnTo>
                    <a:pt x="25496" y="64290"/>
                  </a:lnTo>
                  <a:lnTo>
                    <a:pt x="24484" y="59837"/>
                  </a:lnTo>
                  <a:lnTo>
                    <a:pt x="1005" y="19963"/>
                  </a:lnTo>
                  <a:cubicBezTo>
                    <a:pt x="-1019" y="16522"/>
                    <a:pt x="196" y="12879"/>
                    <a:pt x="3029" y="14093"/>
                  </a:cubicBezTo>
                  <a:lnTo>
                    <a:pt x="35617" y="27452"/>
                  </a:lnTo>
                  <a:lnTo>
                    <a:pt x="38248" y="26845"/>
                  </a:lnTo>
                  <a:lnTo>
                    <a:pt x="52821" y="1341"/>
                  </a:lnTo>
                  <a:cubicBezTo>
                    <a:pt x="53631" y="-278"/>
                    <a:pt x="54845" y="-278"/>
                    <a:pt x="56262" y="53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4850663A-70BC-D88D-1E33-E057E60551CE}"/>
                </a:ext>
              </a:extLst>
            </p:cNvPr>
            <p:cNvSpPr/>
            <p:nvPr/>
          </p:nvSpPr>
          <p:spPr>
            <a:xfrm>
              <a:off x="9998202" y="7799018"/>
              <a:ext cx="299429" cy="381429"/>
            </a:xfrm>
            <a:custGeom>
              <a:avLst/>
              <a:gdLst>
                <a:gd name="connsiteX0" fmla="*/ 56262 w 111964"/>
                <a:gd name="connsiteY0" fmla="*/ 473 h 142626"/>
                <a:gd name="connsiteX1" fmla="*/ 59501 w 111964"/>
                <a:gd name="connsiteY1" fmla="*/ 4724 h 142626"/>
                <a:gd name="connsiteX2" fmla="*/ 73871 w 111964"/>
                <a:gd name="connsiteY2" fmla="*/ 47027 h 142626"/>
                <a:gd name="connsiteX3" fmla="*/ 76503 w 111964"/>
                <a:gd name="connsiteY3" fmla="*/ 50670 h 142626"/>
                <a:gd name="connsiteX4" fmla="*/ 108888 w 111964"/>
                <a:gd name="connsiteY4" fmla="*/ 74757 h 142626"/>
                <a:gd name="connsiteX5" fmla="*/ 110912 w 111964"/>
                <a:gd name="connsiteY5" fmla="*/ 83055 h 142626"/>
                <a:gd name="connsiteX6" fmla="*/ 87230 w 111964"/>
                <a:gd name="connsiteY6" fmla="*/ 95807 h 142626"/>
                <a:gd name="connsiteX7" fmla="*/ 86218 w 111964"/>
                <a:gd name="connsiteY7" fmla="*/ 99045 h 142626"/>
                <a:gd name="connsiteX8" fmla="*/ 91683 w 111964"/>
                <a:gd name="connsiteY8" fmla="*/ 139324 h 142626"/>
                <a:gd name="connsiteX9" fmla="*/ 88242 w 111964"/>
                <a:gd name="connsiteY9" fmla="*/ 142158 h 142626"/>
                <a:gd name="connsiteX10" fmla="*/ 86623 w 111964"/>
                <a:gd name="connsiteY10" fmla="*/ 140741 h 142626"/>
                <a:gd name="connsiteX11" fmla="*/ 57679 w 111964"/>
                <a:gd name="connsiteY11" fmla="*/ 106534 h 142626"/>
                <a:gd name="connsiteX12" fmla="*/ 54441 w 111964"/>
                <a:gd name="connsiteY12" fmla="*/ 104713 h 142626"/>
                <a:gd name="connsiteX13" fmla="*/ 25294 w 111964"/>
                <a:gd name="connsiteY13" fmla="*/ 105320 h 142626"/>
                <a:gd name="connsiteX14" fmla="*/ 23472 w 111964"/>
                <a:gd name="connsiteY14" fmla="*/ 104915 h 142626"/>
                <a:gd name="connsiteX15" fmla="*/ 20032 w 111964"/>
                <a:gd name="connsiteY15" fmla="*/ 98236 h 142626"/>
                <a:gd name="connsiteX16" fmla="*/ 25496 w 111964"/>
                <a:gd name="connsiteY16" fmla="*/ 64231 h 142626"/>
                <a:gd name="connsiteX17" fmla="*/ 24484 w 111964"/>
                <a:gd name="connsiteY17" fmla="*/ 59779 h 142626"/>
                <a:gd name="connsiteX18" fmla="*/ 1005 w 111964"/>
                <a:gd name="connsiteY18" fmla="*/ 19905 h 142626"/>
                <a:gd name="connsiteX19" fmla="*/ 3029 w 111964"/>
                <a:gd name="connsiteY19" fmla="*/ 14035 h 142626"/>
                <a:gd name="connsiteX20" fmla="*/ 35617 w 111964"/>
                <a:gd name="connsiteY20" fmla="*/ 27394 h 142626"/>
                <a:gd name="connsiteX21" fmla="*/ 38248 w 111964"/>
                <a:gd name="connsiteY21" fmla="*/ 26786 h 142626"/>
                <a:gd name="connsiteX22" fmla="*/ 52821 w 111964"/>
                <a:gd name="connsiteY22" fmla="*/ 1283 h 142626"/>
                <a:gd name="connsiteX23" fmla="*/ 56262 w 111964"/>
                <a:gd name="connsiteY23" fmla="*/ 473 h 142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1964" h="142626">
                  <a:moveTo>
                    <a:pt x="56262" y="473"/>
                  </a:moveTo>
                  <a:cubicBezTo>
                    <a:pt x="57477" y="1283"/>
                    <a:pt x="58893" y="2700"/>
                    <a:pt x="59501" y="4724"/>
                  </a:cubicBezTo>
                  <a:lnTo>
                    <a:pt x="73871" y="47027"/>
                  </a:lnTo>
                  <a:lnTo>
                    <a:pt x="76503" y="50670"/>
                  </a:lnTo>
                  <a:lnTo>
                    <a:pt x="108888" y="74757"/>
                  </a:lnTo>
                  <a:cubicBezTo>
                    <a:pt x="111924" y="76983"/>
                    <a:pt x="112936" y="81841"/>
                    <a:pt x="110912" y="83055"/>
                  </a:cubicBezTo>
                  <a:lnTo>
                    <a:pt x="87230" y="95807"/>
                  </a:lnTo>
                  <a:lnTo>
                    <a:pt x="86218" y="99045"/>
                  </a:lnTo>
                  <a:lnTo>
                    <a:pt x="91683" y="139324"/>
                  </a:lnTo>
                  <a:cubicBezTo>
                    <a:pt x="92088" y="142158"/>
                    <a:pt x="90266" y="143372"/>
                    <a:pt x="88242" y="142158"/>
                  </a:cubicBezTo>
                  <a:cubicBezTo>
                    <a:pt x="87635" y="141753"/>
                    <a:pt x="87028" y="141348"/>
                    <a:pt x="86623" y="140741"/>
                  </a:cubicBezTo>
                  <a:lnTo>
                    <a:pt x="57679" y="106534"/>
                  </a:lnTo>
                  <a:lnTo>
                    <a:pt x="54441" y="104713"/>
                  </a:lnTo>
                  <a:lnTo>
                    <a:pt x="25294" y="105320"/>
                  </a:lnTo>
                  <a:cubicBezTo>
                    <a:pt x="24687" y="105320"/>
                    <a:pt x="24080" y="105118"/>
                    <a:pt x="23472" y="104915"/>
                  </a:cubicBezTo>
                  <a:cubicBezTo>
                    <a:pt x="21448" y="103701"/>
                    <a:pt x="19627" y="100462"/>
                    <a:pt x="20032" y="98236"/>
                  </a:cubicBezTo>
                  <a:lnTo>
                    <a:pt x="25496" y="64231"/>
                  </a:lnTo>
                  <a:lnTo>
                    <a:pt x="24484" y="59779"/>
                  </a:lnTo>
                  <a:lnTo>
                    <a:pt x="1005" y="19905"/>
                  </a:lnTo>
                  <a:cubicBezTo>
                    <a:pt x="-1019" y="16464"/>
                    <a:pt x="196" y="12820"/>
                    <a:pt x="3029" y="14035"/>
                  </a:cubicBezTo>
                  <a:lnTo>
                    <a:pt x="35617" y="27394"/>
                  </a:lnTo>
                  <a:lnTo>
                    <a:pt x="38248" y="26786"/>
                  </a:lnTo>
                  <a:lnTo>
                    <a:pt x="52821" y="1283"/>
                  </a:lnTo>
                  <a:cubicBezTo>
                    <a:pt x="53833" y="-134"/>
                    <a:pt x="55048" y="-336"/>
                    <a:pt x="56262" y="47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393D3C2D-9E8B-E1DB-BFAF-5B07DE5FE464}"/>
                </a:ext>
              </a:extLst>
            </p:cNvPr>
            <p:cNvSpPr/>
            <p:nvPr/>
          </p:nvSpPr>
          <p:spPr>
            <a:xfrm>
              <a:off x="9572197" y="7553110"/>
              <a:ext cx="299429" cy="381587"/>
            </a:xfrm>
            <a:custGeom>
              <a:avLst/>
              <a:gdLst>
                <a:gd name="connsiteX0" fmla="*/ 56262 w 111964"/>
                <a:gd name="connsiteY0" fmla="*/ 532 h 142685"/>
                <a:gd name="connsiteX1" fmla="*/ 59501 w 111964"/>
                <a:gd name="connsiteY1" fmla="*/ 4782 h 142685"/>
                <a:gd name="connsiteX2" fmla="*/ 73871 w 111964"/>
                <a:gd name="connsiteY2" fmla="*/ 47085 h 142685"/>
                <a:gd name="connsiteX3" fmla="*/ 76503 w 111964"/>
                <a:gd name="connsiteY3" fmla="*/ 50729 h 142685"/>
                <a:gd name="connsiteX4" fmla="*/ 108888 w 111964"/>
                <a:gd name="connsiteY4" fmla="*/ 74815 h 142685"/>
                <a:gd name="connsiteX5" fmla="*/ 110912 w 111964"/>
                <a:gd name="connsiteY5" fmla="*/ 83114 h 142685"/>
                <a:gd name="connsiteX6" fmla="*/ 87230 w 111964"/>
                <a:gd name="connsiteY6" fmla="*/ 95865 h 142685"/>
                <a:gd name="connsiteX7" fmla="*/ 86218 w 111964"/>
                <a:gd name="connsiteY7" fmla="*/ 99104 h 142685"/>
                <a:gd name="connsiteX8" fmla="*/ 91683 w 111964"/>
                <a:gd name="connsiteY8" fmla="*/ 139382 h 142685"/>
                <a:gd name="connsiteX9" fmla="*/ 88242 w 111964"/>
                <a:gd name="connsiteY9" fmla="*/ 142216 h 142685"/>
                <a:gd name="connsiteX10" fmla="*/ 86623 w 111964"/>
                <a:gd name="connsiteY10" fmla="*/ 140799 h 142685"/>
                <a:gd name="connsiteX11" fmla="*/ 57679 w 111964"/>
                <a:gd name="connsiteY11" fmla="*/ 106593 h 142685"/>
                <a:gd name="connsiteX12" fmla="*/ 54441 w 111964"/>
                <a:gd name="connsiteY12" fmla="*/ 104771 h 142685"/>
                <a:gd name="connsiteX13" fmla="*/ 25294 w 111964"/>
                <a:gd name="connsiteY13" fmla="*/ 105378 h 142685"/>
                <a:gd name="connsiteX14" fmla="*/ 23472 w 111964"/>
                <a:gd name="connsiteY14" fmla="*/ 104973 h 142685"/>
                <a:gd name="connsiteX15" fmla="*/ 20032 w 111964"/>
                <a:gd name="connsiteY15" fmla="*/ 98294 h 142685"/>
                <a:gd name="connsiteX16" fmla="*/ 25496 w 111964"/>
                <a:gd name="connsiteY16" fmla="*/ 64290 h 142685"/>
                <a:gd name="connsiteX17" fmla="*/ 24484 w 111964"/>
                <a:gd name="connsiteY17" fmla="*/ 59837 h 142685"/>
                <a:gd name="connsiteX18" fmla="*/ 1005 w 111964"/>
                <a:gd name="connsiteY18" fmla="*/ 19963 h 142685"/>
                <a:gd name="connsiteX19" fmla="*/ 3029 w 111964"/>
                <a:gd name="connsiteY19" fmla="*/ 14093 h 142685"/>
                <a:gd name="connsiteX20" fmla="*/ 35617 w 111964"/>
                <a:gd name="connsiteY20" fmla="*/ 27452 h 142685"/>
                <a:gd name="connsiteX21" fmla="*/ 38248 w 111964"/>
                <a:gd name="connsiteY21" fmla="*/ 26845 h 142685"/>
                <a:gd name="connsiteX22" fmla="*/ 52821 w 111964"/>
                <a:gd name="connsiteY22" fmla="*/ 1341 h 142685"/>
                <a:gd name="connsiteX23" fmla="*/ 56262 w 111964"/>
                <a:gd name="connsiteY23" fmla="*/ 532 h 14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1964" h="142685">
                  <a:moveTo>
                    <a:pt x="56262" y="532"/>
                  </a:moveTo>
                  <a:cubicBezTo>
                    <a:pt x="57477" y="1341"/>
                    <a:pt x="58893" y="2758"/>
                    <a:pt x="59501" y="4782"/>
                  </a:cubicBezTo>
                  <a:lnTo>
                    <a:pt x="73871" y="47085"/>
                  </a:lnTo>
                  <a:lnTo>
                    <a:pt x="76503" y="50729"/>
                  </a:lnTo>
                  <a:lnTo>
                    <a:pt x="108888" y="74815"/>
                  </a:lnTo>
                  <a:cubicBezTo>
                    <a:pt x="111924" y="77041"/>
                    <a:pt x="112936" y="81899"/>
                    <a:pt x="110912" y="83114"/>
                  </a:cubicBezTo>
                  <a:lnTo>
                    <a:pt x="87230" y="95865"/>
                  </a:lnTo>
                  <a:lnTo>
                    <a:pt x="86218" y="99104"/>
                  </a:lnTo>
                  <a:lnTo>
                    <a:pt x="91683" y="139382"/>
                  </a:lnTo>
                  <a:cubicBezTo>
                    <a:pt x="92088" y="142216"/>
                    <a:pt x="90266" y="143431"/>
                    <a:pt x="88242" y="142216"/>
                  </a:cubicBezTo>
                  <a:cubicBezTo>
                    <a:pt x="87635" y="141811"/>
                    <a:pt x="87028" y="141407"/>
                    <a:pt x="86623" y="140799"/>
                  </a:cubicBezTo>
                  <a:lnTo>
                    <a:pt x="57679" y="106593"/>
                  </a:lnTo>
                  <a:lnTo>
                    <a:pt x="54441" y="104771"/>
                  </a:lnTo>
                  <a:lnTo>
                    <a:pt x="25294" y="105378"/>
                  </a:lnTo>
                  <a:cubicBezTo>
                    <a:pt x="24686" y="105378"/>
                    <a:pt x="24080" y="105176"/>
                    <a:pt x="23472" y="104973"/>
                  </a:cubicBezTo>
                  <a:cubicBezTo>
                    <a:pt x="21448" y="103759"/>
                    <a:pt x="19626" y="100520"/>
                    <a:pt x="20032" y="98294"/>
                  </a:cubicBezTo>
                  <a:lnTo>
                    <a:pt x="25496" y="64290"/>
                  </a:lnTo>
                  <a:lnTo>
                    <a:pt x="24484" y="59837"/>
                  </a:lnTo>
                  <a:lnTo>
                    <a:pt x="1005" y="19963"/>
                  </a:lnTo>
                  <a:cubicBezTo>
                    <a:pt x="-1019" y="16522"/>
                    <a:pt x="196" y="12879"/>
                    <a:pt x="3029" y="14093"/>
                  </a:cubicBezTo>
                  <a:lnTo>
                    <a:pt x="35617" y="27452"/>
                  </a:lnTo>
                  <a:lnTo>
                    <a:pt x="38248" y="26845"/>
                  </a:lnTo>
                  <a:lnTo>
                    <a:pt x="52821" y="1341"/>
                  </a:lnTo>
                  <a:cubicBezTo>
                    <a:pt x="53833" y="-278"/>
                    <a:pt x="55047" y="-278"/>
                    <a:pt x="56262" y="53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grpSp>
          <p:nvGrpSpPr>
            <p:cNvPr id="183" name="Graphic 2">
              <a:extLst>
                <a:ext uri="{FF2B5EF4-FFF2-40B4-BE49-F238E27FC236}">
                  <a16:creationId xmlns:a16="http://schemas.microsoft.com/office/drawing/2014/main" id="{73C5FDFE-71C3-C68A-638F-B7AD2FE2354A}"/>
                </a:ext>
              </a:extLst>
            </p:cNvPr>
            <p:cNvGrpSpPr/>
            <p:nvPr/>
          </p:nvGrpSpPr>
          <p:grpSpPr>
            <a:xfrm>
              <a:off x="1630742" y="2821726"/>
              <a:ext cx="9898240" cy="10078025"/>
              <a:chOff x="1996502" y="125"/>
              <a:chExt cx="3701200" cy="3768426"/>
            </a:xfrm>
            <a:solidFill>
              <a:srgbClr val="2F2F2F"/>
            </a:solidFill>
          </p:grpSpPr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EB5A650-A098-20BD-BEB1-CF5DE33A9F78}"/>
                  </a:ext>
                </a:extLst>
              </p:cNvPr>
              <p:cNvSpPr/>
              <p:nvPr/>
            </p:nvSpPr>
            <p:spPr>
              <a:xfrm>
                <a:off x="1996502" y="125"/>
                <a:ext cx="1662408" cy="3510480"/>
              </a:xfrm>
              <a:custGeom>
                <a:avLst/>
                <a:gdLst>
                  <a:gd name="connsiteX0" fmla="*/ 1023366 w 1662408"/>
                  <a:gd name="connsiteY0" fmla="*/ 3117336 h 3510480"/>
                  <a:gd name="connsiteX1" fmla="*/ 1036725 w 1662408"/>
                  <a:gd name="connsiteY1" fmla="*/ 3113693 h 3510480"/>
                  <a:gd name="connsiteX2" fmla="*/ 1033082 w 1662408"/>
                  <a:gd name="connsiteY2" fmla="*/ 3100334 h 3510480"/>
                  <a:gd name="connsiteX3" fmla="*/ 1022354 w 1662408"/>
                  <a:gd name="connsiteY3" fmla="*/ 3094059 h 3510480"/>
                  <a:gd name="connsiteX4" fmla="*/ 1538895 w 1662408"/>
                  <a:gd name="connsiteY4" fmla="*/ 2795915 h 3510480"/>
                  <a:gd name="connsiteX5" fmla="*/ 1640300 w 1662408"/>
                  <a:gd name="connsiteY5" fmla="*/ 2619822 h 3510480"/>
                  <a:gd name="connsiteX6" fmla="*/ 1637062 w 1662408"/>
                  <a:gd name="connsiteY6" fmla="*/ 1462867 h 3510480"/>
                  <a:gd name="connsiteX7" fmla="*/ 1657505 w 1662408"/>
                  <a:gd name="connsiteY7" fmla="*/ 1450925 h 3510480"/>
                  <a:gd name="connsiteX8" fmla="*/ 1661148 w 1662408"/>
                  <a:gd name="connsiteY8" fmla="*/ 1437567 h 3510480"/>
                  <a:gd name="connsiteX9" fmla="*/ 1647789 w 1662408"/>
                  <a:gd name="connsiteY9" fmla="*/ 1433923 h 3510480"/>
                  <a:gd name="connsiteX10" fmla="*/ 1636860 w 1662408"/>
                  <a:gd name="connsiteY10" fmla="*/ 1440198 h 3510480"/>
                  <a:gd name="connsiteX11" fmla="*/ 1632609 w 1662408"/>
                  <a:gd name="connsiteY11" fmla="*/ 197019 h 3510480"/>
                  <a:gd name="connsiteX12" fmla="*/ 1597188 w 1662408"/>
                  <a:gd name="connsiteY12" fmla="*/ 125164 h 3510480"/>
                  <a:gd name="connsiteX13" fmla="*/ 1394174 w 1662408"/>
                  <a:gd name="connsiteY13" fmla="*/ 8174 h 3510480"/>
                  <a:gd name="connsiteX14" fmla="*/ 1315236 w 1662408"/>
                  <a:gd name="connsiteY14" fmla="*/ 14448 h 3510480"/>
                  <a:gd name="connsiteX15" fmla="*/ 101810 w 1662408"/>
                  <a:gd name="connsiteY15" fmla="*/ 714976 h 3510480"/>
                  <a:gd name="connsiteX16" fmla="*/ 0 w 1662408"/>
                  <a:gd name="connsiteY16" fmla="*/ 890462 h 3510480"/>
                  <a:gd name="connsiteX17" fmla="*/ 0 w 1662408"/>
                  <a:gd name="connsiteY17" fmla="*/ 1991350 h 3510480"/>
                  <a:gd name="connsiteX18" fmla="*/ 9716 w 1662408"/>
                  <a:gd name="connsiteY18" fmla="*/ 2001066 h 3510480"/>
                  <a:gd name="connsiteX19" fmla="*/ 19431 w 1662408"/>
                  <a:gd name="connsiteY19" fmla="*/ 1991350 h 3510480"/>
                  <a:gd name="connsiteX20" fmla="*/ 19431 w 1662408"/>
                  <a:gd name="connsiteY20" fmla="*/ 890462 h 3510480"/>
                  <a:gd name="connsiteX21" fmla="*/ 37040 w 1662408"/>
                  <a:gd name="connsiteY21" fmla="*/ 818811 h 3510480"/>
                  <a:gd name="connsiteX22" fmla="*/ 226088 w 1662408"/>
                  <a:gd name="connsiteY22" fmla="*/ 928717 h 3510480"/>
                  <a:gd name="connsiteX23" fmla="*/ 205645 w 1662408"/>
                  <a:gd name="connsiteY23" fmla="*/ 1009882 h 3510480"/>
                  <a:gd name="connsiteX24" fmla="*/ 213539 w 1662408"/>
                  <a:gd name="connsiteY24" fmla="*/ 3432280 h 3510480"/>
                  <a:gd name="connsiteX25" fmla="*/ 217789 w 1662408"/>
                  <a:gd name="connsiteY25" fmla="*/ 3463856 h 3510480"/>
                  <a:gd name="connsiteX26" fmla="*/ 43113 w 1662408"/>
                  <a:gd name="connsiteY26" fmla="*/ 3362045 h 3510480"/>
                  <a:gd name="connsiteX27" fmla="*/ 19431 w 1662408"/>
                  <a:gd name="connsiteY27" fmla="*/ 3308003 h 3510480"/>
                  <a:gd name="connsiteX28" fmla="*/ 19431 w 1662408"/>
                  <a:gd name="connsiteY28" fmla="*/ 2185255 h 3510480"/>
                  <a:gd name="connsiteX29" fmla="*/ 9716 w 1662408"/>
                  <a:gd name="connsiteY29" fmla="*/ 2175540 h 3510480"/>
                  <a:gd name="connsiteX30" fmla="*/ 0 w 1662408"/>
                  <a:gd name="connsiteY30" fmla="*/ 2185255 h 3510480"/>
                  <a:gd name="connsiteX31" fmla="*/ 0 w 1662408"/>
                  <a:gd name="connsiteY31" fmla="*/ 3308003 h 3510480"/>
                  <a:gd name="connsiteX32" fmla="*/ 33397 w 1662408"/>
                  <a:gd name="connsiteY32" fmla="*/ 3378845 h 3510480"/>
                  <a:gd name="connsiteX33" fmla="*/ 246531 w 1662408"/>
                  <a:gd name="connsiteY33" fmla="*/ 3502920 h 3510480"/>
                  <a:gd name="connsiteX34" fmla="*/ 325469 w 1662408"/>
                  <a:gd name="connsiteY34" fmla="*/ 3495836 h 3510480"/>
                  <a:gd name="connsiteX35" fmla="*/ 1002721 w 1662408"/>
                  <a:gd name="connsiteY35" fmla="*/ 3104989 h 3510480"/>
                  <a:gd name="connsiteX36" fmla="*/ 1023366 w 1662408"/>
                  <a:gd name="connsiteY36" fmla="*/ 3117336 h 3510480"/>
                  <a:gd name="connsiteX37" fmla="*/ 1167479 w 1662408"/>
                  <a:gd name="connsiteY37" fmla="*/ 198435 h 3510480"/>
                  <a:gd name="connsiteX38" fmla="*/ 1313617 w 1662408"/>
                  <a:gd name="connsiteY38" fmla="*/ 114032 h 3510480"/>
                  <a:gd name="connsiteX39" fmla="*/ 1359360 w 1662408"/>
                  <a:gd name="connsiteY39" fmla="*/ 114032 h 3510480"/>
                  <a:gd name="connsiteX40" fmla="*/ 1359360 w 1662408"/>
                  <a:gd name="connsiteY40" fmla="*/ 140547 h 3510480"/>
                  <a:gd name="connsiteX41" fmla="*/ 1213223 w 1662408"/>
                  <a:gd name="connsiteY41" fmla="*/ 224951 h 3510480"/>
                  <a:gd name="connsiteX42" fmla="*/ 1167074 w 1662408"/>
                  <a:gd name="connsiteY42" fmla="*/ 224951 h 3510480"/>
                  <a:gd name="connsiteX43" fmla="*/ 1167479 w 1662408"/>
                  <a:gd name="connsiteY43" fmla="*/ 198435 h 3510480"/>
                  <a:gd name="connsiteX44" fmla="*/ 315754 w 1662408"/>
                  <a:gd name="connsiteY44" fmla="*/ 3479441 h 3510480"/>
                  <a:gd name="connsiteX45" fmla="*/ 233172 w 1662408"/>
                  <a:gd name="connsiteY45" fmla="*/ 3432280 h 3510480"/>
                  <a:gd name="connsiteX46" fmla="*/ 225885 w 1662408"/>
                  <a:gd name="connsiteY46" fmla="*/ 1009882 h 3510480"/>
                  <a:gd name="connsiteX47" fmla="*/ 317373 w 1662408"/>
                  <a:gd name="connsiteY47" fmla="*/ 851196 h 3510480"/>
                  <a:gd name="connsiteX48" fmla="*/ 1530799 w 1662408"/>
                  <a:gd name="connsiteY48" fmla="*/ 150870 h 3510480"/>
                  <a:gd name="connsiteX49" fmla="*/ 1613380 w 1662408"/>
                  <a:gd name="connsiteY49" fmla="*/ 197423 h 3510480"/>
                  <a:gd name="connsiteX50" fmla="*/ 1620869 w 1662408"/>
                  <a:gd name="connsiteY50" fmla="*/ 2619822 h 3510480"/>
                  <a:gd name="connsiteX51" fmla="*/ 1620869 w 1662408"/>
                  <a:gd name="connsiteY51" fmla="*/ 2619822 h 3510480"/>
                  <a:gd name="connsiteX52" fmla="*/ 1529382 w 1662408"/>
                  <a:gd name="connsiteY52" fmla="*/ 2778913 h 3510480"/>
                  <a:gd name="connsiteX53" fmla="*/ 315754 w 1662408"/>
                  <a:gd name="connsiteY53" fmla="*/ 3479441 h 351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662408" h="3510480">
                    <a:moveTo>
                      <a:pt x="1023366" y="3117336"/>
                    </a:moveTo>
                    <a:cubicBezTo>
                      <a:pt x="1028021" y="3119967"/>
                      <a:pt x="1034094" y="3118551"/>
                      <a:pt x="1036725" y="3113693"/>
                    </a:cubicBezTo>
                    <a:cubicBezTo>
                      <a:pt x="1039356" y="3109037"/>
                      <a:pt x="1037939" y="3102965"/>
                      <a:pt x="1033082" y="3100334"/>
                    </a:cubicBezTo>
                    <a:lnTo>
                      <a:pt x="1022354" y="3094059"/>
                    </a:lnTo>
                    <a:lnTo>
                      <a:pt x="1538895" y="2795915"/>
                    </a:lnTo>
                    <a:cubicBezTo>
                      <a:pt x="1596378" y="2762518"/>
                      <a:pt x="1640705" y="2683377"/>
                      <a:pt x="1640300" y="2619822"/>
                    </a:cubicBezTo>
                    <a:cubicBezTo>
                      <a:pt x="1640098" y="2521857"/>
                      <a:pt x="1637872" y="1752106"/>
                      <a:pt x="1637062" y="1462867"/>
                    </a:cubicBezTo>
                    <a:lnTo>
                      <a:pt x="1657505" y="1450925"/>
                    </a:lnTo>
                    <a:cubicBezTo>
                      <a:pt x="1662160" y="1448294"/>
                      <a:pt x="1663779" y="1442222"/>
                      <a:pt x="1661148" y="1437567"/>
                    </a:cubicBezTo>
                    <a:cubicBezTo>
                      <a:pt x="1658517" y="1432911"/>
                      <a:pt x="1652445" y="1431292"/>
                      <a:pt x="1647789" y="1433923"/>
                    </a:cubicBezTo>
                    <a:lnTo>
                      <a:pt x="1636860" y="1440198"/>
                    </a:lnTo>
                    <a:cubicBezTo>
                      <a:pt x="1636455" y="1313087"/>
                      <a:pt x="1638479" y="1900672"/>
                      <a:pt x="1632609" y="197019"/>
                    </a:cubicBezTo>
                    <a:cubicBezTo>
                      <a:pt x="1632204" y="158966"/>
                      <a:pt x="1613583" y="132856"/>
                      <a:pt x="1597188" y="125164"/>
                    </a:cubicBezTo>
                    <a:lnTo>
                      <a:pt x="1394174" y="8174"/>
                    </a:lnTo>
                    <a:cubicBezTo>
                      <a:pt x="1372719" y="-4578"/>
                      <a:pt x="1343978" y="-2352"/>
                      <a:pt x="1315236" y="14448"/>
                    </a:cubicBezTo>
                    <a:lnTo>
                      <a:pt x="101810" y="714976"/>
                    </a:lnTo>
                    <a:cubicBezTo>
                      <a:pt x="45744" y="747564"/>
                      <a:pt x="0" y="826300"/>
                      <a:pt x="0" y="890462"/>
                    </a:cubicBezTo>
                    <a:lnTo>
                      <a:pt x="0" y="1991350"/>
                    </a:lnTo>
                    <a:cubicBezTo>
                      <a:pt x="0" y="1996815"/>
                      <a:pt x="4453" y="2001066"/>
                      <a:pt x="9716" y="2001066"/>
                    </a:cubicBezTo>
                    <a:cubicBezTo>
                      <a:pt x="15180" y="2001066"/>
                      <a:pt x="19431" y="1996613"/>
                      <a:pt x="19431" y="1991350"/>
                    </a:cubicBezTo>
                    <a:lnTo>
                      <a:pt x="19431" y="890462"/>
                    </a:lnTo>
                    <a:cubicBezTo>
                      <a:pt x="19431" y="867388"/>
                      <a:pt x="26110" y="842492"/>
                      <a:pt x="37040" y="818811"/>
                    </a:cubicBezTo>
                    <a:lnTo>
                      <a:pt x="226088" y="928717"/>
                    </a:lnTo>
                    <a:cubicBezTo>
                      <a:pt x="213944" y="954423"/>
                      <a:pt x="205645" y="981748"/>
                      <a:pt x="205645" y="1009882"/>
                    </a:cubicBezTo>
                    <a:cubicBezTo>
                      <a:pt x="206050" y="1127278"/>
                      <a:pt x="203621" y="389305"/>
                      <a:pt x="213539" y="3432280"/>
                    </a:cubicBezTo>
                    <a:cubicBezTo>
                      <a:pt x="213539" y="3443615"/>
                      <a:pt x="215360" y="3455354"/>
                      <a:pt x="217789" y="3463856"/>
                    </a:cubicBezTo>
                    <a:lnTo>
                      <a:pt x="43113" y="3362045"/>
                    </a:lnTo>
                    <a:cubicBezTo>
                      <a:pt x="27932" y="3353139"/>
                      <a:pt x="19431" y="3334113"/>
                      <a:pt x="19431" y="3308003"/>
                    </a:cubicBezTo>
                    <a:lnTo>
                      <a:pt x="19431" y="2185255"/>
                    </a:lnTo>
                    <a:cubicBezTo>
                      <a:pt x="19431" y="2179790"/>
                      <a:pt x="14978" y="2175540"/>
                      <a:pt x="9716" y="2175540"/>
                    </a:cubicBezTo>
                    <a:cubicBezTo>
                      <a:pt x="4251" y="2175540"/>
                      <a:pt x="0" y="2179993"/>
                      <a:pt x="0" y="2185255"/>
                    </a:cubicBezTo>
                    <a:lnTo>
                      <a:pt x="0" y="3308003"/>
                    </a:lnTo>
                    <a:cubicBezTo>
                      <a:pt x="0" y="3341198"/>
                      <a:pt x="11942" y="3366498"/>
                      <a:pt x="33397" y="3378845"/>
                    </a:cubicBezTo>
                    <a:lnTo>
                      <a:pt x="246531" y="3502920"/>
                    </a:lnTo>
                    <a:cubicBezTo>
                      <a:pt x="263938" y="3513243"/>
                      <a:pt x="293287" y="3514862"/>
                      <a:pt x="325469" y="3495836"/>
                    </a:cubicBezTo>
                    <a:lnTo>
                      <a:pt x="1002721" y="3104989"/>
                    </a:lnTo>
                    <a:lnTo>
                      <a:pt x="1023366" y="3117336"/>
                    </a:lnTo>
                    <a:close/>
                    <a:moveTo>
                      <a:pt x="1167479" y="198435"/>
                    </a:moveTo>
                    <a:lnTo>
                      <a:pt x="1313617" y="114032"/>
                    </a:lnTo>
                    <a:cubicBezTo>
                      <a:pt x="1326166" y="106543"/>
                      <a:pt x="1346811" y="106543"/>
                      <a:pt x="1359360" y="114032"/>
                    </a:cubicBezTo>
                    <a:cubicBezTo>
                      <a:pt x="1372314" y="121521"/>
                      <a:pt x="1371910" y="133261"/>
                      <a:pt x="1359360" y="140547"/>
                    </a:cubicBezTo>
                    <a:lnTo>
                      <a:pt x="1213223" y="224951"/>
                    </a:lnTo>
                    <a:cubicBezTo>
                      <a:pt x="1200269" y="232440"/>
                      <a:pt x="1180029" y="232440"/>
                      <a:pt x="1167074" y="224951"/>
                    </a:cubicBezTo>
                    <a:cubicBezTo>
                      <a:pt x="1154525" y="217664"/>
                      <a:pt x="1154525" y="205924"/>
                      <a:pt x="1167479" y="198435"/>
                    </a:cubicBezTo>
                    <a:close/>
                    <a:moveTo>
                      <a:pt x="315754" y="3479441"/>
                    </a:moveTo>
                    <a:cubicBezTo>
                      <a:pt x="271022" y="3505551"/>
                      <a:pt x="233172" y="3487537"/>
                      <a:pt x="233172" y="3432280"/>
                    </a:cubicBezTo>
                    <a:lnTo>
                      <a:pt x="225885" y="1009882"/>
                    </a:lnTo>
                    <a:cubicBezTo>
                      <a:pt x="225885" y="951994"/>
                      <a:pt x="266772" y="880949"/>
                      <a:pt x="317373" y="851196"/>
                    </a:cubicBezTo>
                    <a:lnTo>
                      <a:pt x="1530799" y="150870"/>
                    </a:lnTo>
                    <a:cubicBezTo>
                      <a:pt x="1574721" y="125569"/>
                      <a:pt x="1612773" y="140952"/>
                      <a:pt x="1613380" y="197423"/>
                    </a:cubicBezTo>
                    <a:cubicBezTo>
                      <a:pt x="1613583" y="279600"/>
                      <a:pt x="1619857" y="2331797"/>
                      <a:pt x="1620869" y="2619822"/>
                    </a:cubicBezTo>
                    <a:cubicBezTo>
                      <a:pt x="1620869" y="2619822"/>
                      <a:pt x="1620869" y="2619822"/>
                      <a:pt x="1620869" y="2619822"/>
                    </a:cubicBezTo>
                    <a:cubicBezTo>
                      <a:pt x="1621274" y="2678114"/>
                      <a:pt x="1579983" y="2749159"/>
                      <a:pt x="1529382" y="2778913"/>
                    </a:cubicBezTo>
                    <a:lnTo>
                      <a:pt x="315754" y="3479441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62866500-5F42-58FC-7744-BEBDF2E3CB9B}"/>
                  </a:ext>
                </a:extLst>
              </p:cNvPr>
              <p:cNvSpPr/>
              <p:nvPr/>
            </p:nvSpPr>
            <p:spPr>
              <a:xfrm>
                <a:off x="3153974" y="3180117"/>
                <a:ext cx="68188" cy="47701"/>
              </a:xfrm>
              <a:custGeom>
                <a:avLst/>
                <a:gdLst>
                  <a:gd name="connsiteX0" fmla="*/ 66884 w 68188"/>
                  <a:gd name="connsiteY0" fmla="*/ 42798 h 47701"/>
                  <a:gd name="connsiteX1" fmla="*/ 63241 w 68188"/>
                  <a:gd name="connsiteY1" fmla="*/ 29439 h 47701"/>
                  <a:gd name="connsiteX2" fmla="*/ 14663 w 68188"/>
                  <a:gd name="connsiteY2" fmla="*/ 1304 h 47701"/>
                  <a:gd name="connsiteX3" fmla="*/ 1304 w 68188"/>
                  <a:gd name="connsiteY3" fmla="*/ 4948 h 47701"/>
                  <a:gd name="connsiteX4" fmla="*/ 4948 w 68188"/>
                  <a:gd name="connsiteY4" fmla="*/ 18306 h 47701"/>
                  <a:gd name="connsiteX5" fmla="*/ 53525 w 68188"/>
                  <a:gd name="connsiteY5" fmla="*/ 46441 h 47701"/>
                  <a:gd name="connsiteX6" fmla="*/ 66884 w 68188"/>
                  <a:gd name="connsiteY6" fmla="*/ 42798 h 4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188" h="47701">
                    <a:moveTo>
                      <a:pt x="66884" y="42798"/>
                    </a:moveTo>
                    <a:cubicBezTo>
                      <a:pt x="69515" y="38142"/>
                      <a:pt x="68098" y="32070"/>
                      <a:pt x="63241" y="29439"/>
                    </a:cubicBezTo>
                    <a:lnTo>
                      <a:pt x="14663" y="1304"/>
                    </a:lnTo>
                    <a:cubicBezTo>
                      <a:pt x="10008" y="-1327"/>
                      <a:pt x="3936" y="90"/>
                      <a:pt x="1304" y="4948"/>
                    </a:cubicBezTo>
                    <a:cubicBezTo>
                      <a:pt x="-1327" y="9603"/>
                      <a:pt x="90" y="15675"/>
                      <a:pt x="4948" y="18306"/>
                    </a:cubicBezTo>
                    <a:lnTo>
                      <a:pt x="53525" y="46441"/>
                    </a:lnTo>
                    <a:cubicBezTo>
                      <a:pt x="58180" y="49072"/>
                      <a:pt x="64253" y="47453"/>
                      <a:pt x="66884" y="4279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3BC9050-CC37-E95D-D671-27B37AB1E6A0}"/>
                  </a:ext>
                </a:extLst>
              </p:cNvPr>
              <p:cNvSpPr/>
              <p:nvPr/>
            </p:nvSpPr>
            <p:spPr>
              <a:xfrm>
                <a:off x="3060462" y="3125511"/>
                <a:ext cx="68188" cy="47701"/>
              </a:xfrm>
              <a:custGeom>
                <a:avLst/>
                <a:gdLst>
                  <a:gd name="connsiteX0" fmla="*/ 1304 w 68188"/>
                  <a:gd name="connsiteY0" fmla="*/ 4904 h 47701"/>
                  <a:gd name="connsiteX1" fmla="*/ 4948 w 68188"/>
                  <a:gd name="connsiteY1" fmla="*/ 18262 h 47701"/>
                  <a:gd name="connsiteX2" fmla="*/ 53525 w 68188"/>
                  <a:gd name="connsiteY2" fmla="*/ 46397 h 47701"/>
                  <a:gd name="connsiteX3" fmla="*/ 66884 w 68188"/>
                  <a:gd name="connsiteY3" fmla="*/ 42754 h 47701"/>
                  <a:gd name="connsiteX4" fmla="*/ 63241 w 68188"/>
                  <a:gd name="connsiteY4" fmla="*/ 29395 h 47701"/>
                  <a:gd name="connsiteX5" fmla="*/ 14663 w 68188"/>
                  <a:gd name="connsiteY5" fmla="*/ 1260 h 47701"/>
                  <a:gd name="connsiteX6" fmla="*/ 1304 w 68188"/>
                  <a:gd name="connsiteY6" fmla="*/ 4904 h 4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188" h="47701">
                    <a:moveTo>
                      <a:pt x="1304" y="4904"/>
                    </a:moveTo>
                    <a:cubicBezTo>
                      <a:pt x="-1327" y="9559"/>
                      <a:pt x="90" y="15631"/>
                      <a:pt x="4948" y="18262"/>
                    </a:cubicBezTo>
                    <a:lnTo>
                      <a:pt x="53525" y="46397"/>
                    </a:lnTo>
                    <a:cubicBezTo>
                      <a:pt x="58181" y="49028"/>
                      <a:pt x="64253" y="47611"/>
                      <a:pt x="66884" y="42754"/>
                    </a:cubicBezTo>
                    <a:cubicBezTo>
                      <a:pt x="69515" y="38098"/>
                      <a:pt x="68099" y="32026"/>
                      <a:pt x="63241" y="29395"/>
                    </a:cubicBezTo>
                    <a:lnTo>
                      <a:pt x="14663" y="1260"/>
                    </a:lnTo>
                    <a:cubicBezTo>
                      <a:pt x="9805" y="-1371"/>
                      <a:pt x="3936" y="248"/>
                      <a:pt x="1304" y="490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8432D59D-247A-7436-825D-58514C5356B1}"/>
                  </a:ext>
                </a:extLst>
              </p:cNvPr>
              <p:cNvSpPr/>
              <p:nvPr/>
            </p:nvSpPr>
            <p:spPr>
              <a:xfrm>
                <a:off x="3247890" y="3234564"/>
                <a:ext cx="44821" cy="49118"/>
              </a:xfrm>
              <a:custGeom>
                <a:avLst/>
                <a:gdLst>
                  <a:gd name="connsiteX0" fmla="*/ 14663 w 44821"/>
                  <a:gd name="connsiteY0" fmla="*/ 1304 h 49118"/>
                  <a:gd name="connsiteX1" fmla="*/ 1304 w 44821"/>
                  <a:gd name="connsiteY1" fmla="*/ 4948 h 49118"/>
                  <a:gd name="connsiteX2" fmla="*/ 4948 w 44821"/>
                  <a:gd name="connsiteY2" fmla="*/ 18306 h 49118"/>
                  <a:gd name="connsiteX3" fmla="*/ 15675 w 44821"/>
                  <a:gd name="connsiteY3" fmla="*/ 24581 h 49118"/>
                  <a:gd name="connsiteX4" fmla="*/ 4948 w 44821"/>
                  <a:gd name="connsiteY4" fmla="*/ 30856 h 49118"/>
                  <a:gd name="connsiteX5" fmla="*/ 1304 w 44821"/>
                  <a:gd name="connsiteY5" fmla="*/ 44215 h 49118"/>
                  <a:gd name="connsiteX6" fmla="*/ 14663 w 44821"/>
                  <a:gd name="connsiteY6" fmla="*/ 47858 h 49118"/>
                  <a:gd name="connsiteX7" fmla="*/ 39964 w 44821"/>
                  <a:gd name="connsiteY7" fmla="*/ 33082 h 49118"/>
                  <a:gd name="connsiteX8" fmla="*/ 39964 w 44821"/>
                  <a:gd name="connsiteY8" fmla="*/ 16282 h 49118"/>
                  <a:gd name="connsiteX9" fmla="*/ 14663 w 44821"/>
                  <a:gd name="connsiteY9" fmla="*/ 1304 h 49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821" h="49118">
                    <a:moveTo>
                      <a:pt x="14663" y="1304"/>
                    </a:moveTo>
                    <a:cubicBezTo>
                      <a:pt x="10008" y="-1327"/>
                      <a:pt x="3936" y="90"/>
                      <a:pt x="1304" y="4948"/>
                    </a:cubicBezTo>
                    <a:cubicBezTo>
                      <a:pt x="-1327" y="9603"/>
                      <a:pt x="90" y="15675"/>
                      <a:pt x="4948" y="18306"/>
                    </a:cubicBezTo>
                    <a:lnTo>
                      <a:pt x="15675" y="24581"/>
                    </a:lnTo>
                    <a:lnTo>
                      <a:pt x="4948" y="30856"/>
                    </a:lnTo>
                    <a:cubicBezTo>
                      <a:pt x="292" y="33487"/>
                      <a:pt x="-1327" y="39559"/>
                      <a:pt x="1304" y="44215"/>
                    </a:cubicBezTo>
                    <a:cubicBezTo>
                      <a:pt x="3936" y="48870"/>
                      <a:pt x="10008" y="50489"/>
                      <a:pt x="14663" y="47858"/>
                    </a:cubicBezTo>
                    <a:lnTo>
                      <a:pt x="39964" y="33082"/>
                    </a:lnTo>
                    <a:cubicBezTo>
                      <a:pt x="46441" y="29439"/>
                      <a:pt x="46441" y="19926"/>
                      <a:pt x="39964" y="16282"/>
                    </a:cubicBezTo>
                    <a:lnTo>
                      <a:pt x="14663" y="1304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AD12D7BB-38C4-653E-27A7-5E1F8A662FCA}"/>
                  </a:ext>
                </a:extLst>
              </p:cNvPr>
              <p:cNvSpPr/>
              <p:nvPr/>
            </p:nvSpPr>
            <p:spPr>
              <a:xfrm>
                <a:off x="3078925" y="3336418"/>
                <a:ext cx="63286" cy="44823"/>
              </a:xfrm>
              <a:custGeom>
                <a:avLst/>
                <a:gdLst>
                  <a:gd name="connsiteX0" fmla="*/ 61982 w 63286"/>
                  <a:gd name="connsiteY0" fmla="*/ 4904 h 44823"/>
                  <a:gd name="connsiteX1" fmla="*/ 48623 w 63286"/>
                  <a:gd name="connsiteY1" fmla="*/ 1260 h 44823"/>
                  <a:gd name="connsiteX2" fmla="*/ 4904 w 63286"/>
                  <a:gd name="connsiteY2" fmla="*/ 26561 h 44823"/>
                  <a:gd name="connsiteX3" fmla="*/ 1260 w 63286"/>
                  <a:gd name="connsiteY3" fmla="*/ 39920 h 44823"/>
                  <a:gd name="connsiteX4" fmla="*/ 14619 w 63286"/>
                  <a:gd name="connsiteY4" fmla="*/ 43563 h 44823"/>
                  <a:gd name="connsiteX5" fmla="*/ 58339 w 63286"/>
                  <a:gd name="connsiteY5" fmla="*/ 18263 h 44823"/>
                  <a:gd name="connsiteX6" fmla="*/ 61982 w 63286"/>
                  <a:gd name="connsiteY6" fmla="*/ 4904 h 4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86" h="44823">
                    <a:moveTo>
                      <a:pt x="61982" y="4904"/>
                    </a:moveTo>
                    <a:cubicBezTo>
                      <a:pt x="59351" y="248"/>
                      <a:pt x="53279" y="-1371"/>
                      <a:pt x="48623" y="1260"/>
                    </a:cubicBezTo>
                    <a:lnTo>
                      <a:pt x="4904" y="26561"/>
                    </a:lnTo>
                    <a:cubicBezTo>
                      <a:pt x="248" y="29193"/>
                      <a:pt x="-1371" y="35265"/>
                      <a:pt x="1260" y="39920"/>
                    </a:cubicBezTo>
                    <a:cubicBezTo>
                      <a:pt x="3892" y="44575"/>
                      <a:pt x="9964" y="46194"/>
                      <a:pt x="14619" y="43563"/>
                    </a:cubicBezTo>
                    <a:lnTo>
                      <a:pt x="58339" y="18263"/>
                    </a:lnTo>
                    <a:cubicBezTo>
                      <a:pt x="63197" y="15631"/>
                      <a:pt x="64614" y="9559"/>
                      <a:pt x="61982" y="490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BFA64379-D376-CA3B-3A13-ED11EFCE6402}"/>
                  </a:ext>
                </a:extLst>
              </p:cNvPr>
              <p:cNvSpPr/>
              <p:nvPr/>
            </p:nvSpPr>
            <p:spPr>
              <a:xfrm>
                <a:off x="2994522" y="3385401"/>
                <a:ext cx="63242" cy="44823"/>
              </a:xfrm>
              <a:custGeom>
                <a:avLst/>
                <a:gdLst>
                  <a:gd name="connsiteX0" fmla="*/ 14619 w 63242"/>
                  <a:gd name="connsiteY0" fmla="*/ 43563 h 44823"/>
                  <a:gd name="connsiteX1" fmla="*/ 58339 w 63242"/>
                  <a:gd name="connsiteY1" fmla="*/ 18262 h 44823"/>
                  <a:gd name="connsiteX2" fmla="*/ 61982 w 63242"/>
                  <a:gd name="connsiteY2" fmla="*/ 4904 h 44823"/>
                  <a:gd name="connsiteX3" fmla="*/ 48623 w 63242"/>
                  <a:gd name="connsiteY3" fmla="*/ 1260 h 44823"/>
                  <a:gd name="connsiteX4" fmla="*/ 4904 w 63242"/>
                  <a:gd name="connsiteY4" fmla="*/ 26561 h 44823"/>
                  <a:gd name="connsiteX5" fmla="*/ 1260 w 63242"/>
                  <a:gd name="connsiteY5" fmla="*/ 39920 h 44823"/>
                  <a:gd name="connsiteX6" fmla="*/ 14619 w 63242"/>
                  <a:gd name="connsiteY6" fmla="*/ 43563 h 4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42" h="44823">
                    <a:moveTo>
                      <a:pt x="14619" y="43563"/>
                    </a:moveTo>
                    <a:lnTo>
                      <a:pt x="58339" y="18262"/>
                    </a:lnTo>
                    <a:cubicBezTo>
                      <a:pt x="62994" y="15631"/>
                      <a:pt x="64613" y="9559"/>
                      <a:pt x="61982" y="4904"/>
                    </a:cubicBezTo>
                    <a:cubicBezTo>
                      <a:pt x="59351" y="248"/>
                      <a:pt x="53279" y="-1371"/>
                      <a:pt x="48623" y="1260"/>
                    </a:cubicBezTo>
                    <a:lnTo>
                      <a:pt x="4904" y="26561"/>
                    </a:lnTo>
                    <a:cubicBezTo>
                      <a:pt x="248" y="29192"/>
                      <a:pt x="-1371" y="35265"/>
                      <a:pt x="1260" y="39920"/>
                    </a:cubicBezTo>
                    <a:cubicBezTo>
                      <a:pt x="4094" y="44575"/>
                      <a:pt x="10166" y="46195"/>
                      <a:pt x="14619" y="4356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7F2E54B4-37A2-96EC-E432-B101E7BA5CBF}"/>
                  </a:ext>
                </a:extLst>
              </p:cNvPr>
              <p:cNvSpPr/>
              <p:nvPr/>
            </p:nvSpPr>
            <p:spPr>
              <a:xfrm>
                <a:off x="3163531" y="3287638"/>
                <a:ext cx="63242" cy="44823"/>
              </a:xfrm>
              <a:custGeom>
                <a:avLst/>
                <a:gdLst>
                  <a:gd name="connsiteX0" fmla="*/ 14619 w 63242"/>
                  <a:gd name="connsiteY0" fmla="*/ 43563 h 44823"/>
                  <a:gd name="connsiteX1" fmla="*/ 58339 w 63242"/>
                  <a:gd name="connsiteY1" fmla="*/ 18263 h 44823"/>
                  <a:gd name="connsiteX2" fmla="*/ 61982 w 63242"/>
                  <a:gd name="connsiteY2" fmla="*/ 4904 h 44823"/>
                  <a:gd name="connsiteX3" fmla="*/ 48623 w 63242"/>
                  <a:gd name="connsiteY3" fmla="*/ 1260 h 44823"/>
                  <a:gd name="connsiteX4" fmla="*/ 4904 w 63242"/>
                  <a:gd name="connsiteY4" fmla="*/ 26561 h 44823"/>
                  <a:gd name="connsiteX5" fmla="*/ 1260 w 63242"/>
                  <a:gd name="connsiteY5" fmla="*/ 39920 h 44823"/>
                  <a:gd name="connsiteX6" fmla="*/ 14619 w 63242"/>
                  <a:gd name="connsiteY6" fmla="*/ 43563 h 4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42" h="44823">
                    <a:moveTo>
                      <a:pt x="14619" y="43563"/>
                    </a:moveTo>
                    <a:lnTo>
                      <a:pt x="58339" y="18263"/>
                    </a:lnTo>
                    <a:cubicBezTo>
                      <a:pt x="62994" y="15631"/>
                      <a:pt x="64613" y="9559"/>
                      <a:pt x="61982" y="4904"/>
                    </a:cubicBezTo>
                    <a:cubicBezTo>
                      <a:pt x="59351" y="248"/>
                      <a:pt x="53279" y="-1371"/>
                      <a:pt x="48623" y="1260"/>
                    </a:cubicBezTo>
                    <a:lnTo>
                      <a:pt x="4904" y="26561"/>
                    </a:lnTo>
                    <a:cubicBezTo>
                      <a:pt x="248" y="29192"/>
                      <a:pt x="-1371" y="35264"/>
                      <a:pt x="1260" y="39920"/>
                    </a:cubicBezTo>
                    <a:cubicBezTo>
                      <a:pt x="3891" y="44575"/>
                      <a:pt x="9964" y="46194"/>
                      <a:pt x="14619" y="4356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8073A57-5648-4F9A-59C7-B942661A3832}"/>
                  </a:ext>
                </a:extLst>
              </p:cNvPr>
              <p:cNvSpPr/>
              <p:nvPr/>
            </p:nvSpPr>
            <p:spPr>
              <a:xfrm>
                <a:off x="2928583" y="3434181"/>
                <a:ext cx="44821" cy="48915"/>
              </a:xfrm>
              <a:custGeom>
                <a:avLst/>
                <a:gdLst>
                  <a:gd name="connsiteX0" fmla="*/ 43517 w 44821"/>
                  <a:gd name="connsiteY0" fmla="*/ 4904 h 48915"/>
                  <a:gd name="connsiteX1" fmla="*/ 30158 w 44821"/>
                  <a:gd name="connsiteY1" fmla="*/ 1260 h 48915"/>
                  <a:gd name="connsiteX2" fmla="*/ 4858 w 44821"/>
                  <a:gd name="connsiteY2" fmla="*/ 16036 h 48915"/>
                  <a:gd name="connsiteX3" fmla="*/ 4858 w 44821"/>
                  <a:gd name="connsiteY3" fmla="*/ 32836 h 48915"/>
                  <a:gd name="connsiteX4" fmla="*/ 30158 w 44821"/>
                  <a:gd name="connsiteY4" fmla="*/ 47611 h 48915"/>
                  <a:gd name="connsiteX5" fmla="*/ 43517 w 44821"/>
                  <a:gd name="connsiteY5" fmla="*/ 43968 h 48915"/>
                  <a:gd name="connsiteX6" fmla="*/ 39874 w 44821"/>
                  <a:gd name="connsiteY6" fmla="*/ 30609 h 48915"/>
                  <a:gd name="connsiteX7" fmla="*/ 29146 w 44821"/>
                  <a:gd name="connsiteY7" fmla="*/ 24334 h 48915"/>
                  <a:gd name="connsiteX8" fmla="*/ 39874 w 44821"/>
                  <a:gd name="connsiteY8" fmla="*/ 18060 h 48915"/>
                  <a:gd name="connsiteX9" fmla="*/ 43517 w 44821"/>
                  <a:gd name="connsiteY9" fmla="*/ 4904 h 48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821" h="48915">
                    <a:moveTo>
                      <a:pt x="43517" y="4904"/>
                    </a:moveTo>
                    <a:cubicBezTo>
                      <a:pt x="40886" y="248"/>
                      <a:pt x="34814" y="-1371"/>
                      <a:pt x="30158" y="1260"/>
                    </a:cubicBezTo>
                    <a:lnTo>
                      <a:pt x="4858" y="16036"/>
                    </a:lnTo>
                    <a:cubicBezTo>
                      <a:pt x="-1619" y="19679"/>
                      <a:pt x="-1619" y="29192"/>
                      <a:pt x="4858" y="32836"/>
                    </a:cubicBezTo>
                    <a:lnTo>
                      <a:pt x="30158" y="47611"/>
                    </a:lnTo>
                    <a:cubicBezTo>
                      <a:pt x="34814" y="50243"/>
                      <a:pt x="40886" y="48826"/>
                      <a:pt x="43517" y="43968"/>
                    </a:cubicBezTo>
                    <a:cubicBezTo>
                      <a:pt x="46149" y="39313"/>
                      <a:pt x="44732" y="33240"/>
                      <a:pt x="39874" y="30609"/>
                    </a:cubicBezTo>
                    <a:lnTo>
                      <a:pt x="29146" y="24334"/>
                    </a:lnTo>
                    <a:lnTo>
                      <a:pt x="39874" y="18060"/>
                    </a:lnTo>
                    <a:cubicBezTo>
                      <a:pt x="44529" y="15631"/>
                      <a:pt x="46149" y="9559"/>
                      <a:pt x="43517" y="490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593D4797-B197-E3C1-AFF5-3E281CEE68F1}"/>
                  </a:ext>
                </a:extLst>
              </p:cNvPr>
              <p:cNvSpPr/>
              <p:nvPr/>
            </p:nvSpPr>
            <p:spPr>
              <a:xfrm>
                <a:off x="3003991" y="3492834"/>
                <a:ext cx="73514" cy="50936"/>
              </a:xfrm>
              <a:custGeom>
                <a:avLst/>
                <a:gdLst>
                  <a:gd name="connsiteX0" fmla="*/ 14663 w 73514"/>
                  <a:gd name="connsiteY0" fmla="*/ 1304 h 50936"/>
                  <a:gd name="connsiteX1" fmla="*/ 1304 w 73514"/>
                  <a:gd name="connsiteY1" fmla="*/ 4948 h 50936"/>
                  <a:gd name="connsiteX2" fmla="*/ 4948 w 73514"/>
                  <a:gd name="connsiteY2" fmla="*/ 18306 h 50936"/>
                  <a:gd name="connsiteX3" fmla="*/ 58788 w 73514"/>
                  <a:gd name="connsiteY3" fmla="*/ 49477 h 50936"/>
                  <a:gd name="connsiteX4" fmla="*/ 68503 w 73514"/>
                  <a:gd name="connsiteY4" fmla="*/ 32677 h 50936"/>
                  <a:gd name="connsiteX5" fmla="*/ 14663 w 73514"/>
                  <a:gd name="connsiteY5" fmla="*/ 1304 h 50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514" h="50936">
                    <a:moveTo>
                      <a:pt x="14663" y="1304"/>
                    </a:moveTo>
                    <a:cubicBezTo>
                      <a:pt x="10008" y="-1327"/>
                      <a:pt x="4138" y="90"/>
                      <a:pt x="1304" y="4948"/>
                    </a:cubicBezTo>
                    <a:cubicBezTo>
                      <a:pt x="-1327" y="9603"/>
                      <a:pt x="90" y="15675"/>
                      <a:pt x="4948" y="18306"/>
                    </a:cubicBezTo>
                    <a:lnTo>
                      <a:pt x="58788" y="49477"/>
                    </a:lnTo>
                    <a:cubicBezTo>
                      <a:pt x="69920" y="55954"/>
                      <a:pt x="79838" y="39154"/>
                      <a:pt x="68503" y="32677"/>
                    </a:cubicBezTo>
                    <a:lnTo>
                      <a:pt x="14663" y="1304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CE390480-B9DE-B978-78C9-56B11D64D45B}"/>
                  </a:ext>
                </a:extLst>
              </p:cNvPr>
              <p:cNvSpPr/>
              <p:nvPr/>
            </p:nvSpPr>
            <p:spPr>
              <a:xfrm>
                <a:off x="3108028" y="3553151"/>
                <a:ext cx="73450" cy="50781"/>
              </a:xfrm>
              <a:custGeom>
                <a:avLst/>
                <a:gdLst>
                  <a:gd name="connsiteX0" fmla="*/ 14663 w 73450"/>
                  <a:gd name="connsiteY0" fmla="*/ 1304 h 50781"/>
                  <a:gd name="connsiteX1" fmla="*/ 1304 w 73450"/>
                  <a:gd name="connsiteY1" fmla="*/ 4948 h 50781"/>
                  <a:gd name="connsiteX2" fmla="*/ 4948 w 73450"/>
                  <a:gd name="connsiteY2" fmla="*/ 18306 h 50781"/>
                  <a:gd name="connsiteX3" fmla="*/ 58788 w 73450"/>
                  <a:gd name="connsiteY3" fmla="*/ 49477 h 50781"/>
                  <a:gd name="connsiteX4" fmla="*/ 72147 w 73450"/>
                  <a:gd name="connsiteY4" fmla="*/ 45834 h 50781"/>
                  <a:gd name="connsiteX5" fmla="*/ 68503 w 73450"/>
                  <a:gd name="connsiteY5" fmla="*/ 32475 h 50781"/>
                  <a:gd name="connsiteX6" fmla="*/ 14663 w 73450"/>
                  <a:gd name="connsiteY6" fmla="*/ 1304 h 5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450" h="50781">
                    <a:moveTo>
                      <a:pt x="14663" y="1304"/>
                    </a:moveTo>
                    <a:cubicBezTo>
                      <a:pt x="10008" y="-1327"/>
                      <a:pt x="3936" y="90"/>
                      <a:pt x="1304" y="4948"/>
                    </a:cubicBezTo>
                    <a:cubicBezTo>
                      <a:pt x="-1327" y="9603"/>
                      <a:pt x="90" y="15675"/>
                      <a:pt x="4948" y="18306"/>
                    </a:cubicBezTo>
                    <a:lnTo>
                      <a:pt x="58788" y="49477"/>
                    </a:lnTo>
                    <a:cubicBezTo>
                      <a:pt x="63443" y="52108"/>
                      <a:pt x="69515" y="50691"/>
                      <a:pt x="72147" y="45834"/>
                    </a:cubicBezTo>
                    <a:cubicBezTo>
                      <a:pt x="74778" y="41178"/>
                      <a:pt x="73361" y="35106"/>
                      <a:pt x="68503" y="32475"/>
                    </a:cubicBezTo>
                    <a:lnTo>
                      <a:pt x="14663" y="1304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EA291314-C4BA-6079-8B13-FC38BA2AEC2A}"/>
                  </a:ext>
                </a:extLst>
              </p:cNvPr>
              <p:cNvSpPr/>
              <p:nvPr/>
            </p:nvSpPr>
            <p:spPr>
              <a:xfrm>
                <a:off x="3315899" y="3673785"/>
                <a:ext cx="73450" cy="50781"/>
              </a:xfrm>
              <a:custGeom>
                <a:avLst/>
                <a:gdLst>
                  <a:gd name="connsiteX0" fmla="*/ 14663 w 73450"/>
                  <a:gd name="connsiteY0" fmla="*/ 1304 h 50781"/>
                  <a:gd name="connsiteX1" fmla="*/ 1304 w 73450"/>
                  <a:gd name="connsiteY1" fmla="*/ 4948 h 50781"/>
                  <a:gd name="connsiteX2" fmla="*/ 4948 w 73450"/>
                  <a:gd name="connsiteY2" fmla="*/ 18306 h 50781"/>
                  <a:gd name="connsiteX3" fmla="*/ 58788 w 73450"/>
                  <a:gd name="connsiteY3" fmla="*/ 49477 h 50781"/>
                  <a:gd name="connsiteX4" fmla="*/ 72147 w 73450"/>
                  <a:gd name="connsiteY4" fmla="*/ 45834 h 50781"/>
                  <a:gd name="connsiteX5" fmla="*/ 68503 w 73450"/>
                  <a:gd name="connsiteY5" fmla="*/ 32475 h 50781"/>
                  <a:gd name="connsiteX6" fmla="*/ 14663 w 73450"/>
                  <a:gd name="connsiteY6" fmla="*/ 1304 h 5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450" h="50781">
                    <a:moveTo>
                      <a:pt x="14663" y="1304"/>
                    </a:moveTo>
                    <a:cubicBezTo>
                      <a:pt x="10008" y="-1327"/>
                      <a:pt x="3936" y="90"/>
                      <a:pt x="1304" y="4948"/>
                    </a:cubicBezTo>
                    <a:cubicBezTo>
                      <a:pt x="-1327" y="9603"/>
                      <a:pt x="90" y="15675"/>
                      <a:pt x="4948" y="18306"/>
                    </a:cubicBezTo>
                    <a:lnTo>
                      <a:pt x="58788" y="49477"/>
                    </a:lnTo>
                    <a:cubicBezTo>
                      <a:pt x="63443" y="52108"/>
                      <a:pt x="69515" y="50691"/>
                      <a:pt x="72147" y="45834"/>
                    </a:cubicBezTo>
                    <a:cubicBezTo>
                      <a:pt x="74778" y="41178"/>
                      <a:pt x="73361" y="35106"/>
                      <a:pt x="68503" y="32475"/>
                    </a:cubicBezTo>
                    <a:lnTo>
                      <a:pt x="14663" y="1304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ABC7A46E-F668-23A9-FBB3-C5A97F307611}"/>
                  </a:ext>
                </a:extLst>
              </p:cNvPr>
              <p:cNvSpPr/>
              <p:nvPr/>
            </p:nvSpPr>
            <p:spPr>
              <a:xfrm>
                <a:off x="3211862" y="3613468"/>
                <a:ext cx="73450" cy="50781"/>
              </a:xfrm>
              <a:custGeom>
                <a:avLst/>
                <a:gdLst>
                  <a:gd name="connsiteX0" fmla="*/ 14663 w 73450"/>
                  <a:gd name="connsiteY0" fmla="*/ 1304 h 50781"/>
                  <a:gd name="connsiteX1" fmla="*/ 1304 w 73450"/>
                  <a:gd name="connsiteY1" fmla="*/ 4948 h 50781"/>
                  <a:gd name="connsiteX2" fmla="*/ 4948 w 73450"/>
                  <a:gd name="connsiteY2" fmla="*/ 18307 h 50781"/>
                  <a:gd name="connsiteX3" fmla="*/ 58788 w 73450"/>
                  <a:gd name="connsiteY3" fmla="*/ 49477 h 50781"/>
                  <a:gd name="connsiteX4" fmla="*/ 72147 w 73450"/>
                  <a:gd name="connsiteY4" fmla="*/ 45834 h 50781"/>
                  <a:gd name="connsiteX5" fmla="*/ 68503 w 73450"/>
                  <a:gd name="connsiteY5" fmla="*/ 32475 h 50781"/>
                  <a:gd name="connsiteX6" fmla="*/ 14663 w 73450"/>
                  <a:gd name="connsiteY6" fmla="*/ 1304 h 5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450" h="50781">
                    <a:moveTo>
                      <a:pt x="14663" y="1304"/>
                    </a:moveTo>
                    <a:cubicBezTo>
                      <a:pt x="10008" y="-1327"/>
                      <a:pt x="3936" y="90"/>
                      <a:pt x="1304" y="4948"/>
                    </a:cubicBezTo>
                    <a:cubicBezTo>
                      <a:pt x="-1327" y="9603"/>
                      <a:pt x="90" y="15675"/>
                      <a:pt x="4948" y="18307"/>
                    </a:cubicBezTo>
                    <a:lnTo>
                      <a:pt x="58788" y="49477"/>
                    </a:lnTo>
                    <a:cubicBezTo>
                      <a:pt x="63443" y="52108"/>
                      <a:pt x="69515" y="50692"/>
                      <a:pt x="72147" y="45834"/>
                    </a:cubicBezTo>
                    <a:cubicBezTo>
                      <a:pt x="74778" y="41178"/>
                      <a:pt x="73361" y="35106"/>
                      <a:pt x="68503" y="32475"/>
                    </a:cubicBezTo>
                    <a:lnTo>
                      <a:pt x="14663" y="1304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4045F581-02C8-0378-4765-51BFA820E59A}"/>
                  </a:ext>
                </a:extLst>
              </p:cNvPr>
              <p:cNvSpPr/>
              <p:nvPr/>
            </p:nvSpPr>
            <p:spPr>
              <a:xfrm>
                <a:off x="3419733" y="3734102"/>
                <a:ext cx="70168" cy="34448"/>
              </a:xfrm>
              <a:custGeom>
                <a:avLst/>
                <a:gdLst>
                  <a:gd name="connsiteX0" fmla="*/ 55549 w 70168"/>
                  <a:gd name="connsiteY0" fmla="*/ 1507 h 34448"/>
                  <a:gd name="connsiteX1" fmla="*/ 35106 w 70168"/>
                  <a:gd name="connsiteY1" fmla="*/ 13246 h 34448"/>
                  <a:gd name="connsiteX2" fmla="*/ 14663 w 70168"/>
                  <a:gd name="connsiteY2" fmla="*/ 1304 h 34448"/>
                  <a:gd name="connsiteX3" fmla="*/ 1304 w 70168"/>
                  <a:gd name="connsiteY3" fmla="*/ 4948 h 34448"/>
                  <a:gd name="connsiteX4" fmla="*/ 4948 w 70168"/>
                  <a:gd name="connsiteY4" fmla="*/ 18307 h 34448"/>
                  <a:gd name="connsiteX5" fmla="*/ 30248 w 70168"/>
                  <a:gd name="connsiteY5" fmla="*/ 33082 h 34448"/>
                  <a:gd name="connsiteX6" fmla="*/ 39964 w 70168"/>
                  <a:gd name="connsiteY6" fmla="*/ 33082 h 34448"/>
                  <a:gd name="connsiteX7" fmla="*/ 65265 w 70168"/>
                  <a:gd name="connsiteY7" fmla="*/ 18509 h 34448"/>
                  <a:gd name="connsiteX8" fmla="*/ 68908 w 70168"/>
                  <a:gd name="connsiteY8" fmla="*/ 5150 h 34448"/>
                  <a:gd name="connsiteX9" fmla="*/ 55549 w 70168"/>
                  <a:gd name="connsiteY9" fmla="*/ 1507 h 34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168" h="34448">
                    <a:moveTo>
                      <a:pt x="55549" y="1507"/>
                    </a:moveTo>
                    <a:lnTo>
                      <a:pt x="35106" y="13246"/>
                    </a:lnTo>
                    <a:lnTo>
                      <a:pt x="14663" y="1304"/>
                    </a:lnTo>
                    <a:cubicBezTo>
                      <a:pt x="10008" y="-1327"/>
                      <a:pt x="4138" y="90"/>
                      <a:pt x="1304" y="4948"/>
                    </a:cubicBezTo>
                    <a:cubicBezTo>
                      <a:pt x="-1327" y="9603"/>
                      <a:pt x="90" y="15675"/>
                      <a:pt x="4948" y="18307"/>
                    </a:cubicBezTo>
                    <a:lnTo>
                      <a:pt x="30248" y="33082"/>
                    </a:lnTo>
                    <a:cubicBezTo>
                      <a:pt x="33284" y="34904"/>
                      <a:pt x="36928" y="34904"/>
                      <a:pt x="39964" y="33082"/>
                    </a:cubicBezTo>
                    <a:lnTo>
                      <a:pt x="65265" y="18509"/>
                    </a:lnTo>
                    <a:cubicBezTo>
                      <a:pt x="69920" y="15878"/>
                      <a:pt x="71539" y="9805"/>
                      <a:pt x="68908" y="5150"/>
                    </a:cubicBezTo>
                    <a:cubicBezTo>
                      <a:pt x="66277" y="292"/>
                      <a:pt x="60205" y="-1327"/>
                      <a:pt x="55549" y="150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FFFCCD7A-64BE-05DE-4989-86CC924E3D04}"/>
                  </a:ext>
                </a:extLst>
              </p:cNvPr>
              <p:cNvSpPr/>
              <p:nvPr/>
            </p:nvSpPr>
            <p:spPr>
              <a:xfrm>
                <a:off x="3705980" y="3570063"/>
                <a:ext cx="68504" cy="47993"/>
              </a:xfrm>
              <a:custGeom>
                <a:avLst/>
                <a:gdLst>
                  <a:gd name="connsiteX0" fmla="*/ 53886 w 68504"/>
                  <a:gd name="connsiteY0" fmla="*/ 1394 h 47993"/>
                  <a:gd name="connsiteX1" fmla="*/ 4904 w 68504"/>
                  <a:gd name="connsiteY1" fmla="*/ 29731 h 47993"/>
                  <a:gd name="connsiteX2" fmla="*/ 1260 w 68504"/>
                  <a:gd name="connsiteY2" fmla="*/ 43090 h 47993"/>
                  <a:gd name="connsiteX3" fmla="*/ 14619 w 68504"/>
                  <a:gd name="connsiteY3" fmla="*/ 46733 h 47993"/>
                  <a:gd name="connsiteX4" fmla="*/ 63601 w 68504"/>
                  <a:gd name="connsiteY4" fmla="*/ 18397 h 47993"/>
                  <a:gd name="connsiteX5" fmla="*/ 67245 w 68504"/>
                  <a:gd name="connsiteY5" fmla="*/ 5038 h 47993"/>
                  <a:gd name="connsiteX6" fmla="*/ 53886 w 68504"/>
                  <a:gd name="connsiteY6" fmla="*/ 1394 h 4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504" h="47993">
                    <a:moveTo>
                      <a:pt x="53886" y="1394"/>
                    </a:moveTo>
                    <a:lnTo>
                      <a:pt x="4904" y="29731"/>
                    </a:lnTo>
                    <a:cubicBezTo>
                      <a:pt x="248" y="32363"/>
                      <a:pt x="-1371" y="38435"/>
                      <a:pt x="1260" y="43090"/>
                    </a:cubicBezTo>
                    <a:cubicBezTo>
                      <a:pt x="3891" y="47745"/>
                      <a:pt x="9964" y="49365"/>
                      <a:pt x="14619" y="46733"/>
                    </a:cubicBezTo>
                    <a:lnTo>
                      <a:pt x="63601" y="18397"/>
                    </a:lnTo>
                    <a:cubicBezTo>
                      <a:pt x="68257" y="15765"/>
                      <a:pt x="69876" y="9693"/>
                      <a:pt x="67245" y="5038"/>
                    </a:cubicBezTo>
                    <a:cubicBezTo>
                      <a:pt x="64411" y="180"/>
                      <a:pt x="58541" y="-1439"/>
                      <a:pt x="53886" y="139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7A02A4D4-CFBA-164D-4DA3-CFAD4422BC0E}"/>
                  </a:ext>
                </a:extLst>
              </p:cNvPr>
              <p:cNvSpPr/>
              <p:nvPr/>
            </p:nvSpPr>
            <p:spPr>
              <a:xfrm>
                <a:off x="3516325" y="3679497"/>
                <a:ext cx="68504" cy="47859"/>
              </a:xfrm>
              <a:custGeom>
                <a:avLst/>
                <a:gdLst>
                  <a:gd name="connsiteX0" fmla="*/ 53886 w 68504"/>
                  <a:gd name="connsiteY0" fmla="*/ 1260 h 47859"/>
                  <a:gd name="connsiteX1" fmla="*/ 4904 w 68504"/>
                  <a:gd name="connsiteY1" fmla="*/ 29597 h 47859"/>
                  <a:gd name="connsiteX2" fmla="*/ 1260 w 68504"/>
                  <a:gd name="connsiteY2" fmla="*/ 42956 h 47859"/>
                  <a:gd name="connsiteX3" fmla="*/ 14619 w 68504"/>
                  <a:gd name="connsiteY3" fmla="*/ 46599 h 47859"/>
                  <a:gd name="connsiteX4" fmla="*/ 63601 w 68504"/>
                  <a:gd name="connsiteY4" fmla="*/ 18263 h 47859"/>
                  <a:gd name="connsiteX5" fmla="*/ 67245 w 68504"/>
                  <a:gd name="connsiteY5" fmla="*/ 4904 h 47859"/>
                  <a:gd name="connsiteX6" fmla="*/ 53886 w 68504"/>
                  <a:gd name="connsiteY6" fmla="*/ 1260 h 47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504" h="47859">
                    <a:moveTo>
                      <a:pt x="53886" y="1260"/>
                    </a:moveTo>
                    <a:lnTo>
                      <a:pt x="4904" y="29597"/>
                    </a:lnTo>
                    <a:cubicBezTo>
                      <a:pt x="248" y="32229"/>
                      <a:pt x="-1371" y="38301"/>
                      <a:pt x="1260" y="42956"/>
                    </a:cubicBezTo>
                    <a:cubicBezTo>
                      <a:pt x="3892" y="47611"/>
                      <a:pt x="9964" y="49231"/>
                      <a:pt x="14619" y="46599"/>
                    </a:cubicBezTo>
                    <a:lnTo>
                      <a:pt x="63601" y="18263"/>
                    </a:lnTo>
                    <a:cubicBezTo>
                      <a:pt x="68257" y="15631"/>
                      <a:pt x="69876" y="9559"/>
                      <a:pt x="67245" y="4904"/>
                    </a:cubicBezTo>
                    <a:cubicBezTo>
                      <a:pt x="64411" y="248"/>
                      <a:pt x="58541" y="-1371"/>
                      <a:pt x="53886" y="126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B30DD511-75BA-9A35-79B1-F55199F47B5A}"/>
                  </a:ext>
                </a:extLst>
              </p:cNvPr>
              <p:cNvSpPr/>
              <p:nvPr/>
            </p:nvSpPr>
            <p:spPr>
              <a:xfrm>
                <a:off x="3800706" y="3515414"/>
                <a:ext cx="68504" cy="47993"/>
              </a:xfrm>
              <a:custGeom>
                <a:avLst/>
                <a:gdLst>
                  <a:gd name="connsiteX0" fmla="*/ 53886 w 68504"/>
                  <a:gd name="connsiteY0" fmla="*/ 1394 h 47993"/>
                  <a:gd name="connsiteX1" fmla="*/ 4904 w 68504"/>
                  <a:gd name="connsiteY1" fmla="*/ 29731 h 47993"/>
                  <a:gd name="connsiteX2" fmla="*/ 1260 w 68504"/>
                  <a:gd name="connsiteY2" fmla="*/ 43090 h 47993"/>
                  <a:gd name="connsiteX3" fmla="*/ 14619 w 68504"/>
                  <a:gd name="connsiteY3" fmla="*/ 46733 h 47993"/>
                  <a:gd name="connsiteX4" fmla="*/ 63601 w 68504"/>
                  <a:gd name="connsiteY4" fmla="*/ 18397 h 47993"/>
                  <a:gd name="connsiteX5" fmla="*/ 67245 w 68504"/>
                  <a:gd name="connsiteY5" fmla="*/ 5038 h 47993"/>
                  <a:gd name="connsiteX6" fmla="*/ 53886 w 68504"/>
                  <a:gd name="connsiteY6" fmla="*/ 1394 h 4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504" h="47993">
                    <a:moveTo>
                      <a:pt x="53886" y="1394"/>
                    </a:moveTo>
                    <a:lnTo>
                      <a:pt x="4904" y="29731"/>
                    </a:lnTo>
                    <a:cubicBezTo>
                      <a:pt x="248" y="32363"/>
                      <a:pt x="-1371" y="38435"/>
                      <a:pt x="1260" y="43090"/>
                    </a:cubicBezTo>
                    <a:cubicBezTo>
                      <a:pt x="3892" y="47745"/>
                      <a:pt x="9964" y="49365"/>
                      <a:pt x="14619" y="46733"/>
                    </a:cubicBezTo>
                    <a:lnTo>
                      <a:pt x="63601" y="18397"/>
                    </a:lnTo>
                    <a:cubicBezTo>
                      <a:pt x="68257" y="15765"/>
                      <a:pt x="69876" y="9693"/>
                      <a:pt x="67245" y="5038"/>
                    </a:cubicBezTo>
                    <a:cubicBezTo>
                      <a:pt x="64613" y="180"/>
                      <a:pt x="58541" y="-1439"/>
                      <a:pt x="53886" y="139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7BB5252C-293D-09AF-490E-FF2D7E3ED798}"/>
                  </a:ext>
                </a:extLst>
              </p:cNvPr>
              <p:cNvSpPr/>
              <p:nvPr/>
            </p:nvSpPr>
            <p:spPr>
              <a:xfrm>
                <a:off x="3611051" y="3624847"/>
                <a:ext cx="68505" cy="47859"/>
              </a:xfrm>
              <a:custGeom>
                <a:avLst/>
                <a:gdLst>
                  <a:gd name="connsiteX0" fmla="*/ 53886 w 68505"/>
                  <a:gd name="connsiteY0" fmla="*/ 1260 h 47859"/>
                  <a:gd name="connsiteX1" fmla="*/ 4904 w 68505"/>
                  <a:gd name="connsiteY1" fmla="*/ 29597 h 47859"/>
                  <a:gd name="connsiteX2" fmla="*/ 1260 w 68505"/>
                  <a:gd name="connsiteY2" fmla="*/ 42956 h 47859"/>
                  <a:gd name="connsiteX3" fmla="*/ 14619 w 68505"/>
                  <a:gd name="connsiteY3" fmla="*/ 46599 h 47859"/>
                  <a:gd name="connsiteX4" fmla="*/ 63601 w 68505"/>
                  <a:gd name="connsiteY4" fmla="*/ 18263 h 47859"/>
                  <a:gd name="connsiteX5" fmla="*/ 67245 w 68505"/>
                  <a:gd name="connsiteY5" fmla="*/ 4904 h 47859"/>
                  <a:gd name="connsiteX6" fmla="*/ 53886 w 68505"/>
                  <a:gd name="connsiteY6" fmla="*/ 1260 h 47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505" h="47859">
                    <a:moveTo>
                      <a:pt x="53886" y="1260"/>
                    </a:moveTo>
                    <a:lnTo>
                      <a:pt x="4904" y="29597"/>
                    </a:lnTo>
                    <a:cubicBezTo>
                      <a:pt x="248" y="32229"/>
                      <a:pt x="-1371" y="38301"/>
                      <a:pt x="1260" y="42956"/>
                    </a:cubicBezTo>
                    <a:cubicBezTo>
                      <a:pt x="3891" y="47611"/>
                      <a:pt x="9964" y="49231"/>
                      <a:pt x="14619" y="46599"/>
                    </a:cubicBezTo>
                    <a:lnTo>
                      <a:pt x="63601" y="18263"/>
                    </a:lnTo>
                    <a:cubicBezTo>
                      <a:pt x="68257" y="15631"/>
                      <a:pt x="69876" y="9559"/>
                      <a:pt x="67245" y="4904"/>
                    </a:cubicBezTo>
                    <a:cubicBezTo>
                      <a:pt x="64613" y="248"/>
                      <a:pt x="58541" y="-1371"/>
                      <a:pt x="53886" y="126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D8162C20-79C1-FB83-F5C6-FC4B9BCC52CF}"/>
                  </a:ext>
                </a:extLst>
              </p:cNvPr>
              <p:cNvSpPr/>
              <p:nvPr/>
            </p:nvSpPr>
            <p:spPr>
              <a:xfrm>
                <a:off x="4061405" y="1161361"/>
                <a:ext cx="68302" cy="47791"/>
              </a:xfrm>
              <a:custGeom>
                <a:avLst/>
                <a:gdLst>
                  <a:gd name="connsiteX0" fmla="*/ 14619 w 68302"/>
                  <a:gd name="connsiteY0" fmla="*/ 46397 h 47791"/>
                  <a:gd name="connsiteX1" fmla="*/ 63399 w 68302"/>
                  <a:gd name="connsiteY1" fmla="*/ 18262 h 47791"/>
                  <a:gd name="connsiteX2" fmla="*/ 67042 w 68302"/>
                  <a:gd name="connsiteY2" fmla="*/ 4904 h 47791"/>
                  <a:gd name="connsiteX3" fmla="*/ 53684 w 68302"/>
                  <a:gd name="connsiteY3" fmla="*/ 1260 h 47791"/>
                  <a:gd name="connsiteX4" fmla="*/ 4904 w 68302"/>
                  <a:gd name="connsiteY4" fmla="*/ 29395 h 47791"/>
                  <a:gd name="connsiteX5" fmla="*/ 1260 w 68302"/>
                  <a:gd name="connsiteY5" fmla="*/ 42754 h 47791"/>
                  <a:gd name="connsiteX6" fmla="*/ 14619 w 68302"/>
                  <a:gd name="connsiteY6" fmla="*/ 46397 h 4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302" h="47791">
                    <a:moveTo>
                      <a:pt x="14619" y="46397"/>
                    </a:moveTo>
                    <a:lnTo>
                      <a:pt x="63399" y="18262"/>
                    </a:lnTo>
                    <a:cubicBezTo>
                      <a:pt x="68054" y="15631"/>
                      <a:pt x="69674" y="9559"/>
                      <a:pt x="67042" y="4904"/>
                    </a:cubicBezTo>
                    <a:cubicBezTo>
                      <a:pt x="64411" y="248"/>
                      <a:pt x="58339" y="-1371"/>
                      <a:pt x="53684" y="1260"/>
                    </a:cubicBezTo>
                    <a:lnTo>
                      <a:pt x="4904" y="29395"/>
                    </a:lnTo>
                    <a:cubicBezTo>
                      <a:pt x="248" y="32026"/>
                      <a:pt x="-1371" y="38098"/>
                      <a:pt x="1260" y="42754"/>
                    </a:cubicBezTo>
                    <a:cubicBezTo>
                      <a:pt x="3891" y="47611"/>
                      <a:pt x="9964" y="49231"/>
                      <a:pt x="14619" y="4639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642C183E-5505-0732-8069-9F84DE5087CE}"/>
                  </a:ext>
                </a:extLst>
              </p:cNvPr>
              <p:cNvSpPr/>
              <p:nvPr/>
            </p:nvSpPr>
            <p:spPr>
              <a:xfrm>
                <a:off x="3873167" y="1270053"/>
                <a:ext cx="68100" cy="47791"/>
              </a:xfrm>
              <a:custGeom>
                <a:avLst/>
                <a:gdLst>
                  <a:gd name="connsiteX0" fmla="*/ 14619 w 68100"/>
                  <a:gd name="connsiteY0" fmla="*/ 46397 h 47791"/>
                  <a:gd name="connsiteX1" fmla="*/ 63197 w 68100"/>
                  <a:gd name="connsiteY1" fmla="*/ 18262 h 47791"/>
                  <a:gd name="connsiteX2" fmla="*/ 66840 w 68100"/>
                  <a:gd name="connsiteY2" fmla="*/ 4904 h 47791"/>
                  <a:gd name="connsiteX3" fmla="*/ 53481 w 68100"/>
                  <a:gd name="connsiteY3" fmla="*/ 1260 h 47791"/>
                  <a:gd name="connsiteX4" fmla="*/ 4904 w 68100"/>
                  <a:gd name="connsiteY4" fmla="*/ 29395 h 47791"/>
                  <a:gd name="connsiteX5" fmla="*/ 1260 w 68100"/>
                  <a:gd name="connsiteY5" fmla="*/ 42754 h 47791"/>
                  <a:gd name="connsiteX6" fmla="*/ 14619 w 68100"/>
                  <a:gd name="connsiteY6" fmla="*/ 46397 h 4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100" h="47791">
                    <a:moveTo>
                      <a:pt x="14619" y="46397"/>
                    </a:moveTo>
                    <a:lnTo>
                      <a:pt x="63197" y="18262"/>
                    </a:lnTo>
                    <a:cubicBezTo>
                      <a:pt x="67852" y="15631"/>
                      <a:pt x="69471" y="9559"/>
                      <a:pt x="66840" y="4904"/>
                    </a:cubicBezTo>
                    <a:cubicBezTo>
                      <a:pt x="64209" y="248"/>
                      <a:pt x="58136" y="-1371"/>
                      <a:pt x="53481" y="1260"/>
                    </a:cubicBezTo>
                    <a:lnTo>
                      <a:pt x="4904" y="29395"/>
                    </a:lnTo>
                    <a:cubicBezTo>
                      <a:pt x="248" y="32026"/>
                      <a:pt x="-1371" y="38098"/>
                      <a:pt x="1260" y="42754"/>
                    </a:cubicBezTo>
                    <a:cubicBezTo>
                      <a:pt x="4094" y="47611"/>
                      <a:pt x="9964" y="49231"/>
                      <a:pt x="14619" y="4639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612F5DD3-4DC9-10C1-EA53-E7CF1231B5FA}"/>
                  </a:ext>
                </a:extLst>
              </p:cNvPr>
              <p:cNvSpPr/>
              <p:nvPr/>
            </p:nvSpPr>
            <p:spPr>
              <a:xfrm>
                <a:off x="3967286" y="1215808"/>
                <a:ext cx="68302" cy="47657"/>
              </a:xfrm>
              <a:custGeom>
                <a:avLst/>
                <a:gdLst>
                  <a:gd name="connsiteX0" fmla="*/ 14619 w 68302"/>
                  <a:gd name="connsiteY0" fmla="*/ 46397 h 47657"/>
                  <a:gd name="connsiteX1" fmla="*/ 63399 w 68302"/>
                  <a:gd name="connsiteY1" fmla="*/ 18262 h 47657"/>
                  <a:gd name="connsiteX2" fmla="*/ 67042 w 68302"/>
                  <a:gd name="connsiteY2" fmla="*/ 4904 h 47657"/>
                  <a:gd name="connsiteX3" fmla="*/ 53684 w 68302"/>
                  <a:gd name="connsiteY3" fmla="*/ 1260 h 47657"/>
                  <a:gd name="connsiteX4" fmla="*/ 4904 w 68302"/>
                  <a:gd name="connsiteY4" fmla="*/ 29395 h 47657"/>
                  <a:gd name="connsiteX5" fmla="*/ 1260 w 68302"/>
                  <a:gd name="connsiteY5" fmla="*/ 42754 h 47657"/>
                  <a:gd name="connsiteX6" fmla="*/ 14619 w 68302"/>
                  <a:gd name="connsiteY6" fmla="*/ 46397 h 47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302" h="47657">
                    <a:moveTo>
                      <a:pt x="14619" y="46397"/>
                    </a:moveTo>
                    <a:lnTo>
                      <a:pt x="63399" y="18262"/>
                    </a:lnTo>
                    <a:cubicBezTo>
                      <a:pt x="68054" y="15631"/>
                      <a:pt x="69674" y="9559"/>
                      <a:pt x="67042" y="4904"/>
                    </a:cubicBezTo>
                    <a:cubicBezTo>
                      <a:pt x="64411" y="248"/>
                      <a:pt x="58339" y="-1371"/>
                      <a:pt x="53684" y="1260"/>
                    </a:cubicBezTo>
                    <a:lnTo>
                      <a:pt x="4904" y="29395"/>
                    </a:lnTo>
                    <a:cubicBezTo>
                      <a:pt x="248" y="32026"/>
                      <a:pt x="-1371" y="38098"/>
                      <a:pt x="1260" y="42754"/>
                    </a:cubicBezTo>
                    <a:cubicBezTo>
                      <a:pt x="4094" y="47409"/>
                      <a:pt x="9964" y="49028"/>
                      <a:pt x="14619" y="4639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C2525C0A-77F1-414A-7879-82051EDCA2DE}"/>
                  </a:ext>
                </a:extLst>
              </p:cNvPr>
              <p:cNvSpPr/>
              <p:nvPr/>
            </p:nvSpPr>
            <p:spPr>
              <a:xfrm>
                <a:off x="3779048" y="1324500"/>
                <a:ext cx="68100" cy="47657"/>
              </a:xfrm>
              <a:custGeom>
                <a:avLst/>
                <a:gdLst>
                  <a:gd name="connsiteX0" fmla="*/ 14619 w 68100"/>
                  <a:gd name="connsiteY0" fmla="*/ 46397 h 47657"/>
                  <a:gd name="connsiteX1" fmla="*/ 63197 w 68100"/>
                  <a:gd name="connsiteY1" fmla="*/ 18262 h 47657"/>
                  <a:gd name="connsiteX2" fmla="*/ 66840 w 68100"/>
                  <a:gd name="connsiteY2" fmla="*/ 4904 h 47657"/>
                  <a:gd name="connsiteX3" fmla="*/ 53481 w 68100"/>
                  <a:gd name="connsiteY3" fmla="*/ 1260 h 47657"/>
                  <a:gd name="connsiteX4" fmla="*/ 4904 w 68100"/>
                  <a:gd name="connsiteY4" fmla="*/ 29395 h 47657"/>
                  <a:gd name="connsiteX5" fmla="*/ 1260 w 68100"/>
                  <a:gd name="connsiteY5" fmla="*/ 42754 h 47657"/>
                  <a:gd name="connsiteX6" fmla="*/ 14619 w 68100"/>
                  <a:gd name="connsiteY6" fmla="*/ 46397 h 47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100" h="47657">
                    <a:moveTo>
                      <a:pt x="14619" y="46397"/>
                    </a:moveTo>
                    <a:lnTo>
                      <a:pt x="63197" y="18262"/>
                    </a:lnTo>
                    <a:cubicBezTo>
                      <a:pt x="67852" y="15631"/>
                      <a:pt x="69471" y="9559"/>
                      <a:pt x="66840" y="4904"/>
                    </a:cubicBezTo>
                    <a:cubicBezTo>
                      <a:pt x="64209" y="248"/>
                      <a:pt x="58136" y="-1371"/>
                      <a:pt x="53481" y="1260"/>
                    </a:cubicBezTo>
                    <a:lnTo>
                      <a:pt x="4904" y="29395"/>
                    </a:lnTo>
                    <a:cubicBezTo>
                      <a:pt x="248" y="32026"/>
                      <a:pt x="-1371" y="38098"/>
                      <a:pt x="1260" y="42754"/>
                    </a:cubicBezTo>
                    <a:cubicBezTo>
                      <a:pt x="4094" y="47409"/>
                      <a:pt x="9964" y="49028"/>
                      <a:pt x="14619" y="4639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060A6680-DD2A-1C80-5F6B-E565E7EB88E0}"/>
                  </a:ext>
                </a:extLst>
              </p:cNvPr>
              <p:cNvSpPr/>
              <p:nvPr/>
            </p:nvSpPr>
            <p:spPr>
              <a:xfrm>
                <a:off x="3685132" y="1378745"/>
                <a:ext cx="68100" cy="47657"/>
              </a:xfrm>
              <a:custGeom>
                <a:avLst/>
                <a:gdLst>
                  <a:gd name="connsiteX0" fmla="*/ 66840 w 68100"/>
                  <a:gd name="connsiteY0" fmla="*/ 4904 h 47657"/>
                  <a:gd name="connsiteX1" fmla="*/ 53481 w 68100"/>
                  <a:gd name="connsiteY1" fmla="*/ 1260 h 47657"/>
                  <a:gd name="connsiteX2" fmla="*/ 4904 w 68100"/>
                  <a:gd name="connsiteY2" fmla="*/ 29395 h 47657"/>
                  <a:gd name="connsiteX3" fmla="*/ 1260 w 68100"/>
                  <a:gd name="connsiteY3" fmla="*/ 42754 h 47657"/>
                  <a:gd name="connsiteX4" fmla="*/ 14619 w 68100"/>
                  <a:gd name="connsiteY4" fmla="*/ 46397 h 47657"/>
                  <a:gd name="connsiteX5" fmla="*/ 63197 w 68100"/>
                  <a:gd name="connsiteY5" fmla="*/ 18262 h 47657"/>
                  <a:gd name="connsiteX6" fmla="*/ 66840 w 68100"/>
                  <a:gd name="connsiteY6" fmla="*/ 4904 h 47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100" h="47657">
                    <a:moveTo>
                      <a:pt x="66840" y="4904"/>
                    </a:moveTo>
                    <a:cubicBezTo>
                      <a:pt x="64209" y="248"/>
                      <a:pt x="58136" y="-1371"/>
                      <a:pt x="53481" y="1260"/>
                    </a:cubicBezTo>
                    <a:lnTo>
                      <a:pt x="4904" y="29395"/>
                    </a:lnTo>
                    <a:cubicBezTo>
                      <a:pt x="248" y="32026"/>
                      <a:pt x="-1371" y="38098"/>
                      <a:pt x="1260" y="42754"/>
                    </a:cubicBezTo>
                    <a:cubicBezTo>
                      <a:pt x="3892" y="47409"/>
                      <a:pt x="9964" y="49028"/>
                      <a:pt x="14619" y="46397"/>
                    </a:cubicBezTo>
                    <a:lnTo>
                      <a:pt x="63197" y="18262"/>
                    </a:lnTo>
                    <a:cubicBezTo>
                      <a:pt x="67852" y="15631"/>
                      <a:pt x="69471" y="9761"/>
                      <a:pt x="66840" y="490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70AE8E02-8C5B-A23F-8FD3-898C2735E3B3}"/>
                  </a:ext>
                </a:extLst>
              </p:cNvPr>
              <p:cNvSpPr/>
              <p:nvPr/>
            </p:nvSpPr>
            <p:spPr>
              <a:xfrm>
                <a:off x="4155726" y="1120774"/>
                <a:ext cx="69973" cy="34253"/>
              </a:xfrm>
              <a:custGeom>
                <a:avLst/>
                <a:gdLst>
                  <a:gd name="connsiteX0" fmla="*/ 14417 w 69973"/>
                  <a:gd name="connsiteY0" fmla="*/ 32739 h 34253"/>
                  <a:gd name="connsiteX1" fmla="*/ 34860 w 69973"/>
                  <a:gd name="connsiteY1" fmla="*/ 21000 h 34253"/>
                  <a:gd name="connsiteX2" fmla="*/ 55303 w 69973"/>
                  <a:gd name="connsiteY2" fmla="*/ 32942 h 34253"/>
                  <a:gd name="connsiteX3" fmla="*/ 68662 w 69973"/>
                  <a:gd name="connsiteY3" fmla="*/ 29501 h 34253"/>
                  <a:gd name="connsiteX4" fmla="*/ 65221 w 69973"/>
                  <a:gd name="connsiteY4" fmla="*/ 16142 h 34253"/>
                  <a:gd name="connsiteX5" fmla="*/ 39920 w 69973"/>
                  <a:gd name="connsiteY5" fmla="*/ 1366 h 34253"/>
                  <a:gd name="connsiteX6" fmla="*/ 30205 w 69973"/>
                  <a:gd name="connsiteY6" fmla="*/ 1366 h 34253"/>
                  <a:gd name="connsiteX7" fmla="*/ 4904 w 69973"/>
                  <a:gd name="connsiteY7" fmla="*/ 15939 h 34253"/>
                  <a:gd name="connsiteX8" fmla="*/ 1260 w 69973"/>
                  <a:gd name="connsiteY8" fmla="*/ 29298 h 34253"/>
                  <a:gd name="connsiteX9" fmla="*/ 14417 w 69973"/>
                  <a:gd name="connsiteY9" fmla="*/ 32739 h 34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9973" h="34253">
                    <a:moveTo>
                      <a:pt x="14417" y="32739"/>
                    </a:moveTo>
                    <a:lnTo>
                      <a:pt x="34860" y="21000"/>
                    </a:lnTo>
                    <a:lnTo>
                      <a:pt x="55303" y="32942"/>
                    </a:lnTo>
                    <a:cubicBezTo>
                      <a:pt x="59756" y="35573"/>
                      <a:pt x="65828" y="34156"/>
                      <a:pt x="68662" y="29501"/>
                    </a:cubicBezTo>
                    <a:cubicBezTo>
                      <a:pt x="71293" y="24845"/>
                      <a:pt x="69876" y="18773"/>
                      <a:pt x="65221" y="16142"/>
                    </a:cubicBezTo>
                    <a:lnTo>
                      <a:pt x="39920" y="1366"/>
                    </a:lnTo>
                    <a:cubicBezTo>
                      <a:pt x="36884" y="-455"/>
                      <a:pt x="33241" y="-455"/>
                      <a:pt x="30205" y="1366"/>
                    </a:cubicBezTo>
                    <a:lnTo>
                      <a:pt x="4904" y="15939"/>
                    </a:lnTo>
                    <a:cubicBezTo>
                      <a:pt x="248" y="18571"/>
                      <a:pt x="-1371" y="24643"/>
                      <a:pt x="1260" y="29298"/>
                    </a:cubicBezTo>
                    <a:cubicBezTo>
                      <a:pt x="3689" y="33751"/>
                      <a:pt x="9761" y="35371"/>
                      <a:pt x="14417" y="3273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4377AAF9-DE05-5244-8713-FBC2C3942E66}"/>
                  </a:ext>
                </a:extLst>
              </p:cNvPr>
              <p:cNvSpPr/>
              <p:nvPr/>
            </p:nvSpPr>
            <p:spPr>
              <a:xfrm>
                <a:off x="4326303" y="1205344"/>
                <a:ext cx="61321" cy="43802"/>
              </a:xfrm>
              <a:custGeom>
                <a:avLst/>
                <a:gdLst>
                  <a:gd name="connsiteX0" fmla="*/ 46651 w 61321"/>
                  <a:gd name="connsiteY0" fmla="*/ 42490 h 43802"/>
                  <a:gd name="connsiteX1" fmla="*/ 60010 w 61321"/>
                  <a:gd name="connsiteY1" fmla="*/ 39049 h 43802"/>
                  <a:gd name="connsiteX2" fmla="*/ 56569 w 61321"/>
                  <a:gd name="connsiteY2" fmla="*/ 25691 h 43802"/>
                  <a:gd name="connsiteX3" fmla="*/ 14671 w 61321"/>
                  <a:gd name="connsiteY3" fmla="*/ 1402 h 43802"/>
                  <a:gd name="connsiteX4" fmla="*/ 1312 w 61321"/>
                  <a:gd name="connsiteY4" fmla="*/ 4843 h 43802"/>
                  <a:gd name="connsiteX5" fmla="*/ 4753 w 61321"/>
                  <a:gd name="connsiteY5" fmla="*/ 18202 h 43802"/>
                  <a:gd name="connsiteX6" fmla="*/ 46651 w 61321"/>
                  <a:gd name="connsiteY6" fmla="*/ 42490 h 43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321" h="43802">
                    <a:moveTo>
                      <a:pt x="46651" y="42490"/>
                    </a:moveTo>
                    <a:cubicBezTo>
                      <a:pt x="51104" y="45122"/>
                      <a:pt x="57176" y="43705"/>
                      <a:pt x="60010" y="39049"/>
                    </a:cubicBezTo>
                    <a:cubicBezTo>
                      <a:pt x="62641" y="34394"/>
                      <a:pt x="61224" y="28322"/>
                      <a:pt x="56569" y="25691"/>
                    </a:cubicBezTo>
                    <a:lnTo>
                      <a:pt x="14671" y="1402"/>
                    </a:lnTo>
                    <a:cubicBezTo>
                      <a:pt x="10016" y="-1432"/>
                      <a:pt x="4146" y="187"/>
                      <a:pt x="1312" y="4843"/>
                    </a:cubicBezTo>
                    <a:cubicBezTo>
                      <a:pt x="-1319" y="9498"/>
                      <a:pt x="97" y="15570"/>
                      <a:pt x="4753" y="18202"/>
                    </a:cubicBezTo>
                    <a:lnTo>
                      <a:pt x="46651" y="42490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F52060A1-79CB-605E-DC5D-9D9DF3DD4AB2}"/>
                  </a:ext>
                </a:extLst>
              </p:cNvPr>
              <p:cNvSpPr/>
              <p:nvPr/>
            </p:nvSpPr>
            <p:spPr>
              <a:xfrm>
                <a:off x="4245341" y="1158183"/>
                <a:ext cx="61321" cy="43802"/>
              </a:xfrm>
              <a:custGeom>
                <a:avLst/>
                <a:gdLst>
                  <a:gd name="connsiteX0" fmla="*/ 46651 w 61321"/>
                  <a:gd name="connsiteY0" fmla="*/ 42490 h 43802"/>
                  <a:gd name="connsiteX1" fmla="*/ 60010 w 61321"/>
                  <a:gd name="connsiteY1" fmla="*/ 39050 h 43802"/>
                  <a:gd name="connsiteX2" fmla="*/ 56569 w 61321"/>
                  <a:gd name="connsiteY2" fmla="*/ 25691 h 43802"/>
                  <a:gd name="connsiteX3" fmla="*/ 14671 w 61321"/>
                  <a:gd name="connsiteY3" fmla="*/ 1402 h 43802"/>
                  <a:gd name="connsiteX4" fmla="*/ 1312 w 61321"/>
                  <a:gd name="connsiteY4" fmla="*/ 4843 h 43802"/>
                  <a:gd name="connsiteX5" fmla="*/ 4753 w 61321"/>
                  <a:gd name="connsiteY5" fmla="*/ 18202 h 43802"/>
                  <a:gd name="connsiteX6" fmla="*/ 46651 w 61321"/>
                  <a:gd name="connsiteY6" fmla="*/ 42490 h 43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321" h="43802">
                    <a:moveTo>
                      <a:pt x="46651" y="42490"/>
                    </a:moveTo>
                    <a:cubicBezTo>
                      <a:pt x="51104" y="45122"/>
                      <a:pt x="57176" y="43705"/>
                      <a:pt x="60010" y="39050"/>
                    </a:cubicBezTo>
                    <a:cubicBezTo>
                      <a:pt x="62641" y="34394"/>
                      <a:pt x="61224" y="28322"/>
                      <a:pt x="56569" y="25691"/>
                    </a:cubicBezTo>
                    <a:lnTo>
                      <a:pt x="14671" y="1402"/>
                    </a:lnTo>
                    <a:cubicBezTo>
                      <a:pt x="10016" y="-1432"/>
                      <a:pt x="3943" y="187"/>
                      <a:pt x="1312" y="4843"/>
                    </a:cubicBezTo>
                    <a:cubicBezTo>
                      <a:pt x="-1319" y="9498"/>
                      <a:pt x="97" y="15570"/>
                      <a:pt x="4753" y="18202"/>
                    </a:cubicBezTo>
                    <a:lnTo>
                      <a:pt x="46651" y="42490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9842BAEF-825F-00CC-8B26-2DFAF9F507B3}"/>
                  </a:ext>
                </a:extLst>
              </p:cNvPr>
              <p:cNvSpPr/>
              <p:nvPr/>
            </p:nvSpPr>
            <p:spPr>
              <a:xfrm>
                <a:off x="3749123" y="2250009"/>
                <a:ext cx="1102537" cy="1432570"/>
              </a:xfrm>
              <a:custGeom>
                <a:avLst/>
                <a:gdLst>
                  <a:gd name="connsiteX0" fmla="*/ 1085925 w 1102537"/>
                  <a:gd name="connsiteY0" fmla="*/ 103773 h 1432570"/>
                  <a:gd name="connsiteX1" fmla="*/ 986139 w 1102537"/>
                  <a:gd name="connsiteY1" fmla="*/ 45682 h 1432570"/>
                  <a:gd name="connsiteX2" fmla="*/ 495708 w 1102537"/>
                  <a:gd name="connsiteY2" fmla="*/ 95070 h 1432570"/>
                  <a:gd name="connsiteX3" fmla="*/ 12970 w 1102537"/>
                  <a:gd name="connsiteY3" fmla="*/ 603919 h 1432570"/>
                  <a:gd name="connsiteX4" fmla="*/ 16613 w 1102537"/>
                  <a:gd name="connsiteY4" fmla="*/ 683465 h 1432570"/>
                  <a:gd name="connsiteX5" fmla="*/ 116601 w 1102537"/>
                  <a:gd name="connsiteY5" fmla="*/ 741555 h 1432570"/>
                  <a:gd name="connsiteX6" fmla="*/ 116601 w 1102537"/>
                  <a:gd name="connsiteY6" fmla="*/ 741555 h 1432570"/>
                  <a:gd name="connsiteX7" fmla="*/ 116804 w 1102537"/>
                  <a:gd name="connsiteY7" fmla="*/ 741758 h 1432570"/>
                  <a:gd name="connsiteX8" fmla="*/ 139069 w 1102537"/>
                  <a:gd name="connsiteY8" fmla="*/ 744591 h 1432570"/>
                  <a:gd name="connsiteX9" fmla="*/ 151415 w 1102537"/>
                  <a:gd name="connsiteY9" fmla="*/ 760986 h 1432570"/>
                  <a:gd name="connsiteX10" fmla="*/ 251607 w 1102537"/>
                  <a:gd name="connsiteY10" fmla="*/ 818874 h 1432570"/>
                  <a:gd name="connsiteX11" fmla="*/ 251809 w 1102537"/>
                  <a:gd name="connsiteY11" fmla="*/ 819077 h 1432570"/>
                  <a:gd name="connsiteX12" fmla="*/ 266989 w 1102537"/>
                  <a:gd name="connsiteY12" fmla="*/ 822518 h 1432570"/>
                  <a:gd name="connsiteX13" fmla="*/ 273264 w 1102537"/>
                  <a:gd name="connsiteY13" fmla="*/ 821506 h 1432570"/>
                  <a:gd name="connsiteX14" fmla="*/ 286623 w 1102537"/>
                  <a:gd name="connsiteY14" fmla="*/ 837698 h 1432570"/>
                  <a:gd name="connsiteX15" fmla="*/ 347952 w 1102537"/>
                  <a:gd name="connsiteY15" fmla="*/ 873119 h 1432570"/>
                  <a:gd name="connsiteX16" fmla="*/ 280753 w 1102537"/>
                  <a:gd name="connsiteY16" fmla="*/ 903683 h 1432570"/>
                  <a:gd name="connsiteX17" fmla="*/ 169227 w 1102537"/>
                  <a:gd name="connsiteY17" fmla="*/ 1062774 h 1432570"/>
                  <a:gd name="connsiteX18" fmla="*/ 168822 w 1102537"/>
                  <a:gd name="connsiteY18" fmla="*/ 1208304 h 1432570"/>
                  <a:gd name="connsiteX19" fmla="*/ 170441 w 1102537"/>
                  <a:gd name="connsiteY19" fmla="*/ 1229354 h 1432570"/>
                  <a:gd name="connsiteX20" fmla="*/ 151011 w 1102537"/>
                  <a:gd name="connsiteY20" fmla="*/ 1240689 h 1432570"/>
                  <a:gd name="connsiteX21" fmla="*/ 147367 w 1102537"/>
                  <a:gd name="connsiteY21" fmla="*/ 1254048 h 1432570"/>
                  <a:gd name="connsiteX22" fmla="*/ 160726 w 1102537"/>
                  <a:gd name="connsiteY22" fmla="*/ 1257691 h 1432570"/>
                  <a:gd name="connsiteX23" fmla="*/ 174895 w 1102537"/>
                  <a:gd name="connsiteY23" fmla="*/ 1249393 h 1432570"/>
                  <a:gd name="connsiteX24" fmla="*/ 281968 w 1102537"/>
                  <a:gd name="connsiteY24" fmla="*/ 1369824 h 1432570"/>
                  <a:gd name="connsiteX25" fmla="*/ 485386 w 1102537"/>
                  <a:gd name="connsiteY25" fmla="*/ 1430951 h 1432570"/>
                  <a:gd name="connsiteX26" fmla="*/ 496113 w 1102537"/>
                  <a:gd name="connsiteY26" fmla="*/ 1422248 h 1432570"/>
                  <a:gd name="connsiteX27" fmla="*/ 487410 w 1102537"/>
                  <a:gd name="connsiteY27" fmla="*/ 1411520 h 1432570"/>
                  <a:gd name="connsiteX28" fmla="*/ 291885 w 1102537"/>
                  <a:gd name="connsiteY28" fmla="*/ 1353024 h 1432570"/>
                  <a:gd name="connsiteX29" fmla="*/ 188253 w 1102537"/>
                  <a:gd name="connsiteY29" fmla="*/ 1208709 h 1432570"/>
                  <a:gd name="connsiteX30" fmla="*/ 188456 w 1102537"/>
                  <a:gd name="connsiteY30" fmla="*/ 1135235 h 1432570"/>
                  <a:gd name="connsiteX31" fmla="*/ 282372 w 1102537"/>
                  <a:gd name="connsiteY31" fmla="*/ 1224294 h 1432570"/>
                  <a:gd name="connsiteX32" fmla="*/ 815713 w 1102537"/>
                  <a:gd name="connsiteY32" fmla="*/ 1221460 h 1432570"/>
                  <a:gd name="connsiteX33" fmla="*/ 903355 w 1102537"/>
                  <a:gd name="connsiteY33" fmla="*/ 1137057 h 1432570"/>
                  <a:gd name="connsiteX34" fmla="*/ 903152 w 1102537"/>
                  <a:gd name="connsiteY34" fmla="*/ 1210733 h 1432570"/>
                  <a:gd name="connsiteX35" fmla="*/ 801342 w 1102537"/>
                  <a:gd name="connsiteY35" fmla="*/ 1353024 h 1432570"/>
                  <a:gd name="connsiteX36" fmla="*/ 589625 w 1102537"/>
                  <a:gd name="connsiteY36" fmla="*/ 1413139 h 1432570"/>
                  <a:gd name="connsiteX37" fmla="*/ 580517 w 1102537"/>
                  <a:gd name="connsiteY37" fmla="*/ 1423462 h 1432570"/>
                  <a:gd name="connsiteX38" fmla="*/ 590232 w 1102537"/>
                  <a:gd name="connsiteY38" fmla="*/ 1432570 h 1432570"/>
                  <a:gd name="connsiteX39" fmla="*/ 590839 w 1102537"/>
                  <a:gd name="connsiteY39" fmla="*/ 1432570 h 1432570"/>
                  <a:gd name="connsiteX40" fmla="*/ 811057 w 1102537"/>
                  <a:gd name="connsiteY40" fmla="*/ 1369824 h 1432570"/>
                  <a:gd name="connsiteX41" fmla="*/ 922583 w 1102537"/>
                  <a:gd name="connsiteY41" fmla="*/ 1210733 h 1432570"/>
                  <a:gd name="connsiteX42" fmla="*/ 922988 w 1102537"/>
                  <a:gd name="connsiteY42" fmla="*/ 1065203 h 1432570"/>
                  <a:gd name="connsiteX43" fmla="*/ 877649 w 1102537"/>
                  <a:gd name="connsiteY43" fmla="*/ 957523 h 1432570"/>
                  <a:gd name="connsiteX44" fmla="*/ 863886 w 1102537"/>
                  <a:gd name="connsiteY44" fmla="*/ 956915 h 1432570"/>
                  <a:gd name="connsiteX45" fmla="*/ 863278 w 1102537"/>
                  <a:gd name="connsiteY45" fmla="*/ 970679 h 1432570"/>
                  <a:gd name="connsiteX46" fmla="*/ 810855 w 1102537"/>
                  <a:gd name="connsiteY46" fmla="*/ 1201625 h 1432570"/>
                  <a:gd name="connsiteX47" fmla="*/ 292493 w 1102537"/>
                  <a:gd name="connsiteY47" fmla="*/ 1207494 h 1432570"/>
                  <a:gd name="connsiteX48" fmla="*/ 290671 w 1102537"/>
                  <a:gd name="connsiteY48" fmla="*/ 920887 h 1432570"/>
                  <a:gd name="connsiteX49" fmla="*/ 370217 w 1102537"/>
                  <a:gd name="connsiteY49" fmla="*/ 886276 h 1432570"/>
                  <a:gd name="connsiteX50" fmla="*/ 392076 w 1102537"/>
                  <a:gd name="connsiteY50" fmla="*/ 897206 h 1432570"/>
                  <a:gd name="connsiteX51" fmla="*/ 421223 w 1102537"/>
                  <a:gd name="connsiteY51" fmla="*/ 1023102 h 1432570"/>
                  <a:gd name="connsiteX52" fmla="*/ 521212 w 1102537"/>
                  <a:gd name="connsiteY52" fmla="*/ 1081193 h 1432570"/>
                  <a:gd name="connsiteX53" fmla="*/ 607842 w 1102537"/>
                  <a:gd name="connsiteY53" fmla="*/ 1073299 h 1432570"/>
                  <a:gd name="connsiteX54" fmla="*/ 719772 w 1102537"/>
                  <a:gd name="connsiteY54" fmla="*/ 886073 h 1432570"/>
                  <a:gd name="connsiteX55" fmla="*/ 810653 w 1102537"/>
                  <a:gd name="connsiteY55" fmla="*/ 927162 h 1432570"/>
                  <a:gd name="connsiteX56" fmla="*/ 824012 w 1102537"/>
                  <a:gd name="connsiteY56" fmla="*/ 924126 h 1432570"/>
                  <a:gd name="connsiteX57" fmla="*/ 820975 w 1102537"/>
                  <a:gd name="connsiteY57" fmla="*/ 910767 h 1432570"/>
                  <a:gd name="connsiteX58" fmla="*/ 718962 w 1102537"/>
                  <a:gd name="connsiteY58" fmla="*/ 865428 h 1432570"/>
                  <a:gd name="connsiteX59" fmla="*/ 684149 w 1102537"/>
                  <a:gd name="connsiteY59" fmla="*/ 801670 h 1432570"/>
                  <a:gd name="connsiteX60" fmla="*/ 683946 w 1102537"/>
                  <a:gd name="connsiteY60" fmla="*/ 801265 h 1432570"/>
                  <a:gd name="connsiteX61" fmla="*/ 683744 w 1102537"/>
                  <a:gd name="connsiteY61" fmla="*/ 801265 h 1432570"/>
                  <a:gd name="connsiteX62" fmla="*/ 584362 w 1102537"/>
                  <a:gd name="connsiteY62" fmla="*/ 743579 h 1432570"/>
                  <a:gd name="connsiteX63" fmla="*/ 559062 w 1102537"/>
                  <a:gd name="connsiteY63" fmla="*/ 735281 h 1432570"/>
                  <a:gd name="connsiteX64" fmla="*/ 750335 w 1102537"/>
                  <a:gd name="connsiteY64" fmla="*/ 685489 h 1432570"/>
                  <a:gd name="connsiteX65" fmla="*/ 821380 w 1102537"/>
                  <a:gd name="connsiteY65" fmla="*/ 648246 h 1432570"/>
                  <a:gd name="connsiteX66" fmla="*/ 815105 w 1102537"/>
                  <a:gd name="connsiteY66" fmla="*/ 567486 h 1432570"/>
                  <a:gd name="connsiteX67" fmla="*/ 717748 w 1102537"/>
                  <a:gd name="connsiteY67" fmla="*/ 510610 h 1432570"/>
                  <a:gd name="connsiteX68" fmla="*/ 583350 w 1102537"/>
                  <a:gd name="connsiteY68" fmla="*/ 496846 h 1432570"/>
                  <a:gd name="connsiteX69" fmla="*/ 884328 w 1102537"/>
                  <a:gd name="connsiteY69" fmla="*/ 453329 h 1432570"/>
                  <a:gd name="connsiteX70" fmla="*/ 955170 w 1102537"/>
                  <a:gd name="connsiteY70" fmla="*/ 416288 h 1432570"/>
                  <a:gd name="connsiteX71" fmla="*/ 951932 w 1102537"/>
                  <a:gd name="connsiteY71" fmla="*/ 337350 h 1432570"/>
                  <a:gd name="connsiteX72" fmla="*/ 851336 w 1102537"/>
                  <a:gd name="connsiteY72" fmla="*/ 278855 h 1432570"/>
                  <a:gd name="connsiteX73" fmla="*/ 601972 w 1102537"/>
                  <a:gd name="connsiteY73" fmla="*/ 266305 h 1432570"/>
                  <a:gd name="connsiteX74" fmla="*/ 1018322 w 1102537"/>
                  <a:gd name="connsiteY74" fmla="*/ 221371 h 1432570"/>
                  <a:gd name="connsiteX75" fmla="*/ 1089569 w 1102537"/>
                  <a:gd name="connsiteY75" fmla="*/ 184128 h 1432570"/>
                  <a:gd name="connsiteX76" fmla="*/ 1085925 w 1102537"/>
                  <a:gd name="connsiteY76" fmla="*/ 103773 h 1432570"/>
                  <a:gd name="connsiteX77" fmla="*/ 1085925 w 1102537"/>
                  <a:gd name="connsiteY77" fmla="*/ 103773 h 1432570"/>
                  <a:gd name="connsiteX78" fmla="*/ 26531 w 1102537"/>
                  <a:gd name="connsiteY78" fmla="*/ 666463 h 1432570"/>
                  <a:gd name="connsiteX79" fmla="*/ 29972 w 1102537"/>
                  <a:gd name="connsiteY79" fmla="*/ 613432 h 1432570"/>
                  <a:gd name="connsiteX80" fmla="*/ 505626 w 1102537"/>
                  <a:gd name="connsiteY80" fmla="*/ 111869 h 1432570"/>
                  <a:gd name="connsiteX81" fmla="*/ 980876 w 1102537"/>
                  <a:gd name="connsiteY81" fmla="*/ 65114 h 1432570"/>
                  <a:gd name="connsiteX82" fmla="*/ 651764 w 1102537"/>
                  <a:gd name="connsiteY82" fmla="*/ 123609 h 1432570"/>
                  <a:gd name="connsiteX83" fmla="*/ 112553 w 1102537"/>
                  <a:gd name="connsiteY83" fmla="*/ 661807 h 1432570"/>
                  <a:gd name="connsiteX84" fmla="*/ 99397 w 1102537"/>
                  <a:gd name="connsiteY84" fmla="*/ 708968 h 1432570"/>
                  <a:gd name="connsiteX85" fmla="*/ 26531 w 1102537"/>
                  <a:gd name="connsiteY85" fmla="*/ 666463 h 1432570"/>
                  <a:gd name="connsiteX86" fmla="*/ 700948 w 1102537"/>
                  <a:gd name="connsiteY86" fmla="*/ 878382 h 1432570"/>
                  <a:gd name="connsiteX87" fmla="*/ 598126 w 1102537"/>
                  <a:gd name="connsiteY87" fmla="*/ 1056297 h 1432570"/>
                  <a:gd name="connsiteX88" fmla="*/ 506031 w 1102537"/>
                  <a:gd name="connsiteY88" fmla="*/ 981204 h 1432570"/>
                  <a:gd name="connsiteX89" fmla="*/ 607234 w 1102537"/>
                  <a:gd name="connsiteY89" fmla="*/ 825554 h 1432570"/>
                  <a:gd name="connsiteX90" fmla="*/ 700948 w 1102537"/>
                  <a:gd name="connsiteY90" fmla="*/ 878382 h 1432570"/>
                  <a:gd name="connsiteX91" fmla="*/ 574849 w 1102537"/>
                  <a:gd name="connsiteY91" fmla="*/ 759772 h 1432570"/>
                  <a:gd name="connsiteX92" fmla="*/ 633952 w 1102537"/>
                  <a:gd name="connsiteY92" fmla="*/ 793978 h 1432570"/>
                  <a:gd name="connsiteX93" fmla="*/ 597519 w 1102537"/>
                  <a:gd name="connsiteY93" fmla="*/ 808147 h 1432570"/>
                  <a:gd name="connsiteX94" fmla="*/ 487005 w 1102537"/>
                  <a:gd name="connsiteY94" fmla="*/ 978168 h 1432570"/>
                  <a:gd name="connsiteX95" fmla="*/ 490446 w 1102537"/>
                  <a:gd name="connsiteY95" fmla="*/ 1040104 h 1432570"/>
                  <a:gd name="connsiteX96" fmla="*/ 431343 w 1102537"/>
                  <a:gd name="connsiteY96" fmla="*/ 1005695 h 1432570"/>
                  <a:gd name="connsiteX97" fmla="*/ 412115 w 1102537"/>
                  <a:gd name="connsiteY97" fmla="*/ 897610 h 1432570"/>
                  <a:gd name="connsiteX98" fmla="*/ 425271 w 1102537"/>
                  <a:gd name="connsiteY98" fmla="*/ 892348 h 1432570"/>
                  <a:gd name="connsiteX99" fmla="*/ 457656 w 1102537"/>
                  <a:gd name="connsiteY99" fmla="*/ 858343 h 1432570"/>
                  <a:gd name="connsiteX100" fmla="*/ 536595 w 1102537"/>
                  <a:gd name="connsiteY100" fmla="*/ 755926 h 1432570"/>
                  <a:gd name="connsiteX101" fmla="*/ 574849 w 1102537"/>
                  <a:gd name="connsiteY101" fmla="*/ 759772 h 1432570"/>
                  <a:gd name="connsiteX102" fmla="*/ 804783 w 1102537"/>
                  <a:gd name="connsiteY102" fmla="*/ 637923 h 1432570"/>
                  <a:gd name="connsiteX103" fmla="*/ 779482 w 1102537"/>
                  <a:gd name="connsiteY103" fmla="*/ 664843 h 1432570"/>
                  <a:gd name="connsiteX104" fmla="*/ 760254 w 1102537"/>
                  <a:gd name="connsiteY104" fmla="*/ 667879 h 1432570"/>
                  <a:gd name="connsiteX105" fmla="*/ 597519 w 1102537"/>
                  <a:gd name="connsiteY105" fmla="*/ 683262 h 1432570"/>
                  <a:gd name="connsiteX106" fmla="*/ 440654 w 1102537"/>
                  <a:gd name="connsiteY106" fmla="*/ 848426 h 1432570"/>
                  <a:gd name="connsiteX107" fmla="*/ 415353 w 1102537"/>
                  <a:gd name="connsiteY107" fmla="*/ 875346 h 1432570"/>
                  <a:gd name="connsiteX108" fmla="*/ 399565 w 1102537"/>
                  <a:gd name="connsiteY108" fmla="*/ 825351 h 1432570"/>
                  <a:gd name="connsiteX109" fmla="*/ 606830 w 1102537"/>
                  <a:gd name="connsiteY109" fmla="*/ 606753 h 1432570"/>
                  <a:gd name="connsiteX110" fmla="*/ 808021 w 1102537"/>
                  <a:gd name="connsiteY110" fmla="*/ 585298 h 1432570"/>
                  <a:gd name="connsiteX111" fmla="*/ 808224 w 1102537"/>
                  <a:gd name="connsiteY111" fmla="*/ 585298 h 1432570"/>
                  <a:gd name="connsiteX112" fmla="*/ 804783 w 1102537"/>
                  <a:gd name="connsiteY112" fmla="*/ 637923 h 1432570"/>
                  <a:gd name="connsiteX113" fmla="*/ 708437 w 1102537"/>
                  <a:gd name="connsiteY113" fmla="*/ 527005 h 1432570"/>
                  <a:gd name="connsiteX114" fmla="*/ 743251 w 1102537"/>
                  <a:gd name="connsiteY114" fmla="*/ 547448 h 1432570"/>
                  <a:gd name="connsiteX115" fmla="*/ 597114 w 1102537"/>
                  <a:gd name="connsiteY115" fmla="*/ 589548 h 1432570"/>
                  <a:gd name="connsiteX116" fmla="*/ 382766 w 1102537"/>
                  <a:gd name="connsiteY116" fmla="*/ 815636 h 1432570"/>
                  <a:gd name="connsiteX117" fmla="*/ 369812 w 1102537"/>
                  <a:gd name="connsiteY117" fmla="*/ 862797 h 1432570"/>
                  <a:gd name="connsiteX118" fmla="*/ 296541 w 1102537"/>
                  <a:gd name="connsiteY118" fmla="*/ 820494 h 1432570"/>
                  <a:gd name="connsiteX119" fmla="*/ 291481 w 1102537"/>
                  <a:gd name="connsiteY119" fmla="*/ 814219 h 1432570"/>
                  <a:gd name="connsiteX120" fmla="*/ 322651 w 1102537"/>
                  <a:gd name="connsiteY120" fmla="*/ 781227 h 1432570"/>
                  <a:gd name="connsiteX121" fmla="*/ 523843 w 1102537"/>
                  <a:gd name="connsiteY121" fmla="*/ 539351 h 1432570"/>
                  <a:gd name="connsiteX122" fmla="*/ 708437 w 1102537"/>
                  <a:gd name="connsiteY122" fmla="*/ 527005 h 1432570"/>
                  <a:gd name="connsiteX123" fmla="*/ 938573 w 1102537"/>
                  <a:gd name="connsiteY123" fmla="*/ 405966 h 1432570"/>
                  <a:gd name="connsiteX124" fmla="*/ 913475 w 1102537"/>
                  <a:gd name="connsiteY124" fmla="*/ 432683 h 1432570"/>
                  <a:gd name="connsiteX125" fmla="*/ 894246 w 1102537"/>
                  <a:gd name="connsiteY125" fmla="*/ 435719 h 1432570"/>
                  <a:gd name="connsiteX126" fmla="*/ 596911 w 1102537"/>
                  <a:gd name="connsiteY126" fmla="*/ 464866 h 1432570"/>
                  <a:gd name="connsiteX127" fmla="*/ 305851 w 1102537"/>
                  <a:gd name="connsiteY127" fmla="*/ 771511 h 1432570"/>
                  <a:gd name="connsiteX128" fmla="*/ 280551 w 1102537"/>
                  <a:gd name="connsiteY128" fmla="*/ 798431 h 1432570"/>
                  <a:gd name="connsiteX129" fmla="*/ 264560 w 1102537"/>
                  <a:gd name="connsiteY129" fmla="*/ 748437 h 1432570"/>
                  <a:gd name="connsiteX130" fmla="*/ 694674 w 1102537"/>
                  <a:gd name="connsiteY130" fmla="*/ 346458 h 1432570"/>
                  <a:gd name="connsiteX131" fmla="*/ 942014 w 1102537"/>
                  <a:gd name="connsiteY131" fmla="*/ 352733 h 1432570"/>
                  <a:gd name="connsiteX132" fmla="*/ 938573 w 1102537"/>
                  <a:gd name="connsiteY132" fmla="*/ 405966 h 1432570"/>
                  <a:gd name="connsiteX133" fmla="*/ 859433 w 1102537"/>
                  <a:gd name="connsiteY133" fmla="*/ 305167 h 1432570"/>
                  <a:gd name="connsiteX134" fmla="*/ 688804 w 1102537"/>
                  <a:gd name="connsiteY134" fmla="*/ 328039 h 1432570"/>
                  <a:gd name="connsiteX135" fmla="*/ 247558 w 1102537"/>
                  <a:gd name="connsiteY135" fmla="*/ 738721 h 1432570"/>
                  <a:gd name="connsiteX136" fmla="*/ 234807 w 1102537"/>
                  <a:gd name="connsiteY136" fmla="*/ 786287 h 1432570"/>
                  <a:gd name="connsiteX137" fmla="*/ 161738 w 1102537"/>
                  <a:gd name="connsiteY137" fmla="*/ 743782 h 1432570"/>
                  <a:gd name="connsiteX138" fmla="*/ 156880 w 1102537"/>
                  <a:gd name="connsiteY138" fmla="*/ 737102 h 1432570"/>
                  <a:gd name="connsiteX139" fmla="*/ 187849 w 1102537"/>
                  <a:gd name="connsiteY139" fmla="*/ 704312 h 1432570"/>
                  <a:gd name="connsiteX140" fmla="*/ 510079 w 1102537"/>
                  <a:gd name="connsiteY140" fmla="*/ 328039 h 1432570"/>
                  <a:gd name="connsiteX141" fmla="*/ 859433 w 1102537"/>
                  <a:gd name="connsiteY141" fmla="*/ 305167 h 1432570"/>
                  <a:gd name="connsiteX142" fmla="*/ 1072971 w 1102537"/>
                  <a:gd name="connsiteY142" fmla="*/ 173603 h 1432570"/>
                  <a:gd name="connsiteX143" fmla="*/ 1047670 w 1102537"/>
                  <a:gd name="connsiteY143" fmla="*/ 200523 h 1432570"/>
                  <a:gd name="connsiteX144" fmla="*/ 1028442 w 1102537"/>
                  <a:gd name="connsiteY144" fmla="*/ 203559 h 1432570"/>
                  <a:gd name="connsiteX145" fmla="*/ 596305 w 1102537"/>
                  <a:gd name="connsiteY145" fmla="*/ 246470 h 1432570"/>
                  <a:gd name="connsiteX146" fmla="*/ 171049 w 1102537"/>
                  <a:gd name="connsiteY146" fmla="*/ 694799 h 1432570"/>
                  <a:gd name="connsiteX147" fmla="*/ 145748 w 1102537"/>
                  <a:gd name="connsiteY147" fmla="*/ 721719 h 1432570"/>
                  <a:gd name="connsiteX148" fmla="*/ 120650 w 1102537"/>
                  <a:gd name="connsiteY148" fmla="*/ 698443 h 1432570"/>
                  <a:gd name="connsiteX149" fmla="*/ 129960 w 1102537"/>
                  <a:gd name="connsiteY149" fmla="*/ 671523 h 1432570"/>
                  <a:gd name="connsiteX150" fmla="*/ 673624 w 1102537"/>
                  <a:gd name="connsiteY150" fmla="*/ 134539 h 1432570"/>
                  <a:gd name="connsiteX151" fmla="*/ 1064065 w 1102537"/>
                  <a:gd name="connsiteY151" fmla="*/ 114905 h 1432570"/>
                  <a:gd name="connsiteX152" fmla="*/ 1076412 w 1102537"/>
                  <a:gd name="connsiteY152" fmla="*/ 120573 h 1432570"/>
                  <a:gd name="connsiteX153" fmla="*/ 1072971 w 1102537"/>
                  <a:gd name="connsiteY153" fmla="*/ 173603 h 143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</a:cxnLst>
                <a:rect l="l" t="t" r="r" b="b"/>
                <a:pathLst>
                  <a:path w="1102537" h="1432570">
                    <a:moveTo>
                      <a:pt x="1085925" y="103773"/>
                    </a:moveTo>
                    <a:lnTo>
                      <a:pt x="986139" y="45682"/>
                    </a:lnTo>
                    <a:cubicBezTo>
                      <a:pt x="831703" y="-40745"/>
                      <a:pt x="649132" y="6618"/>
                      <a:pt x="495708" y="95070"/>
                    </a:cubicBezTo>
                    <a:cubicBezTo>
                      <a:pt x="312733" y="200726"/>
                      <a:pt x="141295" y="381474"/>
                      <a:pt x="12970" y="603919"/>
                    </a:cubicBezTo>
                    <a:cubicBezTo>
                      <a:pt x="-5652" y="636506"/>
                      <a:pt x="-4033" y="671320"/>
                      <a:pt x="16613" y="683465"/>
                    </a:cubicBezTo>
                    <a:lnTo>
                      <a:pt x="116601" y="741555"/>
                    </a:lnTo>
                    <a:cubicBezTo>
                      <a:pt x="116601" y="741555"/>
                      <a:pt x="116601" y="741555"/>
                      <a:pt x="116601" y="741555"/>
                    </a:cubicBezTo>
                    <a:cubicBezTo>
                      <a:pt x="116601" y="741555"/>
                      <a:pt x="116601" y="741555"/>
                      <a:pt x="116804" y="741758"/>
                    </a:cubicBezTo>
                    <a:cubicBezTo>
                      <a:pt x="118828" y="742972"/>
                      <a:pt x="130770" y="746008"/>
                      <a:pt x="139069" y="744591"/>
                    </a:cubicBezTo>
                    <a:cubicBezTo>
                      <a:pt x="141700" y="751271"/>
                      <a:pt x="145546" y="757140"/>
                      <a:pt x="151415" y="760986"/>
                    </a:cubicBezTo>
                    <a:cubicBezTo>
                      <a:pt x="155464" y="763213"/>
                      <a:pt x="258083" y="822720"/>
                      <a:pt x="251607" y="818874"/>
                    </a:cubicBezTo>
                    <a:cubicBezTo>
                      <a:pt x="251607" y="818874"/>
                      <a:pt x="251607" y="819077"/>
                      <a:pt x="251809" y="819077"/>
                    </a:cubicBezTo>
                    <a:cubicBezTo>
                      <a:pt x="251809" y="819077"/>
                      <a:pt x="265168" y="822518"/>
                      <a:pt x="266989" y="822518"/>
                    </a:cubicBezTo>
                    <a:cubicBezTo>
                      <a:pt x="269013" y="822518"/>
                      <a:pt x="271240" y="821910"/>
                      <a:pt x="273264" y="821506"/>
                    </a:cubicBezTo>
                    <a:cubicBezTo>
                      <a:pt x="276705" y="830209"/>
                      <a:pt x="281968" y="835067"/>
                      <a:pt x="286623" y="837698"/>
                    </a:cubicBezTo>
                    <a:lnTo>
                      <a:pt x="347952" y="873119"/>
                    </a:lnTo>
                    <a:cubicBezTo>
                      <a:pt x="323663" y="882025"/>
                      <a:pt x="300791" y="891741"/>
                      <a:pt x="280753" y="903683"/>
                    </a:cubicBezTo>
                    <a:cubicBezTo>
                      <a:pt x="159512" y="974525"/>
                      <a:pt x="167810" y="1066620"/>
                      <a:pt x="169227" y="1062774"/>
                    </a:cubicBezTo>
                    <a:cubicBezTo>
                      <a:pt x="169227" y="1071073"/>
                      <a:pt x="168822" y="1212352"/>
                      <a:pt x="168822" y="1208304"/>
                    </a:cubicBezTo>
                    <a:cubicBezTo>
                      <a:pt x="168822" y="1215388"/>
                      <a:pt x="169429" y="1222472"/>
                      <a:pt x="170441" y="1229354"/>
                    </a:cubicBezTo>
                    <a:lnTo>
                      <a:pt x="151011" y="1240689"/>
                    </a:lnTo>
                    <a:cubicBezTo>
                      <a:pt x="146355" y="1243320"/>
                      <a:pt x="144736" y="1249393"/>
                      <a:pt x="147367" y="1254048"/>
                    </a:cubicBezTo>
                    <a:cubicBezTo>
                      <a:pt x="150201" y="1258703"/>
                      <a:pt x="156071" y="1260323"/>
                      <a:pt x="160726" y="1257691"/>
                    </a:cubicBezTo>
                    <a:lnTo>
                      <a:pt x="174895" y="1249393"/>
                    </a:lnTo>
                    <a:cubicBezTo>
                      <a:pt x="188658" y="1294934"/>
                      <a:pt x="225294" y="1336832"/>
                      <a:pt x="281968" y="1369824"/>
                    </a:cubicBezTo>
                    <a:cubicBezTo>
                      <a:pt x="337832" y="1402412"/>
                      <a:pt x="408067" y="1423462"/>
                      <a:pt x="485386" y="1430951"/>
                    </a:cubicBezTo>
                    <a:cubicBezTo>
                      <a:pt x="490243" y="1431153"/>
                      <a:pt x="495506" y="1427510"/>
                      <a:pt x="496113" y="1422248"/>
                    </a:cubicBezTo>
                    <a:cubicBezTo>
                      <a:pt x="496720" y="1416985"/>
                      <a:pt x="492672" y="1412127"/>
                      <a:pt x="487410" y="1411520"/>
                    </a:cubicBezTo>
                    <a:cubicBezTo>
                      <a:pt x="412924" y="1404233"/>
                      <a:pt x="345321" y="1383993"/>
                      <a:pt x="291885" y="1353024"/>
                    </a:cubicBezTo>
                    <a:cubicBezTo>
                      <a:pt x="224889" y="1313960"/>
                      <a:pt x="188051" y="1262751"/>
                      <a:pt x="188253" y="1208709"/>
                    </a:cubicBezTo>
                    <a:lnTo>
                      <a:pt x="188456" y="1135235"/>
                    </a:lnTo>
                    <a:cubicBezTo>
                      <a:pt x="204041" y="1163168"/>
                      <a:pt x="237438" y="1198184"/>
                      <a:pt x="282372" y="1224294"/>
                    </a:cubicBezTo>
                    <a:cubicBezTo>
                      <a:pt x="428509" y="1309305"/>
                      <a:pt x="668766" y="1310519"/>
                      <a:pt x="815713" y="1221460"/>
                    </a:cubicBezTo>
                    <a:cubicBezTo>
                      <a:pt x="858421" y="1195553"/>
                      <a:pt x="889996" y="1160739"/>
                      <a:pt x="903355" y="1137057"/>
                    </a:cubicBezTo>
                    <a:lnTo>
                      <a:pt x="903152" y="1210733"/>
                    </a:lnTo>
                    <a:cubicBezTo>
                      <a:pt x="902950" y="1263966"/>
                      <a:pt x="866922" y="1314567"/>
                      <a:pt x="801342" y="1353024"/>
                    </a:cubicBezTo>
                    <a:cubicBezTo>
                      <a:pt x="743859" y="1386624"/>
                      <a:pt x="670790" y="1407472"/>
                      <a:pt x="589625" y="1413139"/>
                    </a:cubicBezTo>
                    <a:cubicBezTo>
                      <a:pt x="584160" y="1413544"/>
                      <a:pt x="580112" y="1418199"/>
                      <a:pt x="580517" y="1423462"/>
                    </a:cubicBezTo>
                    <a:cubicBezTo>
                      <a:pt x="580921" y="1428522"/>
                      <a:pt x="585172" y="1432570"/>
                      <a:pt x="590232" y="1432570"/>
                    </a:cubicBezTo>
                    <a:cubicBezTo>
                      <a:pt x="590434" y="1432570"/>
                      <a:pt x="590637" y="1432570"/>
                      <a:pt x="590839" y="1432570"/>
                    </a:cubicBezTo>
                    <a:cubicBezTo>
                      <a:pt x="674838" y="1426700"/>
                      <a:pt x="750943" y="1405043"/>
                      <a:pt x="811057" y="1369824"/>
                    </a:cubicBezTo>
                    <a:cubicBezTo>
                      <a:pt x="882709" y="1327724"/>
                      <a:pt x="922381" y="1271252"/>
                      <a:pt x="922583" y="1210733"/>
                    </a:cubicBezTo>
                    <a:lnTo>
                      <a:pt x="922988" y="1065203"/>
                    </a:lnTo>
                    <a:cubicBezTo>
                      <a:pt x="919345" y="1047593"/>
                      <a:pt x="924000" y="1008529"/>
                      <a:pt x="877649" y="957523"/>
                    </a:cubicBezTo>
                    <a:cubicBezTo>
                      <a:pt x="874006" y="953474"/>
                      <a:pt x="867934" y="953272"/>
                      <a:pt x="863886" y="956915"/>
                    </a:cubicBezTo>
                    <a:cubicBezTo>
                      <a:pt x="859837" y="960559"/>
                      <a:pt x="859635" y="966631"/>
                      <a:pt x="863278" y="970679"/>
                    </a:cubicBezTo>
                    <a:cubicBezTo>
                      <a:pt x="936144" y="1051034"/>
                      <a:pt x="904771" y="1142320"/>
                      <a:pt x="810855" y="1201625"/>
                    </a:cubicBezTo>
                    <a:cubicBezTo>
                      <a:pt x="672004" y="1289874"/>
                      <a:pt x="435796" y="1290886"/>
                      <a:pt x="292493" y="1207494"/>
                    </a:cubicBezTo>
                    <a:cubicBezTo>
                      <a:pt x="154452" y="1127139"/>
                      <a:pt x="154249" y="1000635"/>
                      <a:pt x="290671" y="920887"/>
                    </a:cubicBezTo>
                    <a:cubicBezTo>
                      <a:pt x="313948" y="907124"/>
                      <a:pt x="341070" y="895789"/>
                      <a:pt x="370217" y="886276"/>
                    </a:cubicBezTo>
                    <a:cubicBezTo>
                      <a:pt x="375681" y="889109"/>
                      <a:pt x="390255" y="896598"/>
                      <a:pt x="392076" y="897206"/>
                    </a:cubicBezTo>
                    <a:cubicBezTo>
                      <a:pt x="379527" y="944973"/>
                      <a:pt x="381551" y="1000028"/>
                      <a:pt x="421223" y="1023102"/>
                    </a:cubicBezTo>
                    <a:lnTo>
                      <a:pt x="521212" y="1081193"/>
                    </a:lnTo>
                    <a:cubicBezTo>
                      <a:pt x="525057" y="1081800"/>
                      <a:pt x="554001" y="1104470"/>
                      <a:pt x="607842" y="1073299"/>
                    </a:cubicBezTo>
                    <a:cubicBezTo>
                      <a:pt x="667956" y="1038485"/>
                      <a:pt x="716736" y="955903"/>
                      <a:pt x="719772" y="886073"/>
                    </a:cubicBezTo>
                    <a:cubicBezTo>
                      <a:pt x="761670" y="899432"/>
                      <a:pt x="786769" y="912184"/>
                      <a:pt x="810653" y="927162"/>
                    </a:cubicBezTo>
                    <a:cubicBezTo>
                      <a:pt x="815105" y="929995"/>
                      <a:pt x="821178" y="928579"/>
                      <a:pt x="824012" y="924126"/>
                    </a:cubicBezTo>
                    <a:cubicBezTo>
                      <a:pt x="826845" y="919470"/>
                      <a:pt x="825428" y="913600"/>
                      <a:pt x="820975" y="910767"/>
                    </a:cubicBezTo>
                    <a:cubicBezTo>
                      <a:pt x="794055" y="893967"/>
                      <a:pt x="763694" y="878989"/>
                      <a:pt x="718962" y="865428"/>
                    </a:cubicBezTo>
                    <a:cubicBezTo>
                      <a:pt x="715926" y="836079"/>
                      <a:pt x="704187" y="813409"/>
                      <a:pt x="684149" y="801670"/>
                    </a:cubicBezTo>
                    <a:cubicBezTo>
                      <a:pt x="683946" y="801670"/>
                      <a:pt x="683946" y="801467"/>
                      <a:pt x="683946" y="801265"/>
                    </a:cubicBezTo>
                    <a:cubicBezTo>
                      <a:pt x="683946" y="801265"/>
                      <a:pt x="683946" y="801265"/>
                      <a:pt x="683744" y="801265"/>
                    </a:cubicBezTo>
                    <a:lnTo>
                      <a:pt x="584362" y="743579"/>
                    </a:lnTo>
                    <a:cubicBezTo>
                      <a:pt x="576671" y="739126"/>
                      <a:pt x="568170" y="736293"/>
                      <a:pt x="559062" y="735281"/>
                    </a:cubicBezTo>
                    <a:cubicBezTo>
                      <a:pt x="612699" y="689942"/>
                      <a:pt x="689614" y="650472"/>
                      <a:pt x="750335" y="685489"/>
                    </a:cubicBezTo>
                    <a:cubicBezTo>
                      <a:pt x="775636" y="699455"/>
                      <a:pt x="806402" y="674154"/>
                      <a:pt x="821380" y="648246"/>
                    </a:cubicBezTo>
                    <a:cubicBezTo>
                      <a:pt x="836763" y="621326"/>
                      <a:pt x="842228" y="582262"/>
                      <a:pt x="815105" y="567486"/>
                    </a:cubicBezTo>
                    <a:lnTo>
                      <a:pt x="717748" y="510610"/>
                    </a:lnTo>
                    <a:cubicBezTo>
                      <a:pt x="679493" y="488952"/>
                      <a:pt x="633142" y="484904"/>
                      <a:pt x="583350" y="496846"/>
                    </a:cubicBezTo>
                    <a:cubicBezTo>
                      <a:pt x="675243" y="437946"/>
                      <a:pt x="790412" y="399489"/>
                      <a:pt x="884328" y="453329"/>
                    </a:cubicBezTo>
                    <a:cubicBezTo>
                      <a:pt x="909629" y="467295"/>
                      <a:pt x="940193" y="442196"/>
                      <a:pt x="955170" y="416288"/>
                    </a:cubicBezTo>
                    <a:cubicBezTo>
                      <a:pt x="973590" y="384308"/>
                      <a:pt x="972173" y="349899"/>
                      <a:pt x="951932" y="337350"/>
                    </a:cubicBezTo>
                    <a:cubicBezTo>
                      <a:pt x="882304" y="296869"/>
                      <a:pt x="847288" y="276426"/>
                      <a:pt x="851336" y="278855"/>
                    </a:cubicBezTo>
                    <a:cubicBezTo>
                      <a:pt x="781708" y="239183"/>
                      <a:pt x="695484" y="235540"/>
                      <a:pt x="601972" y="266305"/>
                    </a:cubicBezTo>
                    <a:cubicBezTo>
                      <a:pt x="730702" y="191010"/>
                      <a:pt x="888782" y="147493"/>
                      <a:pt x="1018322" y="221371"/>
                    </a:cubicBezTo>
                    <a:cubicBezTo>
                      <a:pt x="1043824" y="235337"/>
                      <a:pt x="1074388" y="210036"/>
                      <a:pt x="1089569" y="184128"/>
                    </a:cubicBezTo>
                    <a:cubicBezTo>
                      <a:pt x="1108190" y="151339"/>
                      <a:pt x="1106570" y="116525"/>
                      <a:pt x="1085925" y="103773"/>
                    </a:cubicBezTo>
                    <a:cubicBezTo>
                      <a:pt x="1086128" y="103773"/>
                      <a:pt x="1086128" y="103773"/>
                      <a:pt x="1085925" y="103773"/>
                    </a:cubicBezTo>
                    <a:close/>
                    <a:moveTo>
                      <a:pt x="26531" y="666463"/>
                    </a:moveTo>
                    <a:cubicBezTo>
                      <a:pt x="17018" y="660997"/>
                      <a:pt x="16208" y="637721"/>
                      <a:pt x="29972" y="613432"/>
                    </a:cubicBezTo>
                    <a:cubicBezTo>
                      <a:pt x="156678" y="394024"/>
                      <a:pt x="325485" y="215906"/>
                      <a:pt x="505626" y="111869"/>
                    </a:cubicBezTo>
                    <a:cubicBezTo>
                      <a:pt x="808629" y="-63212"/>
                      <a:pt x="974399" y="64304"/>
                      <a:pt x="980876" y="65114"/>
                    </a:cubicBezTo>
                    <a:cubicBezTo>
                      <a:pt x="971566" y="65518"/>
                      <a:pt x="852955" y="25847"/>
                      <a:pt x="651764" y="123609"/>
                    </a:cubicBezTo>
                    <a:cubicBezTo>
                      <a:pt x="427093" y="232301"/>
                      <a:pt x="238450" y="444423"/>
                      <a:pt x="112553" y="661807"/>
                    </a:cubicBezTo>
                    <a:cubicBezTo>
                      <a:pt x="103040" y="678202"/>
                      <a:pt x="98790" y="694799"/>
                      <a:pt x="99397" y="708968"/>
                    </a:cubicBezTo>
                    <a:lnTo>
                      <a:pt x="26531" y="666463"/>
                    </a:lnTo>
                    <a:close/>
                    <a:moveTo>
                      <a:pt x="700948" y="878382"/>
                    </a:moveTo>
                    <a:cubicBezTo>
                      <a:pt x="701151" y="943557"/>
                      <a:pt x="655002" y="1023305"/>
                      <a:pt x="598126" y="1056297"/>
                    </a:cubicBezTo>
                    <a:cubicBezTo>
                      <a:pt x="536190" y="1091920"/>
                      <a:pt x="495708" y="1054475"/>
                      <a:pt x="506031" y="981204"/>
                    </a:cubicBezTo>
                    <a:cubicBezTo>
                      <a:pt x="515139" y="917244"/>
                      <a:pt x="560276" y="852676"/>
                      <a:pt x="607234" y="825554"/>
                    </a:cubicBezTo>
                    <a:cubicBezTo>
                      <a:pt x="659455" y="794990"/>
                      <a:pt x="700948" y="816850"/>
                      <a:pt x="700948" y="878382"/>
                    </a:cubicBezTo>
                    <a:close/>
                    <a:moveTo>
                      <a:pt x="574849" y="759772"/>
                    </a:moveTo>
                    <a:lnTo>
                      <a:pt x="633952" y="793978"/>
                    </a:lnTo>
                    <a:cubicBezTo>
                      <a:pt x="627272" y="795395"/>
                      <a:pt x="606222" y="803289"/>
                      <a:pt x="597519" y="808147"/>
                    </a:cubicBezTo>
                    <a:cubicBezTo>
                      <a:pt x="547524" y="837091"/>
                      <a:pt x="497125" y="907731"/>
                      <a:pt x="487005" y="978168"/>
                    </a:cubicBezTo>
                    <a:cubicBezTo>
                      <a:pt x="484576" y="995777"/>
                      <a:pt x="483362" y="1018244"/>
                      <a:pt x="490446" y="1040104"/>
                    </a:cubicBezTo>
                    <a:lnTo>
                      <a:pt x="431343" y="1005695"/>
                    </a:lnTo>
                    <a:cubicBezTo>
                      <a:pt x="398351" y="986467"/>
                      <a:pt x="401792" y="934043"/>
                      <a:pt x="412115" y="897610"/>
                    </a:cubicBezTo>
                    <a:cubicBezTo>
                      <a:pt x="416365" y="896396"/>
                      <a:pt x="420818" y="894777"/>
                      <a:pt x="425271" y="892348"/>
                    </a:cubicBezTo>
                    <a:cubicBezTo>
                      <a:pt x="437416" y="885466"/>
                      <a:pt x="448750" y="873322"/>
                      <a:pt x="457656" y="858343"/>
                    </a:cubicBezTo>
                    <a:cubicBezTo>
                      <a:pt x="480326" y="819077"/>
                      <a:pt x="507448" y="784870"/>
                      <a:pt x="536595" y="755926"/>
                    </a:cubicBezTo>
                    <a:cubicBezTo>
                      <a:pt x="551370" y="752688"/>
                      <a:pt x="564324" y="753700"/>
                      <a:pt x="574849" y="759772"/>
                    </a:cubicBezTo>
                    <a:close/>
                    <a:moveTo>
                      <a:pt x="804783" y="637923"/>
                    </a:moveTo>
                    <a:cubicBezTo>
                      <a:pt x="797901" y="649865"/>
                      <a:pt x="788793" y="659378"/>
                      <a:pt x="779482" y="664843"/>
                    </a:cubicBezTo>
                    <a:cubicBezTo>
                      <a:pt x="771791" y="669296"/>
                      <a:pt x="764706" y="670511"/>
                      <a:pt x="760254" y="667879"/>
                    </a:cubicBezTo>
                    <a:cubicBezTo>
                      <a:pt x="716331" y="642578"/>
                      <a:pt x="658645" y="648044"/>
                      <a:pt x="597519" y="683262"/>
                    </a:cubicBezTo>
                    <a:cubicBezTo>
                      <a:pt x="538011" y="717671"/>
                      <a:pt x="482350" y="776167"/>
                      <a:pt x="440654" y="848426"/>
                    </a:cubicBezTo>
                    <a:cubicBezTo>
                      <a:pt x="433570" y="860368"/>
                      <a:pt x="424461" y="870083"/>
                      <a:pt x="415353" y="875346"/>
                    </a:cubicBezTo>
                    <a:cubicBezTo>
                      <a:pt x="385397" y="892550"/>
                      <a:pt x="382968" y="854295"/>
                      <a:pt x="399565" y="825351"/>
                    </a:cubicBezTo>
                    <a:cubicBezTo>
                      <a:pt x="448750" y="739936"/>
                      <a:pt x="522426" y="655330"/>
                      <a:pt x="606830" y="606753"/>
                    </a:cubicBezTo>
                    <a:cubicBezTo>
                      <a:pt x="667956" y="571332"/>
                      <a:pt x="746490" y="549877"/>
                      <a:pt x="808021" y="585298"/>
                    </a:cubicBezTo>
                    <a:cubicBezTo>
                      <a:pt x="808021" y="585298"/>
                      <a:pt x="808224" y="585298"/>
                      <a:pt x="808224" y="585298"/>
                    </a:cubicBezTo>
                    <a:cubicBezTo>
                      <a:pt x="817534" y="591370"/>
                      <a:pt x="818344" y="614242"/>
                      <a:pt x="804783" y="637923"/>
                    </a:cubicBezTo>
                    <a:close/>
                    <a:moveTo>
                      <a:pt x="708437" y="527005"/>
                    </a:moveTo>
                    <a:lnTo>
                      <a:pt x="743251" y="547448"/>
                    </a:lnTo>
                    <a:cubicBezTo>
                      <a:pt x="694066" y="545423"/>
                      <a:pt x="639417" y="565259"/>
                      <a:pt x="597114" y="589548"/>
                    </a:cubicBezTo>
                    <a:cubicBezTo>
                      <a:pt x="510484" y="639542"/>
                      <a:pt x="434986" y="724553"/>
                      <a:pt x="382766" y="815636"/>
                    </a:cubicBezTo>
                    <a:cubicBezTo>
                      <a:pt x="373455" y="831828"/>
                      <a:pt x="369205" y="848628"/>
                      <a:pt x="369812" y="862797"/>
                    </a:cubicBezTo>
                    <a:lnTo>
                      <a:pt x="296541" y="820494"/>
                    </a:lnTo>
                    <a:cubicBezTo>
                      <a:pt x="295529" y="819886"/>
                      <a:pt x="293302" y="818470"/>
                      <a:pt x="291481" y="814219"/>
                    </a:cubicBezTo>
                    <a:cubicBezTo>
                      <a:pt x="303018" y="807135"/>
                      <a:pt x="314150" y="795598"/>
                      <a:pt x="322651" y="781227"/>
                    </a:cubicBezTo>
                    <a:cubicBezTo>
                      <a:pt x="378515" y="684477"/>
                      <a:pt x="448143" y="601288"/>
                      <a:pt x="523843" y="539351"/>
                    </a:cubicBezTo>
                    <a:cubicBezTo>
                      <a:pt x="593673" y="503728"/>
                      <a:pt x="659050" y="499275"/>
                      <a:pt x="708437" y="527005"/>
                    </a:cubicBezTo>
                    <a:close/>
                    <a:moveTo>
                      <a:pt x="938573" y="405966"/>
                    </a:moveTo>
                    <a:cubicBezTo>
                      <a:pt x="931692" y="417705"/>
                      <a:pt x="922785" y="427218"/>
                      <a:pt x="913475" y="432683"/>
                    </a:cubicBezTo>
                    <a:cubicBezTo>
                      <a:pt x="905784" y="437136"/>
                      <a:pt x="898699" y="438148"/>
                      <a:pt x="894246" y="435719"/>
                    </a:cubicBezTo>
                    <a:cubicBezTo>
                      <a:pt x="814296" y="389976"/>
                      <a:pt x="708640" y="400501"/>
                      <a:pt x="596911" y="464866"/>
                    </a:cubicBezTo>
                    <a:cubicBezTo>
                      <a:pt x="486600" y="528624"/>
                      <a:pt x="383171" y="637518"/>
                      <a:pt x="305851" y="771511"/>
                    </a:cubicBezTo>
                    <a:cubicBezTo>
                      <a:pt x="298767" y="783453"/>
                      <a:pt x="289659" y="793169"/>
                      <a:pt x="280551" y="798431"/>
                    </a:cubicBezTo>
                    <a:cubicBezTo>
                      <a:pt x="250797" y="815636"/>
                      <a:pt x="247356" y="778596"/>
                      <a:pt x="264560" y="748437"/>
                    </a:cubicBezTo>
                    <a:cubicBezTo>
                      <a:pt x="360703" y="581857"/>
                      <a:pt x="514735" y="412443"/>
                      <a:pt x="694674" y="346458"/>
                    </a:cubicBezTo>
                    <a:cubicBezTo>
                      <a:pt x="788185" y="312454"/>
                      <a:pt x="874006" y="313871"/>
                      <a:pt x="942014" y="352733"/>
                    </a:cubicBezTo>
                    <a:cubicBezTo>
                      <a:pt x="951528" y="358603"/>
                      <a:pt x="952540" y="381879"/>
                      <a:pt x="938573" y="405966"/>
                    </a:cubicBezTo>
                    <a:close/>
                    <a:moveTo>
                      <a:pt x="859433" y="305167"/>
                    </a:moveTo>
                    <a:cubicBezTo>
                      <a:pt x="813284" y="299095"/>
                      <a:pt x="754991" y="304155"/>
                      <a:pt x="688804" y="328039"/>
                    </a:cubicBezTo>
                    <a:cubicBezTo>
                      <a:pt x="503804" y="395440"/>
                      <a:pt x="345523" y="568903"/>
                      <a:pt x="247558" y="738721"/>
                    </a:cubicBezTo>
                    <a:cubicBezTo>
                      <a:pt x="238248" y="754914"/>
                      <a:pt x="233997" y="771916"/>
                      <a:pt x="234807" y="786287"/>
                    </a:cubicBezTo>
                    <a:lnTo>
                      <a:pt x="161738" y="743782"/>
                    </a:lnTo>
                    <a:cubicBezTo>
                      <a:pt x="159512" y="742365"/>
                      <a:pt x="158095" y="739936"/>
                      <a:pt x="156880" y="737102"/>
                    </a:cubicBezTo>
                    <a:cubicBezTo>
                      <a:pt x="168417" y="730018"/>
                      <a:pt x="179347" y="718683"/>
                      <a:pt x="187849" y="704312"/>
                    </a:cubicBezTo>
                    <a:cubicBezTo>
                      <a:pt x="269823" y="561818"/>
                      <a:pt x="377503" y="429445"/>
                      <a:pt x="510079" y="328039"/>
                    </a:cubicBezTo>
                    <a:cubicBezTo>
                      <a:pt x="733738" y="201130"/>
                      <a:pt x="850729" y="303346"/>
                      <a:pt x="859433" y="305167"/>
                    </a:cubicBezTo>
                    <a:close/>
                    <a:moveTo>
                      <a:pt x="1072971" y="173603"/>
                    </a:moveTo>
                    <a:cubicBezTo>
                      <a:pt x="1066089" y="185545"/>
                      <a:pt x="1056981" y="195058"/>
                      <a:pt x="1047670" y="200523"/>
                    </a:cubicBezTo>
                    <a:cubicBezTo>
                      <a:pt x="1039979" y="204976"/>
                      <a:pt x="1032895" y="205988"/>
                      <a:pt x="1028442" y="203559"/>
                    </a:cubicBezTo>
                    <a:cubicBezTo>
                      <a:pt x="912260" y="137373"/>
                      <a:pt x="758836" y="152553"/>
                      <a:pt x="596305" y="246470"/>
                    </a:cubicBezTo>
                    <a:cubicBezTo>
                      <a:pt x="419401" y="348482"/>
                      <a:pt x="271645" y="519920"/>
                      <a:pt x="171049" y="694799"/>
                    </a:cubicBezTo>
                    <a:cubicBezTo>
                      <a:pt x="163965" y="706741"/>
                      <a:pt x="154856" y="716457"/>
                      <a:pt x="145748" y="721719"/>
                    </a:cubicBezTo>
                    <a:cubicBezTo>
                      <a:pt x="125912" y="733054"/>
                      <a:pt x="117411" y="720910"/>
                      <a:pt x="120650" y="698443"/>
                    </a:cubicBezTo>
                    <a:cubicBezTo>
                      <a:pt x="121864" y="690144"/>
                      <a:pt x="124495" y="681238"/>
                      <a:pt x="129960" y="671523"/>
                    </a:cubicBezTo>
                    <a:cubicBezTo>
                      <a:pt x="255452" y="454543"/>
                      <a:pt x="446321" y="239790"/>
                      <a:pt x="673624" y="134539"/>
                    </a:cubicBezTo>
                    <a:cubicBezTo>
                      <a:pt x="799925" y="76043"/>
                      <a:pt x="941002" y="52160"/>
                      <a:pt x="1064065" y="114905"/>
                    </a:cubicBezTo>
                    <a:cubicBezTo>
                      <a:pt x="1068113" y="116930"/>
                      <a:pt x="1072364" y="118346"/>
                      <a:pt x="1076412" y="120573"/>
                    </a:cubicBezTo>
                    <a:cubicBezTo>
                      <a:pt x="1085723" y="126443"/>
                      <a:pt x="1086735" y="149517"/>
                      <a:pt x="1072971" y="17360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8AB4BF59-55F1-79AE-C376-1F1990F5F7E8}"/>
                  </a:ext>
                </a:extLst>
              </p:cNvPr>
              <p:cNvSpPr/>
              <p:nvPr/>
            </p:nvSpPr>
            <p:spPr>
              <a:xfrm>
                <a:off x="3079128" y="532484"/>
                <a:ext cx="49478" cy="36929"/>
              </a:xfrm>
              <a:custGeom>
                <a:avLst/>
                <a:gdLst>
                  <a:gd name="connsiteX0" fmla="*/ 14619 w 49478"/>
                  <a:gd name="connsiteY0" fmla="*/ 35669 h 36929"/>
                  <a:gd name="connsiteX1" fmla="*/ 44575 w 49478"/>
                  <a:gd name="connsiteY1" fmla="*/ 18262 h 36929"/>
                  <a:gd name="connsiteX2" fmla="*/ 48219 w 49478"/>
                  <a:gd name="connsiteY2" fmla="*/ 4904 h 36929"/>
                  <a:gd name="connsiteX3" fmla="*/ 34860 w 49478"/>
                  <a:gd name="connsiteY3" fmla="*/ 1260 h 36929"/>
                  <a:gd name="connsiteX4" fmla="*/ 4904 w 49478"/>
                  <a:gd name="connsiteY4" fmla="*/ 18667 h 36929"/>
                  <a:gd name="connsiteX5" fmla="*/ 1260 w 49478"/>
                  <a:gd name="connsiteY5" fmla="*/ 32026 h 36929"/>
                  <a:gd name="connsiteX6" fmla="*/ 14619 w 49478"/>
                  <a:gd name="connsiteY6" fmla="*/ 35669 h 36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478" h="36929">
                    <a:moveTo>
                      <a:pt x="14619" y="35669"/>
                    </a:moveTo>
                    <a:lnTo>
                      <a:pt x="44575" y="18262"/>
                    </a:lnTo>
                    <a:cubicBezTo>
                      <a:pt x="49231" y="15631"/>
                      <a:pt x="50850" y="9559"/>
                      <a:pt x="48219" y="4904"/>
                    </a:cubicBezTo>
                    <a:cubicBezTo>
                      <a:pt x="45587" y="248"/>
                      <a:pt x="39515" y="-1371"/>
                      <a:pt x="34860" y="1260"/>
                    </a:cubicBezTo>
                    <a:lnTo>
                      <a:pt x="4904" y="18667"/>
                    </a:lnTo>
                    <a:cubicBezTo>
                      <a:pt x="248" y="21299"/>
                      <a:pt x="-1371" y="27371"/>
                      <a:pt x="1260" y="32026"/>
                    </a:cubicBezTo>
                    <a:cubicBezTo>
                      <a:pt x="4094" y="36681"/>
                      <a:pt x="9964" y="38301"/>
                      <a:pt x="14619" y="3566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B7CE9F07-F5EB-5AFD-DE1E-7B497413FD16}"/>
                  </a:ext>
                </a:extLst>
              </p:cNvPr>
              <p:cNvSpPr/>
              <p:nvPr/>
            </p:nvSpPr>
            <p:spPr>
              <a:xfrm>
                <a:off x="2708724" y="592599"/>
                <a:ext cx="315845" cy="190697"/>
              </a:xfrm>
              <a:custGeom>
                <a:avLst/>
                <a:gdLst>
                  <a:gd name="connsiteX0" fmla="*/ 14619 w 315845"/>
                  <a:gd name="connsiteY0" fmla="*/ 189296 h 190697"/>
                  <a:gd name="connsiteX1" fmla="*/ 310942 w 315845"/>
                  <a:gd name="connsiteY1" fmla="*/ 18262 h 190697"/>
                  <a:gd name="connsiteX2" fmla="*/ 314585 w 315845"/>
                  <a:gd name="connsiteY2" fmla="*/ 4904 h 190697"/>
                  <a:gd name="connsiteX3" fmla="*/ 301226 w 315845"/>
                  <a:gd name="connsiteY3" fmla="*/ 1260 h 190697"/>
                  <a:gd name="connsiteX4" fmla="*/ 4904 w 315845"/>
                  <a:gd name="connsiteY4" fmla="*/ 172496 h 190697"/>
                  <a:gd name="connsiteX5" fmla="*/ 1260 w 315845"/>
                  <a:gd name="connsiteY5" fmla="*/ 185855 h 190697"/>
                  <a:gd name="connsiteX6" fmla="*/ 14619 w 315845"/>
                  <a:gd name="connsiteY6" fmla="*/ 189296 h 190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5845" h="190697">
                    <a:moveTo>
                      <a:pt x="14619" y="189296"/>
                    </a:moveTo>
                    <a:lnTo>
                      <a:pt x="310942" y="18262"/>
                    </a:lnTo>
                    <a:cubicBezTo>
                      <a:pt x="315597" y="15631"/>
                      <a:pt x="317216" y="9559"/>
                      <a:pt x="314585" y="4904"/>
                    </a:cubicBezTo>
                    <a:cubicBezTo>
                      <a:pt x="311954" y="248"/>
                      <a:pt x="305882" y="-1371"/>
                      <a:pt x="301226" y="1260"/>
                    </a:cubicBezTo>
                    <a:lnTo>
                      <a:pt x="4904" y="172496"/>
                    </a:lnTo>
                    <a:cubicBezTo>
                      <a:pt x="248" y="175127"/>
                      <a:pt x="-1371" y="181199"/>
                      <a:pt x="1260" y="185855"/>
                    </a:cubicBezTo>
                    <a:cubicBezTo>
                      <a:pt x="4094" y="190510"/>
                      <a:pt x="9964" y="192129"/>
                      <a:pt x="14619" y="18929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06AD619E-D11C-3791-304D-C9512AFB9CA0}"/>
                  </a:ext>
                </a:extLst>
              </p:cNvPr>
              <p:cNvSpPr/>
              <p:nvPr/>
            </p:nvSpPr>
            <p:spPr>
              <a:xfrm>
                <a:off x="2078272" y="1214862"/>
                <a:ext cx="62343" cy="175939"/>
              </a:xfrm>
              <a:custGeom>
                <a:avLst/>
                <a:gdLst>
                  <a:gd name="connsiteX0" fmla="*/ 30565 w 62343"/>
                  <a:gd name="connsiteY0" fmla="*/ 4028 h 175939"/>
                  <a:gd name="connsiteX1" fmla="*/ 2 w 62343"/>
                  <a:gd name="connsiteY1" fmla="*/ 21840 h 175939"/>
                  <a:gd name="connsiteX2" fmla="*/ 610 w 62343"/>
                  <a:gd name="connsiteY2" fmla="*/ 118995 h 175939"/>
                  <a:gd name="connsiteX3" fmla="*/ 31578 w 62343"/>
                  <a:gd name="connsiteY3" fmla="*/ 171823 h 175939"/>
                  <a:gd name="connsiteX4" fmla="*/ 62343 w 62343"/>
                  <a:gd name="connsiteY4" fmla="*/ 154011 h 175939"/>
                  <a:gd name="connsiteX5" fmla="*/ 61736 w 62343"/>
                  <a:gd name="connsiteY5" fmla="*/ 56856 h 175939"/>
                  <a:gd name="connsiteX6" fmla="*/ 30565 w 62343"/>
                  <a:gd name="connsiteY6" fmla="*/ 4028 h 17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43" h="175939">
                    <a:moveTo>
                      <a:pt x="30565" y="4028"/>
                    </a:moveTo>
                    <a:cubicBezTo>
                      <a:pt x="13563" y="-5485"/>
                      <a:pt x="-200" y="2409"/>
                      <a:pt x="2" y="21840"/>
                    </a:cubicBezTo>
                    <a:lnTo>
                      <a:pt x="610" y="118995"/>
                    </a:lnTo>
                    <a:cubicBezTo>
                      <a:pt x="812" y="138628"/>
                      <a:pt x="14575" y="162107"/>
                      <a:pt x="31578" y="171823"/>
                    </a:cubicBezTo>
                    <a:cubicBezTo>
                      <a:pt x="48782" y="181538"/>
                      <a:pt x="62343" y="173442"/>
                      <a:pt x="62343" y="154011"/>
                    </a:cubicBezTo>
                    <a:lnTo>
                      <a:pt x="61736" y="56856"/>
                    </a:lnTo>
                    <a:cubicBezTo>
                      <a:pt x="61534" y="37223"/>
                      <a:pt x="47770" y="13744"/>
                      <a:pt x="30565" y="402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C4E2A95F-500D-40B6-10BA-7FB7BD13E3A5}"/>
                  </a:ext>
                </a:extLst>
              </p:cNvPr>
              <p:cNvSpPr/>
              <p:nvPr/>
            </p:nvSpPr>
            <p:spPr>
              <a:xfrm>
                <a:off x="2080904" y="1505922"/>
                <a:ext cx="62343" cy="175939"/>
              </a:xfrm>
              <a:custGeom>
                <a:avLst/>
                <a:gdLst>
                  <a:gd name="connsiteX0" fmla="*/ 30566 w 62343"/>
                  <a:gd name="connsiteY0" fmla="*/ 4028 h 175939"/>
                  <a:gd name="connsiteX1" fmla="*/ 2 w 62343"/>
                  <a:gd name="connsiteY1" fmla="*/ 21840 h 175939"/>
                  <a:gd name="connsiteX2" fmla="*/ 609 w 62343"/>
                  <a:gd name="connsiteY2" fmla="*/ 118995 h 175939"/>
                  <a:gd name="connsiteX3" fmla="*/ 31578 w 62343"/>
                  <a:gd name="connsiteY3" fmla="*/ 171823 h 175939"/>
                  <a:gd name="connsiteX4" fmla="*/ 62343 w 62343"/>
                  <a:gd name="connsiteY4" fmla="*/ 154011 h 175939"/>
                  <a:gd name="connsiteX5" fmla="*/ 61736 w 62343"/>
                  <a:gd name="connsiteY5" fmla="*/ 56856 h 175939"/>
                  <a:gd name="connsiteX6" fmla="*/ 30566 w 62343"/>
                  <a:gd name="connsiteY6" fmla="*/ 4028 h 17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43" h="175939">
                    <a:moveTo>
                      <a:pt x="30566" y="4028"/>
                    </a:moveTo>
                    <a:cubicBezTo>
                      <a:pt x="13563" y="-5485"/>
                      <a:pt x="-200" y="2409"/>
                      <a:pt x="2" y="21840"/>
                    </a:cubicBezTo>
                    <a:lnTo>
                      <a:pt x="609" y="118995"/>
                    </a:lnTo>
                    <a:cubicBezTo>
                      <a:pt x="812" y="138628"/>
                      <a:pt x="14575" y="162107"/>
                      <a:pt x="31578" y="171823"/>
                    </a:cubicBezTo>
                    <a:cubicBezTo>
                      <a:pt x="48782" y="181538"/>
                      <a:pt x="62343" y="173442"/>
                      <a:pt x="62343" y="154011"/>
                    </a:cubicBezTo>
                    <a:lnTo>
                      <a:pt x="61736" y="56856"/>
                    </a:lnTo>
                    <a:cubicBezTo>
                      <a:pt x="61736" y="37223"/>
                      <a:pt x="47770" y="13744"/>
                      <a:pt x="30566" y="402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F73C267D-958E-A197-0324-E28267976F49}"/>
                  </a:ext>
                </a:extLst>
              </p:cNvPr>
              <p:cNvSpPr/>
              <p:nvPr/>
            </p:nvSpPr>
            <p:spPr>
              <a:xfrm>
                <a:off x="2440176" y="1557128"/>
                <a:ext cx="870349" cy="760700"/>
              </a:xfrm>
              <a:custGeom>
                <a:avLst/>
                <a:gdLst>
                  <a:gd name="connsiteX0" fmla="*/ 803959 w 870349"/>
                  <a:gd name="connsiteY0" fmla="*/ 8281 h 760700"/>
                  <a:gd name="connsiteX1" fmla="*/ 55663 w 870349"/>
                  <a:gd name="connsiteY1" fmla="*/ 440418 h 760700"/>
                  <a:gd name="connsiteX2" fmla="*/ 1 w 870349"/>
                  <a:gd name="connsiteY2" fmla="*/ 536764 h 760700"/>
                  <a:gd name="connsiteX3" fmla="*/ 811 w 870349"/>
                  <a:gd name="connsiteY3" fmla="*/ 715084 h 760700"/>
                  <a:gd name="connsiteX4" fmla="*/ 66593 w 870349"/>
                  <a:gd name="connsiteY4" fmla="*/ 752326 h 760700"/>
                  <a:gd name="connsiteX5" fmla="*/ 66593 w 870349"/>
                  <a:gd name="connsiteY5" fmla="*/ 752326 h 760700"/>
                  <a:gd name="connsiteX6" fmla="*/ 814889 w 870349"/>
                  <a:gd name="connsiteY6" fmla="*/ 320189 h 760700"/>
                  <a:gd name="connsiteX7" fmla="*/ 870348 w 870349"/>
                  <a:gd name="connsiteY7" fmla="*/ 224046 h 760700"/>
                  <a:gd name="connsiteX8" fmla="*/ 869538 w 870349"/>
                  <a:gd name="connsiteY8" fmla="*/ 45726 h 760700"/>
                  <a:gd name="connsiteX9" fmla="*/ 803959 w 870349"/>
                  <a:gd name="connsiteY9" fmla="*/ 8281 h 760700"/>
                  <a:gd name="connsiteX10" fmla="*/ 805173 w 870349"/>
                  <a:gd name="connsiteY10" fmla="*/ 303187 h 760700"/>
                  <a:gd name="connsiteX11" fmla="*/ 56877 w 870349"/>
                  <a:gd name="connsiteY11" fmla="*/ 735324 h 760700"/>
                  <a:gd name="connsiteX12" fmla="*/ 20242 w 870349"/>
                  <a:gd name="connsiteY12" fmla="*/ 714881 h 760700"/>
                  <a:gd name="connsiteX13" fmla="*/ 19432 w 870349"/>
                  <a:gd name="connsiteY13" fmla="*/ 536561 h 760700"/>
                  <a:gd name="connsiteX14" fmla="*/ 65378 w 870349"/>
                  <a:gd name="connsiteY14" fmla="*/ 457218 h 760700"/>
                  <a:gd name="connsiteX15" fmla="*/ 813674 w 870349"/>
                  <a:gd name="connsiteY15" fmla="*/ 25081 h 760700"/>
                  <a:gd name="connsiteX16" fmla="*/ 849905 w 870349"/>
                  <a:gd name="connsiteY16" fmla="*/ 45726 h 760700"/>
                  <a:gd name="connsiteX17" fmla="*/ 850715 w 870349"/>
                  <a:gd name="connsiteY17" fmla="*/ 224046 h 760700"/>
                  <a:gd name="connsiteX18" fmla="*/ 805173 w 870349"/>
                  <a:gd name="connsiteY18" fmla="*/ 303187 h 76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70349" h="760700">
                    <a:moveTo>
                      <a:pt x="803959" y="8281"/>
                    </a:moveTo>
                    <a:lnTo>
                      <a:pt x="55663" y="440418"/>
                    </a:lnTo>
                    <a:cubicBezTo>
                      <a:pt x="24290" y="458635"/>
                      <a:pt x="-201" y="500938"/>
                      <a:pt x="1" y="536764"/>
                    </a:cubicBezTo>
                    <a:lnTo>
                      <a:pt x="811" y="715084"/>
                    </a:lnTo>
                    <a:cubicBezTo>
                      <a:pt x="1013" y="754553"/>
                      <a:pt x="31577" y="772567"/>
                      <a:pt x="66593" y="752326"/>
                    </a:cubicBezTo>
                    <a:cubicBezTo>
                      <a:pt x="66593" y="752326"/>
                      <a:pt x="66593" y="752326"/>
                      <a:pt x="66593" y="752326"/>
                    </a:cubicBezTo>
                    <a:lnTo>
                      <a:pt x="814889" y="320189"/>
                    </a:lnTo>
                    <a:cubicBezTo>
                      <a:pt x="846059" y="302175"/>
                      <a:pt x="870551" y="259872"/>
                      <a:pt x="870348" y="224046"/>
                    </a:cubicBezTo>
                    <a:lnTo>
                      <a:pt x="869538" y="45726"/>
                    </a:lnTo>
                    <a:cubicBezTo>
                      <a:pt x="869538" y="6055"/>
                      <a:pt x="838570" y="-11757"/>
                      <a:pt x="803959" y="8281"/>
                    </a:cubicBezTo>
                    <a:close/>
                    <a:moveTo>
                      <a:pt x="805173" y="303187"/>
                    </a:moveTo>
                    <a:lnTo>
                      <a:pt x="56877" y="735324"/>
                    </a:lnTo>
                    <a:cubicBezTo>
                      <a:pt x="35422" y="747671"/>
                      <a:pt x="20444" y="739575"/>
                      <a:pt x="20242" y="714881"/>
                    </a:cubicBezTo>
                    <a:lnTo>
                      <a:pt x="19432" y="536561"/>
                    </a:lnTo>
                    <a:cubicBezTo>
                      <a:pt x="19432" y="508022"/>
                      <a:pt x="40482" y="471589"/>
                      <a:pt x="65378" y="457218"/>
                    </a:cubicBezTo>
                    <a:lnTo>
                      <a:pt x="813674" y="25081"/>
                    </a:lnTo>
                    <a:cubicBezTo>
                      <a:pt x="834117" y="13341"/>
                      <a:pt x="849905" y="20021"/>
                      <a:pt x="849905" y="45726"/>
                    </a:cubicBezTo>
                    <a:lnTo>
                      <a:pt x="850715" y="224046"/>
                    </a:lnTo>
                    <a:cubicBezTo>
                      <a:pt x="851120" y="252585"/>
                      <a:pt x="830069" y="289018"/>
                      <a:pt x="805173" y="30318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6952C5F3-FD5A-F658-F55A-B6F9C6D226F0}"/>
                  </a:ext>
                </a:extLst>
              </p:cNvPr>
              <p:cNvSpPr/>
              <p:nvPr/>
            </p:nvSpPr>
            <p:spPr>
              <a:xfrm>
                <a:off x="3035813" y="1690046"/>
                <a:ext cx="199057" cy="123288"/>
              </a:xfrm>
              <a:custGeom>
                <a:avLst/>
                <a:gdLst>
                  <a:gd name="connsiteX0" fmla="*/ 14619 w 199057"/>
                  <a:gd name="connsiteY0" fmla="*/ 121894 h 123288"/>
                  <a:gd name="connsiteX1" fmla="*/ 194153 w 199057"/>
                  <a:gd name="connsiteY1" fmla="*/ 18262 h 123288"/>
                  <a:gd name="connsiteX2" fmla="*/ 197797 w 199057"/>
                  <a:gd name="connsiteY2" fmla="*/ 4904 h 123288"/>
                  <a:gd name="connsiteX3" fmla="*/ 184438 w 199057"/>
                  <a:gd name="connsiteY3" fmla="*/ 1260 h 123288"/>
                  <a:gd name="connsiteX4" fmla="*/ 4904 w 199057"/>
                  <a:gd name="connsiteY4" fmla="*/ 104892 h 123288"/>
                  <a:gd name="connsiteX5" fmla="*/ 1260 w 199057"/>
                  <a:gd name="connsiteY5" fmla="*/ 118251 h 123288"/>
                  <a:gd name="connsiteX6" fmla="*/ 14619 w 199057"/>
                  <a:gd name="connsiteY6" fmla="*/ 121894 h 12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9057" h="123288">
                    <a:moveTo>
                      <a:pt x="14619" y="121894"/>
                    </a:moveTo>
                    <a:lnTo>
                      <a:pt x="194153" y="18262"/>
                    </a:lnTo>
                    <a:cubicBezTo>
                      <a:pt x="198809" y="15631"/>
                      <a:pt x="200428" y="9559"/>
                      <a:pt x="197797" y="4904"/>
                    </a:cubicBezTo>
                    <a:cubicBezTo>
                      <a:pt x="195166" y="248"/>
                      <a:pt x="189093" y="-1371"/>
                      <a:pt x="184438" y="1260"/>
                    </a:cubicBezTo>
                    <a:lnTo>
                      <a:pt x="4904" y="104892"/>
                    </a:lnTo>
                    <a:cubicBezTo>
                      <a:pt x="248" y="107524"/>
                      <a:pt x="-1371" y="113596"/>
                      <a:pt x="1260" y="118251"/>
                    </a:cubicBezTo>
                    <a:cubicBezTo>
                      <a:pt x="3892" y="123109"/>
                      <a:pt x="9964" y="124728"/>
                      <a:pt x="14619" y="12189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35FCB66B-BC10-E7B7-0B7D-A8519E4C860B}"/>
                  </a:ext>
                </a:extLst>
              </p:cNvPr>
              <p:cNvSpPr/>
              <p:nvPr/>
            </p:nvSpPr>
            <p:spPr>
              <a:xfrm>
                <a:off x="2701033" y="1835171"/>
                <a:ext cx="282448" cy="171461"/>
              </a:xfrm>
              <a:custGeom>
                <a:avLst/>
                <a:gdLst>
                  <a:gd name="connsiteX0" fmla="*/ 14619 w 282448"/>
                  <a:gd name="connsiteY0" fmla="*/ 170067 h 171461"/>
                  <a:gd name="connsiteX1" fmla="*/ 277545 w 282448"/>
                  <a:gd name="connsiteY1" fmla="*/ 18262 h 171461"/>
                  <a:gd name="connsiteX2" fmla="*/ 281188 w 282448"/>
                  <a:gd name="connsiteY2" fmla="*/ 4904 h 171461"/>
                  <a:gd name="connsiteX3" fmla="*/ 267829 w 282448"/>
                  <a:gd name="connsiteY3" fmla="*/ 1260 h 171461"/>
                  <a:gd name="connsiteX4" fmla="*/ 4904 w 282448"/>
                  <a:gd name="connsiteY4" fmla="*/ 153065 h 171461"/>
                  <a:gd name="connsiteX5" fmla="*/ 1260 w 282448"/>
                  <a:gd name="connsiteY5" fmla="*/ 166424 h 171461"/>
                  <a:gd name="connsiteX6" fmla="*/ 14619 w 282448"/>
                  <a:gd name="connsiteY6" fmla="*/ 170067 h 171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448" h="171461">
                    <a:moveTo>
                      <a:pt x="14619" y="170067"/>
                    </a:moveTo>
                    <a:lnTo>
                      <a:pt x="277545" y="18262"/>
                    </a:lnTo>
                    <a:cubicBezTo>
                      <a:pt x="282200" y="15631"/>
                      <a:pt x="283819" y="9559"/>
                      <a:pt x="281188" y="4904"/>
                    </a:cubicBezTo>
                    <a:cubicBezTo>
                      <a:pt x="278557" y="248"/>
                      <a:pt x="272485" y="-1371"/>
                      <a:pt x="267829" y="1260"/>
                    </a:cubicBezTo>
                    <a:lnTo>
                      <a:pt x="4904" y="153065"/>
                    </a:lnTo>
                    <a:cubicBezTo>
                      <a:pt x="248" y="155696"/>
                      <a:pt x="-1371" y="161768"/>
                      <a:pt x="1260" y="166424"/>
                    </a:cubicBezTo>
                    <a:cubicBezTo>
                      <a:pt x="3891" y="171282"/>
                      <a:pt x="9964" y="172901"/>
                      <a:pt x="14619" y="17006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F44B5016-CC74-6239-5383-94CFC3F5EB06}"/>
                  </a:ext>
                </a:extLst>
              </p:cNvPr>
              <p:cNvSpPr/>
              <p:nvPr/>
            </p:nvSpPr>
            <p:spPr>
              <a:xfrm>
                <a:off x="2701235" y="1955603"/>
                <a:ext cx="221726" cy="136108"/>
              </a:xfrm>
              <a:custGeom>
                <a:avLst/>
                <a:gdLst>
                  <a:gd name="connsiteX0" fmla="*/ 207107 w 221726"/>
                  <a:gd name="connsiteY0" fmla="*/ 1260 h 136108"/>
                  <a:gd name="connsiteX1" fmla="*/ 4904 w 221726"/>
                  <a:gd name="connsiteY1" fmla="*/ 117846 h 136108"/>
                  <a:gd name="connsiteX2" fmla="*/ 1260 w 221726"/>
                  <a:gd name="connsiteY2" fmla="*/ 131205 h 136108"/>
                  <a:gd name="connsiteX3" fmla="*/ 14619 w 221726"/>
                  <a:gd name="connsiteY3" fmla="*/ 134849 h 136108"/>
                  <a:gd name="connsiteX4" fmla="*/ 216823 w 221726"/>
                  <a:gd name="connsiteY4" fmla="*/ 18262 h 136108"/>
                  <a:gd name="connsiteX5" fmla="*/ 220466 w 221726"/>
                  <a:gd name="connsiteY5" fmla="*/ 4904 h 136108"/>
                  <a:gd name="connsiteX6" fmla="*/ 207107 w 221726"/>
                  <a:gd name="connsiteY6" fmla="*/ 1260 h 136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726" h="136108">
                    <a:moveTo>
                      <a:pt x="207107" y="1260"/>
                    </a:moveTo>
                    <a:lnTo>
                      <a:pt x="4904" y="117846"/>
                    </a:lnTo>
                    <a:cubicBezTo>
                      <a:pt x="248" y="120478"/>
                      <a:pt x="-1371" y="126550"/>
                      <a:pt x="1260" y="131205"/>
                    </a:cubicBezTo>
                    <a:cubicBezTo>
                      <a:pt x="3891" y="135861"/>
                      <a:pt x="9964" y="137480"/>
                      <a:pt x="14619" y="134849"/>
                    </a:cubicBezTo>
                    <a:lnTo>
                      <a:pt x="216823" y="18262"/>
                    </a:lnTo>
                    <a:cubicBezTo>
                      <a:pt x="221478" y="15631"/>
                      <a:pt x="223098" y="9559"/>
                      <a:pt x="220466" y="4904"/>
                    </a:cubicBezTo>
                    <a:cubicBezTo>
                      <a:pt x="217835" y="248"/>
                      <a:pt x="211763" y="-1371"/>
                      <a:pt x="207107" y="126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6189D0B7-BDE1-B3A9-4A3F-CB96F968636B}"/>
                  </a:ext>
                </a:extLst>
              </p:cNvPr>
              <p:cNvSpPr/>
              <p:nvPr/>
            </p:nvSpPr>
            <p:spPr>
              <a:xfrm>
                <a:off x="2963756" y="1775327"/>
                <a:ext cx="271316" cy="164984"/>
              </a:xfrm>
              <a:custGeom>
                <a:avLst/>
                <a:gdLst>
                  <a:gd name="connsiteX0" fmla="*/ 256697 w 271316"/>
                  <a:gd name="connsiteY0" fmla="*/ 1394 h 164984"/>
                  <a:gd name="connsiteX1" fmla="*/ 4904 w 271316"/>
                  <a:gd name="connsiteY1" fmla="*/ 146722 h 164984"/>
                  <a:gd name="connsiteX2" fmla="*/ 1260 w 271316"/>
                  <a:gd name="connsiteY2" fmla="*/ 160081 h 164984"/>
                  <a:gd name="connsiteX3" fmla="*/ 14619 w 271316"/>
                  <a:gd name="connsiteY3" fmla="*/ 163724 h 164984"/>
                  <a:gd name="connsiteX4" fmla="*/ 266412 w 271316"/>
                  <a:gd name="connsiteY4" fmla="*/ 18396 h 164984"/>
                  <a:gd name="connsiteX5" fmla="*/ 270056 w 271316"/>
                  <a:gd name="connsiteY5" fmla="*/ 5038 h 164984"/>
                  <a:gd name="connsiteX6" fmla="*/ 256697 w 271316"/>
                  <a:gd name="connsiteY6" fmla="*/ 1394 h 16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1316" h="164984">
                    <a:moveTo>
                      <a:pt x="256697" y="1394"/>
                    </a:moveTo>
                    <a:lnTo>
                      <a:pt x="4904" y="146722"/>
                    </a:lnTo>
                    <a:cubicBezTo>
                      <a:pt x="248" y="149353"/>
                      <a:pt x="-1371" y="155426"/>
                      <a:pt x="1260" y="160081"/>
                    </a:cubicBezTo>
                    <a:cubicBezTo>
                      <a:pt x="3892" y="164736"/>
                      <a:pt x="9964" y="166355"/>
                      <a:pt x="14619" y="163724"/>
                    </a:cubicBezTo>
                    <a:lnTo>
                      <a:pt x="266412" y="18396"/>
                    </a:lnTo>
                    <a:cubicBezTo>
                      <a:pt x="271068" y="15765"/>
                      <a:pt x="272687" y="9693"/>
                      <a:pt x="270056" y="5038"/>
                    </a:cubicBezTo>
                    <a:cubicBezTo>
                      <a:pt x="267424" y="180"/>
                      <a:pt x="261352" y="-1439"/>
                      <a:pt x="256697" y="139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F55484DB-7DB1-3230-72A9-969D1F9ECF32}"/>
                  </a:ext>
                </a:extLst>
              </p:cNvPr>
              <p:cNvSpPr/>
              <p:nvPr/>
            </p:nvSpPr>
            <p:spPr>
              <a:xfrm>
                <a:off x="2619102" y="1002051"/>
                <a:ext cx="512495" cy="653521"/>
              </a:xfrm>
              <a:custGeom>
                <a:avLst/>
                <a:gdLst>
                  <a:gd name="connsiteX0" fmla="*/ 261714 w 512495"/>
                  <a:gd name="connsiteY0" fmla="*/ 618413 h 653521"/>
                  <a:gd name="connsiteX1" fmla="*/ 512495 w 512495"/>
                  <a:gd name="connsiteY1" fmla="*/ 184252 h 653521"/>
                  <a:gd name="connsiteX2" fmla="*/ 250177 w 512495"/>
                  <a:gd name="connsiteY2" fmla="*/ 35281 h 653521"/>
                  <a:gd name="connsiteX3" fmla="*/ 2 w 512495"/>
                  <a:gd name="connsiteY3" fmla="*/ 468835 h 653521"/>
                  <a:gd name="connsiteX4" fmla="*/ 261714 w 512495"/>
                  <a:gd name="connsiteY4" fmla="*/ 618413 h 653521"/>
                  <a:gd name="connsiteX5" fmla="*/ 19636 w 512495"/>
                  <a:gd name="connsiteY5" fmla="*/ 468835 h 653521"/>
                  <a:gd name="connsiteX6" fmla="*/ 259892 w 512495"/>
                  <a:gd name="connsiteY6" fmla="*/ 52283 h 653521"/>
                  <a:gd name="connsiteX7" fmla="*/ 492862 w 512495"/>
                  <a:gd name="connsiteY7" fmla="*/ 184454 h 653521"/>
                  <a:gd name="connsiteX8" fmla="*/ 251998 w 512495"/>
                  <a:gd name="connsiteY8" fmla="*/ 601614 h 653521"/>
                  <a:gd name="connsiteX9" fmla="*/ 19636 w 512495"/>
                  <a:gd name="connsiteY9" fmla="*/ 468835 h 653521"/>
                  <a:gd name="connsiteX10" fmla="*/ 19636 w 512495"/>
                  <a:gd name="connsiteY10" fmla="*/ 468835 h 653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12495" h="653521">
                    <a:moveTo>
                      <a:pt x="261714" y="618413"/>
                    </a:moveTo>
                    <a:cubicBezTo>
                      <a:pt x="400160" y="538463"/>
                      <a:pt x="512698" y="343748"/>
                      <a:pt x="512495" y="184252"/>
                    </a:cubicBezTo>
                    <a:cubicBezTo>
                      <a:pt x="511888" y="21720"/>
                      <a:pt x="394290" y="-47908"/>
                      <a:pt x="250177" y="35281"/>
                    </a:cubicBezTo>
                    <a:cubicBezTo>
                      <a:pt x="111731" y="115231"/>
                      <a:pt x="-605" y="309744"/>
                      <a:pt x="2" y="468835"/>
                    </a:cubicBezTo>
                    <a:cubicBezTo>
                      <a:pt x="407" y="632582"/>
                      <a:pt x="118613" y="700995"/>
                      <a:pt x="261714" y="618413"/>
                    </a:cubicBezTo>
                    <a:close/>
                    <a:moveTo>
                      <a:pt x="19636" y="468835"/>
                    </a:moveTo>
                    <a:cubicBezTo>
                      <a:pt x="19029" y="316018"/>
                      <a:pt x="126911" y="129197"/>
                      <a:pt x="259892" y="52283"/>
                    </a:cubicBezTo>
                    <a:cubicBezTo>
                      <a:pt x="389837" y="-22810"/>
                      <a:pt x="492255" y="35483"/>
                      <a:pt x="492862" y="184454"/>
                    </a:cubicBezTo>
                    <a:cubicBezTo>
                      <a:pt x="493064" y="337676"/>
                      <a:pt x="384979" y="524902"/>
                      <a:pt x="251998" y="601614"/>
                    </a:cubicBezTo>
                    <a:cubicBezTo>
                      <a:pt x="123268" y="675897"/>
                      <a:pt x="20041" y="618616"/>
                      <a:pt x="19636" y="468835"/>
                    </a:cubicBezTo>
                    <a:lnTo>
                      <a:pt x="19636" y="46883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5579381F-80B3-5D53-9127-3E6B3BB8F1E3}"/>
                  </a:ext>
                </a:extLst>
              </p:cNvPr>
              <p:cNvSpPr/>
              <p:nvPr/>
            </p:nvSpPr>
            <p:spPr>
              <a:xfrm>
                <a:off x="4407266" y="89453"/>
                <a:ext cx="1290437" cy="2360666"/>
              </a:xfrm>
              <a:custGeom>
                <a:avLst/>
                <a:gdLst>
                  <a:gd name="connsiteX0" fmla="*/ 1285985 w 1290437"/>
                  <a:gd name="connsiteY0" fmla="*/ 2237813 h 2360666"/>
                  <a:gd name="connsiteX1" fmla="*/ 1290437 w 1290437"/>
                  <a:gd name="connsiteY1" fmla="*/ 722398 h 2360666"/>
                  <a:gd name="connsiteX2" fmla="*/ 1210082 w 1290437"/>
                  <a:gd name="connsiteY2" fmla="*/ 583547 h 2360666"/>
                  <a:gd name="connsiteX3" fmla="*/ 535867 w 1290437"/>
                  <a:gd name="connsiteY3" fmla="*/ 194320 h 2360666"/>
                  <a:gd name="connsiteX4" fmla="*/ 522508 w 1290437"/>
                  <a:gd name="connsiteY4" fmla="*/ 197963 h 2360666"/>
                  <a:gd name="connsiteX5" fmla="*/ 526152 w 1290437"/>
                  <a:gd name="connsiteY5" fmla="*/ 211322 h 2360666"/>
                  <a:gd name="connsiteX6" fmla="*/ 1200367 w 1290437"/>
                  <a:gd name="connsiteY6" fmla="*/ 600549 h 2360666"/>
                  <a:gd name="connsiteX7" fmla="*/ 1254814 w 1290437"/>
                  <a:gd name="connsiteY7" fmla="*/ 663092 h 2360666"/>
                  <a:gd name="connsiteX8" fmla="*/ 1170410 w 1290437"/>
                  <a:gd name="connsiteY8" fmla="*/ 712075 h 2360666"/>
                  <a:gd name="connsiteX9" fmla="*/ 1108676 w 1290437"/>
                  <a:gd name="connsiteY9" fmla="*/ 642245 h 2360666"/>
                  <a:gd name="connsiteX10" fmla="*/ 118708 w 1290437"/>
                  <a:gd name="connsiteY10" fmla="*/ 70447 h 2360666"/>
                  <a:gd name="connsiteX11" fmla="*/ 118708 w 1290437"/>
                  <a:gd name="connsiteY11" fmla="*/ 70447 h 2360666"/>
                  <a:gd name="connsiteX12" fmla="*/ 118708 w 1290437"/>
                  <a:gd name="connsiteY12" fmla="*/ 70447 h 2360666"/>
                  <a:gd name="connsiteX13" fmla="*/ 118505 w 1290437"/>
                  <a:gd name="connsiteY13" fmla="*/ 70447 h 2360666"/>
                  <a:gd name="connsiteX14" fmla="*/ 99681 w 1290437"/>
                  <a:gd name="connsiteY14" fmla="*/ 62351 h 2360666"/>
                  <a:gd name="connsiteX15" fmla="*/ 166273 w 1290437"/>
                  <a:gd name="connsiteY15" fmla="*/ 23286 h 2360666"/>
                  <a:gd name="connsiteX16" fmla="*/ 210398 w 1290437"/>
                  <a:gd name="connsiteY16" fmla="*/ 28751 h 2360666"/>
                  <a:gd name="connsiteX17" fmla="*/ 429199 w 1290437"/>
                  <a:gd name="connsiteY17" fmla="*/ 155053 h 2360666"/>
                  <a:gd name="connsiteX18" fmla="*/ 442558 w 1290437"/>
                  <a:gd name="connsiteY18" fmla="*/ 151409 h 2360666"/>
                  <a:gd name="connsiteX19" fmla="*/ 438914 w 1290437"/>
                  <a:gd name="connsiteY19" fmla="*/ 138051 h 2360666"/>
                  <a:gd name="connsiteX20" fmla="*/ 220113 w 1290437"/>
                  <a:gd name="connsiteY20" fmla="*/ 11749 h 2360666"/>
                  <a:gd name="connsiteX21" fmla="*/ 156558 w 1290437"/>
                  <a:gd name="connsiteY21" fmla="*/ 6284 h 2360666"/>
                  <a:gd name="connsiteX22" fmla="*/ 55152 w 1290437"/>
                  <a:gd name="connsiteY22" fmla="*/ 65184 h 2360666"/>
                  <a:gd name="connsiteX23" fmla="*/ 28232 w 1290437"/>
                  <a:gd name="connsiteY23" fmla="*/ 122263 h 2360666"/>
                  <a:gd name="connsiteX24" fmla="*/ 26208 w 1290437"/>
                  <a:gd name="connsiteY24" fmla="*/ 783524 h 2360666"/>
                  <a:gd name="connsiteX25" fmla="*/ 35923 w 1290437"/>
                  <a:gd name="connsiteY25" fmla="*/ 793240 h 2360666"/>
                  <a:gd name="connsiteX26" fmla="*/ 35923 w 1290437"/>
                  <a:gd name="connsiteY26" fmla="*/ 793240 h 2360666"/>
                  <a:gd name="connsiteX27" fmla="*/ 45639 w 1290437"/>
                  <a:gd name="connsiteY27" fmla="*/ 783524 h 2360666"/>
                  <a:gd name="connsiteX28" fmla="*/ 47056 w 1290437"/>
                  <a:gd name="connsiteY28" fmla="*/ 331956 h 2360666"/>
                  <a:gd name="connsiteX29" fmla="*/ 1168791 w 1290437"/>
                  <a:gd name="connsiteY29" fmla="*/ 979858 h 2360666"/>
                  <a:gd name="connsiteX30" fmla="*/ 1165148 w 1290437"/>
                  <a:gd name="connsiteY30" fmla="*/ 2286593 h 2360666"/>
                  <a:gd name="connsiteX31" fmla="*/ 1104021 w 1290437"/>
                  <a:gd name="connsiteY31" fmla="*/ 2332135 h 2360666"/>
                  <a:gd name="connsiteX32" fmla="*/ 114052 w 1290437"/>
                  <a:gd name="connsiteY32" fmla="*/ 1760539 h 2360666"/>
                  <a:gd name="connsiteX33" fmla="*/ 43413 w 1290437"/>
                  <a:gd name="connsiteY33" fmla="*/ 1638083 h 2360666"/>
                  <a:gd name="connsiteX34" fmla="*/ 45437 w 1290437"/>
                  <a:gd name="connsiteY34" fmla="*/ 915696 h 2360666"/>
                  <a:gd name="connsiteX35" fmla="*/ 35721 w 1290437"/>
                  <a:gd name="connsiteY35" fmla="*/ 905980 h 2360666"/>
                  <a:gd name="connsiteX36" fmla="*/ 35721 w 1290437"/>
                  <a:gd name="connsiteY36" fmla="*/ 905980 h 2360666"/>
                  <a:gd name="connsiteX37" fmla="*/ 26006 w 1290437"/>
                  <a:gd name="connsiteY37" fmla="*/ 915696 h 2360666"/>
                  <a:gd name="connsiteX38" fmla="*/ 25398 w 1290437"/>
                  <a:gd name="connsiteY38" fmla="*/ 1170525 h 2360666"/>
                  <a:gd name="connsiteX39" fmla="*/ 14671 w 1290437"/>
                  <a:gd name="connsiteY39" fmla="*/ 1164250 h 2360666"/>
                  <a:gd name="connsiteX40" fmla="*/ 1312 w 1290437"/>
                  <a:gd name="connsiteY40" fmla="*/ 1167691 h 2360666"/>
                  <a:gd name="connsiteX41" fmla="*/ 4753 w 1290437"/>
                  <a:gd name="connsiteY41" fmla="*/ 1181050 h 2360666"/>
                  <a:gd name="connsiteX42" fmla="*/ 25196 w 1290437"/>
                  <a:gd name="connsiteY42" fmla="*/ 1192992 h 2360666"/>
                  <a:gd name="connsiteX43" fmla="*/ 23981 w 1290437"/>
                  <a:gd name="connsiteY43" fmla="*/ 1638083 h 2360666"/>
                  <a:gd name="connsiteX44" fmla="*/ 104337 w 1290437"/>
                  <a:gd name="connsiteY44" fmla="*/ 1777339 h 2360666"/>
                  <a:gd name="connsiteX45" fmla="*/ 1094306 w 1290437"/>
                  <a:gd name="connsiteY45" fmla="*/ 2349137 h 2360666"/>
                  <a:gd name="connsiteX46" fmla="*/ 1157861 w 1290437"/>
                  <a:gd name="connsiteY46" fmla="*/ 2354197 h 2360666"/>
                  <a:gd name="connsiteX47" fmla="*/ 1259064 w 1290437"/>
                  <a:gd name="connsiteY47" fmla="*/ 2295499 h 2360666"/>
                  <a:gd name="connsiteX48" fmla="*/ 1259064 w 1290437"/>
                  <a:gd name="connsiteY48" fmla="*/ 2295499 h 2360666"/>
                  <a:gd name="connsiteX49" fmla="*/ 1259064 w 1290437"/>
                  <a:gd name="connsiteY49" fmla="*/ 2295499 h 2360666"/>
                  <a:gd name="connsiteX50" fmla="*/ 1259267 w 1290437"/>
                  <a:gd name="connsiteY50" fmla="*/ 2295296 h 2360666"/>
                  <a:gd name="connsiteX51" fmla="*/ 1285985 w 1290437"/>
                  <a:gd name="connsiteY51" fmla="*/ 2237813 h 2360666"/>
                  <a:gd name="connsiteX52" fmla="*/ 47461 w 1290437"/>
                  <a:gd name="connsiteY52" fmla="*/ 309489 h 2360666"/>
                  <a:gd name="connsiteX53" fmla="*/ 48068 w 1290437"/>
                  <a:gd name="connsiteY53" fmla="*/ 122465 h 2360666"/>
                  <a:gd name="connsiteX54" fmla="*/ 98062 w 1290437"/>
                  <a:gd name="connsiteY54" fmla="*/ 82187 h 2360666"/>
                  <a:gd name="connsiteX55" fmla="*/ 1098961 w 1290437"/>
                  <a:gd name="connsiteY55" fmla="*/ 659044 h 2360666"/>
                  <a:gd name="connsiteX56" fmla="*/ 1169398 w 1290437"/>
                  <a:gd name="connsiteY56" fmla="*/ 780893 h 2360666"/>
                  <a:gd name="connsiteX57" fmla="*/ 1168994 w 1290437"/>
                  <a:gd name="connsiteY57" fmla="*/ 956986 h 2360666"/>
                  <a:gd name="connsiteX58" fmla="*/ 47461 w 1290437"/>
                  <a:gd name="connsiteY58" fmla="*/ 309489 h 2360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290437" h="2360666">
                    <a:moveTo>
                      <a:pt x="1285985" y="2237813"/>
                    </a:moveTo>
                    <a:lnTo>
                      <a:pt x="1290437" y="722398"/>
                    </a:lnTo>
                    <a:cubicBezTo>
                      <a:pt x="1290437" y="674225"/>
                      <a:pt x="1256231" y="609860"/>
                      <a:pt x="1210082" y="583547"/>
                    </a:cubicBezTo>
                    <a:lnTo>
                      <a:pt x="535867" y="194320"/>
                    </a:lnTo>
                    <a:cubicBezTo>
                      <a:pt x="531212" y="191688"/>
                      <a:pt x="525342" y="193308"/>
                      <a:pt x="522508" y="197963"/>
                    </a:cubicBezTo>
                    <a:cubicBezTo>
                      <a:pt x="519877" y="202618"/>
                      <a:pt x="521496" y="208690"/>
                      <a:pt x="526152" y="211322"/>
                    </a:cubicBezTo>
                    <a:lnTo>
                      <a:pt x="1200367" y="600549"/>
                    </a:lnTo>
                    <a:cubicBezTo>
                      <a:pt x="1222227" y="613098"/>
                      <a:pt x="1241860" y="636780"/>
                      <a:pt x="1254814" y="663092"/>
                    </a:cubicBezTo>
                    <a:lnTo>
                      <a:pt x="1170410" y="712075"/>
                    </a:lnTo>
                    <a:cubicBezTo>
                      <a:pt x="1153408" y="678475"/>
                      <a:pt x="1129524" y="654389"/>
                      <a:pt x="1108676" y="642245"/>
                    </a:cubicBezTo>
                    <a:lnTo>
                      <a:pt x="118708" y="70447"/>
                    </a:lnTo>
                    <a:cubicBezTo>
                      <a:pt x="118708" y="70447"/>
                      <a:pt x="118708" y="70447"/>
                      <a:pt x="118708" y="70447"/>
                    </a:cubicBezTo>
                    <a:lnTo>
                      <a:pt x="118708" y="70447"/>
                    </a:lnTo>
                    <a:cubicBezTo>
                      <a:pt x="118708" y="70447"/>
                      <a:pt x="118505" y="70447"/>
                      <a:pt x="118505" y="70447"/>
                    </a:cubicBezTo>
                    <a:cubicBezTo>
                      <a:pt x="112028" y="66804"/>
                      <a:pt x="105753" y="64172"/>
                      <a:pt x="99681" y="62351"/>
                    </a:cubicBezTo>
                    <a:lnTo>
                      <a:pt x="166273" y="23286"/>
                    </a:lnTo>
                    <a:cubicBezTo>
                      <a:pt x="177608" y="16809"/>
                      <a:pt x="193193" y="18833"/>
                      <a:pt x="210398" y="28751"/>
                    </a:cubicBezTo>
                    <a:lnTo>
                      <a:pt x="429199" y="155053"/>
                    </a:lnTo>
                    <a:cubicBezTo>
                      <a:pt x="433854" y="157684"/>
                      <a:pt x="439926" y="156267"/>
                      <a:pt x="442558" y="151409"/>
                    </a:cubicBezTo>
                    <a:cubicBezTo>
                      <a:pt x="445189" y="146754"/>
                      <a:pt x="443570" y="140682"/>
                      <a:pt x="438914" y="138051"/>
                    </a:cubicBezTo>
                    <a:lnTo>
                      <a:pt x="220113" y="11749"/>
                    </a:lnTo>
                    <a:cubicBezTo>
                      <a:pt x="196836" y="-1812"/>
                      <a:pt x="174369" y="-3634"/>
                      <a:pt x="156558" y="6284"/>
                    </a:cubicBezTo>
                    <a:cubicBezTo>
                      <a:pt x="115672" y="29966"/>
                      <a:pt x="107980" y="35026"/>
                      <a:pt x="55152" y="65184"/>
                    </a:cubicBezTo>
                    <a:cubicBezTo>
                      <a:pt x="37745" y="75305"/>
                      <a:pt x="28232" y="95545"/>
                      <a:pt x="28232" y="122263"/>
                    </a:cubicBezTo>
                    <a:lnTo>
                      <a:pt x="26208" y="783524"/>
                    </a:lnTo>
                    <a:cubicBezTo>
                      <a:pt x="26208" y="788989"/>
                      <a:pt x="30458" y="793240"/>
                      <a:pt x="35923" y="793240"/>
                    </a:cubicBezTo>
                    <a:cubicBezTo>
                      <a:pt x="35923" y="793240"/>
                      <a:pt x="35923" y="793240"/>
                      <a:pt x="35923" y="793240"/>
                    </a:cubicBezTo>
                    <a:cubicBezTo>
                      <a:pt x="41389" y="793240"/>
                      <a:pt x="45639" y="788989"/>
                      <a:pt x="45639" y="783524"/>
                    </a:cubicBezTo>
                    <a:lnTo>
                      <a:pt x="47056" y="331956"/>
                    </a:lnTo>
                    <a:lnTo>
                      <a:pt x="1168791" y="979858"/>
                    </a:lnTo>
                    <a:cubicBezTo>
                      <a:pt x="1163731" y="2770546"/>
                      <a:pt x="1165553" y="2152398"/>
                      <a:pt x="1165148" y="2286593"/>
                    </a:cubicBezTo>
                    <a:cubicBezTo>
                      <a:pt x="1163124" y="2334159"/>
                      <a:pt x="1145515" y="2355816"/>
                      <a:pt x="1104021" y="2332135"/>
                    </a:cubicBezTo>
                    <a:lnTo>
                      <a:pt x="114052" y="1760539"/>
                    </a:lnTo>
                    <a:cubicBezTo>
                      <a:pt x="74988" y="1737465"/>
                      <a:pt x="43413" y="1683018"/>
                      <a:pt x="43413" y="1638083"/>
                    </a:cubicBezTo>
                    <a:lnTo>
                      <a:pt x="45437" y="915696"/>
                    </a:lnTo>
                    <a:cubicBezTo>
                      <a:pt x="45437" y="910231"/>
                      <a:pt x="41186" y="905980"/>
                      <a:pt x="35721" y="905980"/>
                    </a:cubicBezTo>
                    <a:lnTo>
                      <a:pt x="35721" y="905980"/>
                    </a:lnTo>
                    <a:cubicBezTo>
                      <a:pt x="30256" y="905980"/>
                      <a:pt x="26006" y="910231"/>
                      <a:pt x="26006" y="915696"/>
                    </a:cubicBezTo>
                    <a:lnTo>
                      <a:pt x="25398" y="1170525"/>
                    </a:lnTo>
                    <a:lnTo>
                      <a:pt x="14671" y="1164250"/>
                    </a:lnTo>
                    <a:cubicBezTo>
                      <a:pt x="10016" y="1161417"/>
                      <a:pt x="3943" y="1163036"/>
                      <a:pt x="1312" y="1167691"/>
                    </a:cubicBezTo>
                    <a:cubicBezTo>
                      <a:pt x="-1319" y="1172347"/>
                      <a:pt x="97" y="1178419"/>
                      <a:pt x="4753" y="1181050"/>
                    </a:cubicBezTo>
                    <a:lnTo>
                      <a:pt x="25196" y="1192992"/>
                    </a:lnTo>
                    <a:lnTo>
                      <a:pt x="23981" y="1638083"/>
                    </a:lnTo>
                    <a:cubicBezTo>
                      <a:pt x="23981" y="1688280"/>
                      <a:pt x="58188" y="1750419"/>
                      <a:pt x="104337" y="1777339"/>
                    </a:cubicBezTo>
                    <a:lnTo>
                      <a:pt x="1094306" y="2349137"/>
                    </a:lnTo>
                    <a:cubicBezTo>
                      <a:pt x="1114142" y="2360471"/>
                      <a:pt x="1137823" y="2365734"/>
                      <a:pt x="1157861" y="2354197"/>
                    </a:cubicBezTo>
                    <a:cubicBezTo>
                      <a:pt x="1161707" y="2351970"/>
                      <a:pt x="1266351" y="2290844"/>
                      <a:pt x="1259064" y="2295499"/>
                    </a:cubicBezTo>
                    <a:cubicBezTo>
                      <a:pt x="1259064" y="2295499"/>
                      <a:pt x="1259064" y="2295499"/>
                      <a:pt x="1259064" y="2295499"/>
                    </a:cubicBezTo>
                    <a:lnTo>
                      <a:pt x="1259064" y="2295499"/>
                    </a:lnTo>
                    <a:cubicBezTo>
                      <a:pt x="1259064" y="2295499"/>
                      <a:pt x="1259267" y="2295296"/>
                      <a:pt x="1259267" y="2295296"/>
                    </a:cubicBezTo>
                    <a:cubicBezTo>
                      <a:pt x="1277686" y="2283962"/>
                      <a:pt x="1285985" y="2260078"/>
                      <a:pt x="1285985" y="2237813"/>
                    </a:cubicBezTo>
                    <a:close/>
                    <a:moveTo>
                      <a:pt x="47461" y="309489"/>
                    </a:moveTo>
                    <a:lnTo>
                      <a:pt x="48068" y="122465"/>
                    </a:lnTo>
                    <a:cubicBezTo>
                      <a:pt x="48068" y="88664"/>
                      <a:pt x="65879" y="70447"/>
                      <a:pt x="98062" y="82187"/>
                    </a:cubicBezTo>
                    <a:cubicBezTo>
                      <a:pt x="109802" y="86842"/>
                      <a:pt x="42198" y="49194"/>
                      <a:pt x="1098961" y="659044"/>
                    </a:cubicBezTo>
                    <a:cubicBezTo>
                      <a:pt x="1139240" y="681916"/>
                      <a:pt x="1169804" y="739602"/>
                      <a:pt x="1169398" y="780893"/>
                    </a:cubicBezTo>
                    <a:lnTo>
                      <a:pt x="1168994" y="956986"/>
                    </a:lnTo>
                    <a:lnTo>
                      <a:pt x="47461" y="309489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5F053969-8898-8A63-65FC-925B23AC6477}"/>
                  </a:ext>
                </a:extLst>
              </p:cNvPr>
              <p:cNvSpPr/>
              <p:nvPr/>
            </p:nvSpPr>
            <p:spPr>
              <a:xfrm>
                <a:off x="4751453" y="854676"/>
                <a:ext cx="566133" cy="722822"/>
              </a:xfrm>
              <a:custGeom>
                <a:avLst/>
                <a:gdLst>
                  <a:gd name="connsiteX0" fmla="*/ 566131 w 566133"/>
                  <a:gd name="connsiteY0" fmla="*/ 519055 h 722822"/>
                  <a:gd name="connsiteX1" fmla="*/ 289240 w 566133"/>
                  <a:gd name="connsiteY1" fmla="*/ 38947 h 722822"/>
                  <a:gd name="connsiteX2" fmla="*/ 1 w 566133"/>
                  <a:gd name="connsiteY2" fmla="*/ 203301 h 722822"/>
                  <a:gd name="connsiteX3" fmla="*/ 277500 w 566133"/>
                  <a:gd name="connsiteY3" fmla="*/ 684016 h 722822"/>
                  <a:gd name="connsiteX4" fmla="*/ 566131 w 566133"/>
                  <a:gd name="connsiteY4" fmla="*/ 519055 h 722822"/>
                  <a:gd name="connsiteX5" fmla="*/ 19432 w 566133"/>
                  <a:gd name="connsiteY5" fmla="*/ 203301 h 722822"/>
                  <a:gd name="connsiteX6" fmla="*/ 279524 w 566133"/>
                  <a:gd name="connsiteY6" fmla="*/ 55747 h 722822"/>
                  <a:gd name="connsiteX7" fmla="*/ 546700 w 566133"/>
                  <a:gd name="connsiteY7" fmla="*/ 518852 h 722822"/>
                  <a:gd name="connsiteX8" fmla="*/ 546700 w 566133"/>
                  <a:gd name="connsiteY8" fmla="*/ 518852 h 722822"/>
                  <a:gd name="connsiteX9" fmla="*/ 287216 w 566133"/>
                  <a:gd name="connsiteY9" fmla="*/ 667014 h 722822"/>
                  <a:gd name="connsiteX10" fmla="*/ 19432 w 566133"/>
                  <a:gd name="connsiteY10" fmla="*/ 203301 h 722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66133" h="722822">
                    <a:moveTo>
                      <a:pt x="566131" y="519055"/>
                    </a:moveTo>
                    <a:cubicBezTo>
                      <a:pt x="566739" y="342961"/>
                      <a:pt x="442663" y="127601"/>
                      <a:pt x="289240" y="38947"/>
                    </a:cubicBezTo>
                    <a:cubicBezTo>
                      <a:pt x="131160" y="-52136"/>
                      <a:pt x="608" y="22147"/>
                      <a:pt x="1" y="203301"/>
                    </a:cubicBezTo>
                    <a:cubicBezTo>
                      <a:pt x="-404" y="379799"/>
                      <a:pt x="124076" y="595564"/>
                      <a:pt x="277500" y="684016"/>
                    </a:cubicBezTo>
                    <a:cubicBezTo>
                      <a:pt x="434972" y="774896"/>
                      <a:pt x="565726" y="700613"/>
                      <a:pt x="566131" y="519055"/>
                    </a:cubicBezTo>
                    <a:close/>
                    <a:moveTo>
                      <a:pt x="19432" y="203301"/>
                    </a:moveTo>
                    <a:cubicBezTo>
                      <a:pt x="20040" y="37732"/>
                      <a:pt x="134196" y="-28050"/>
                      <a:pt x="279524" y="55747"/>
                    </a:cubicBezTo>
                    <a:cubicBezTo>
                      <a:pt x="427483" y="141364"/>
                      <a:pt x="547308" y="349033"/>
                      <a:pt x="546700" y="518852"/>
                    </a:cubicBezTo>
                    <a:lnTo>
                      <a:pt x="546700" y="518852"/>
                    </a:lnTo>
                    <a:cubicBezTo>
                      <a:pt x="546296" y="686040"/>
                      <a:pt x="430924" y="750000"/>
                      <a:pt x="287216" y="667014"/>
                    </a:cubicBezTo>
                    <a:cubicBezTo>
                      <a:pt x="139257" y="581801"/>
                      <a:pt x="19027" y="373727"/>
                      <a:pt x="19432" y="20330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412DBE13-5A24-DF6F-1364-39798266DD60}"/>
                  </a:ext>
                </a:extLst>
              </p:cNvPr>
              <p:cNvSpPr/>
              <p:nvPr/>
            </p:nvSpPr>
            <p:spPr>
              <a:xfrm>
                <a:off x="4083868" y="1905401"/>
                <a:ext cx="119925" cy="119925"/>
              </a:xfrm>
              <a:custGeom>
                <a:avLst/>
                <a:gdLst>
                  <a:gd name="connsiteX0" fmla="*/ 117041 w 119925"/>
                  <a:gd name="connsiteY0" fmla="*/ 2884 h 119925"/>
                  <a:gd name="connsiteX1" fmla="*/ 103278 w 119925"/>
                  <a:gd name="connsiteY1" fmla="*/ 2884 h 119925"/>
                  <a:gd name="connsiteX2" fmla="*/ 59963 w 119925"/>
                  <a:gd name="connsiteY2" fmla="*/ 46199 h 119925"/>
                  <a:gd name="connsiteX3" fmla="*/ 16648 w 119925"/>
                  <a:gd name="connsiteY3" fmla="*/ 2884 h 119925"/>
                  <a:gd name="connsiteX4" fmla="*/ 2884 w 119925"/>
                  <a:gd name="connsiteY4" fmla="*/ 2884 h 119925"/>
                  <a:gd name="connsiteX5" fmla="*/ 2884 w 119925"/>
                  <a:gd name="connsiteY5" fmla="*/ 16648 h 119925"/>
                  <a:gd name="connsiteX6" fmla="*/ 46199 w 119925"/>
                  <a:gd name="connsiteY6" fmla="*/ 59963 h 119925"/>
                  <a:gd name="connsiteX7" fmla="*/ 2884 w 119925"/>
                  <a:gd name="connsiteY7" fmla="*/ 103278 h 119925"/>
                  <a:gd name="connsiteX8" fmla="*/ 2884 w 119925"/>
                  <a:gd name="connsiteY8" fmla="*/ 117041 h 119925"/>
                  <a:gd name="connsiteX9" fmla="*/ 16648 w 119925"/>
                  <a:gd name="connsiteY9" fmla="*/ 117041 h 119925"/>
                  <a:gd name="connsiteX10" fmla="*/ 59963 w 119925"/>
                  <a:gd name="connsiteY10" fmla="*/ 73726 h 119925"/>
                  <a:gd name="connsiteX11" fmla="*/ 103278 w 119925"/>
                  <a:gd name="connsiteY11" fmla="*/ 117041 h 119925"/>
                  <a:gd name="connsiteX12" fmla="*/ 117041 w 119925"/>
                  <a:gd name="connsiteY12" fmla="*/ 117041 h 119925"/>
                  <a:gd name="connsiteX13" fmla="*/ 117041 w 119925"/>
                  <a:gd name="connsiteY13" fmla="*/ 103278 h 119925"/>
                  <a:gd name="connsiteX14" fmla="*/ 73727 w 119925"/>
                  <a:gd name="connsiteY14" fmla="*/ 59963 h 119925"/>
                  <a:gd name="connsiteX15" fmla="*/ 117041 w 119925"/>
                  <a:gd name="connsiteY15" fmla="*/ 16648 h 119925"/>
                  <a:gd name="connsiteX16" fmla="*/ 117041 w 119925"/>
                  <a:gd name="connsiteY16" fmla="*/ 2884 h 11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9925" h="119925">
                    <a:moveTo>
                      <a:pt x="117041" y="2884"/>
                    </a:moveTo>
                    <a:cubicBezTo>
                      <a:pt x="113196" y="-961"/>
                      <a:pt x="107124" y="-961"/>
                      <a:pt x="103278" y="2884"/>
                    </a:cubicBezTo>
                    <a:lnTo>
                      <a:pt x="59963" y="46199"/>
                    </a:lnTo>
                    <a:lnTo>
                      <a:pt x="16648" y="2884"/>
                    </a:lnTo>
                    <a:cubicBezTo>
                      <a:pt x="12802" y="-961"/>
                      <a:pt x="6730" y="-961"/>
                      <a:pt x="2884" y="2884"/>
                    </a:cubicBezTo>
                    <a:cubicBezTo>
                      <a:pt x="-961" y="6730"/>
                      <a:pt x="-961" y="12802"/>
                      <a:pt x="2884" y="16648"/>
                    </a:cubicBezTo>
                    <a:lnTo>
                      <a:pt x="46199" y="59963"/>
                    </a:lnTo>
                    <a:lnTo>
                      <a:pt x="2884" y="103278"/>
                    </a:lnTo>
                    <a:cubicBezTo>
                      <a:pt x="-961" y="107123"/>
                      <a:pt x="-961" y="113196"/>
                      <a:pt x="2884" y="117041"/>
                    </a:cubicBezTo>
                    <a:cubicBezTo>
                      <a:pt x="6730" y="120887"/>
                      <a:pt x="12802" y="120887"/>
                      <a:pt x="16648" y="117041"/>
                    </a:cubicBezTo>
                    <a:lnTo>
                      <a:pt x="59963" y="73726"/>
                    </a:lnTo>
                    <a:lnTo>
                      <a:pt x="103278" y="117041"/>
                    </a:lnTo>
                    <a:cubicBezTo>
                      <a:pt x="107124" y="120887"/>
                      <a:pt x="113196" y="120887"/>
                      <a:pt x="117041" y="117041"/>
                    </a:cubicBezTo>
                    <a:cubicBezTo>
                      <a:pt x="120887" y="113196"/>
                      <a:pt x="120887" y="107123"/>
                      <a:pt x="117041" y="103278"/>
                    </a:cubicBezTo>
                    <a:lnTo>
                      <a:pt x="73727" y="59963"/>
                    </a:lnTo>
                    <a:lnTo>
                      <a:pt x="117041" y="16648"/>
                    </a:lnTo>
                    <a:cubicBezTo>
                      <a:pt x="120887" y="12802"/>
                      <a:pt x="120887" y="6730"/>
                      <a:pt x="117041" y="288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</p:grp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05AE8311-F58E-DF11-ED9D-493F60477B3C}"/>
                </a:ext>
              </a:extLst>
            </p:cNvPr>
            <p:cNvSpPr/>
            <p:nvPr/>
          </p:nvSpPr>
          <p:spPr>
            <a:xfrm>
              <a:off x="6806129" y="4496177"/>
              <a:ext cx="330192" cy="330192"/>
            </a:xfrm>
            <a:custGeom>
              <a:avLst/>
              <a:gdLst>
                <a:gd name="connsiteX0" fmla="*/ 61734 w 123467"/>
                <a:gd name="connsiteY0" fmla="*/ 123468 h 123467"/>
                <a:gd name="connsiteX1" fmla="*/ 0 w 123467"/>
                <a:gd name="connsiteY1" fmla="*/ 61734 h 123467"/>
                <a:gd name="connsiteX2" fmla="*/ 61734 w 123467"/>
                <a:gd name="connsiteY2" fmla="*/ 0 h 123467"/>
                <a:gd name="connsiteX3" fmla="*/ 123468 w 123467"/>
                <a:gd name="connsiteY3" fmla="*/ 61734 h 123467"/>
                <a:gd name="connsiteX4" fmla="*/ 61734 w 123467"/>
                <a:gd name="connsiteY4" fmla="*/ 123468 h 123467"/>
                <a:gd name="connsiteX5" fmla="*/ 61734 w 123467"/>
                <a:gd name="connsiteY5" fmla="*/ 19431 h 123467"/>
                <a:gd name="connsiteX6" fmla="*/ 19431 w 123467"/>
                <a:gd name="connsiteY6" fmla="*/ 61734 h 123467"/>
                <a:gd name="connsiteX7" fmla="*/ 61734 w 123467"/>
                <a:gd name="connsiteY7" fmla="*/ 104037 h 123467"/>
                <a:gd name="connsiteX8" fmla="*/ 104037 w 123467"/>
                <a:gd name="connsiteY8" fmla="*/ 61734 h 123467"/>
                <a:gd name="connsiteX9" fmla="*/ 61734 w 123467"/>
                <a:gd name="connsiteY9" fmla="*/ 19431 h 123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467" h="123467">
                  <a:moveTo>
                    <a:pt x="61734" y="123468"/>
                  </a:moveTo>
                  <a:cubicBezTo>
                    <a:pt x="27730" y="123468"/>
                    <a:pt x="0" y="95738"/>
                    <a:pt x="0" y="61734"/>
                  </a:cubicBezTo>
                  <a:cubicBezTo>
                    <a:pt x="0" y="27730"/>
                    <a:pt x="27730" y="0"/>
                    <a:pt x="61734" y="0"/>
                  </a:cubicBezTo>
                  <a:cubicBezTo>
                    <a:pt x="96346" y="0"/>
                    <a:pt x="123468" y="27122"/>
                    <a:pt x="123468" y="61734"/>
                  </a:cubicBezTo>
                  <a:cubicBezTo>
                    <a:pt x="123468" y="95738"/>
                    <a:pt x="95941" y="123468"/>
                    <a:pt x="61734" y="123468"/>
                  </a:cubicBezTo>
                  <a:close/>
                  <a:moveTo>
                    <a:pt x="61734" y="19431"/>
                  </a:moveTo>
                  <a:cubicBezTo>
                    <a:pt x="38457" y="19431"/>
                    <a:pt x="19431" y="38457"/>
                    <a:pt x="19431" y="61734"/>
                  </a:cubicBezTo>
                  <a:cubicBezTo>
                    <a:pt x="19431" y="85011"/>
                    <a:pt x="38457" y="104037"/>
                    <a:pt x="61734" y="104037"/>
                  </a:cubicBezTo>
                  <a:cubicBezTo>
                    <a:pt x="85011" y="104037"/>
                    <a:pt x="104037" y="85011"/>
                    <a:pt x="104037" y="61734"/>
                  </a:cubicBezTo>
                  <a:cubicBezTo>
                    <a:pt x="104037" y="38052"/>
                    <a:pt x="85416" y="19431"/>
                    <a:pt x="61734" y="19431"/>
                  </a:cubicBezTo>
                  <a:close/>
                </a:path>
              </a:pathLst>
            </a:custGeom>
            <a:solidFill>
              <a:srgbClr val="B0B8CF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C921E5B5-21A6-6A3E-8F3F-4A7083471B1A}"/>
                </a:ext>
              </a:extLst>
            </p:cNvPr>
            <p:cNvSpPr/>
            <p:nvPr/>
          </p:nvSpPr>
          <p:spPr>
            <a:xfrm>
              <a:off x="10075589" y="11163390"/>
              <a:ext cx="278227" cy="278227"/>
            </a:xfrm>
            <a:custGeom>
              <a:avLst/>
              <a:gdLst>
                <a:gd name="connsiteX0" fmla="*/ 104037 w 104036"/>
                <a:gd name="connsiteY0" fmla="*/ 52019 h 104036"/>
                <a:gd name="connsiteX1" fmla="*/ 52019 w 104036"/>
                <a:gd name="connsiteY1" fmla="*/ 104037 h 104036"/>
                <a:gd name="connsiteX2" fmla="*/ 0 w 104036"/>
                <a:gd name="connsiteY2" fmla="*/ 52019 h 104036"/>
                <a:gd name="connsiteX3" fmla="*/ 52019 w 104036"/>
                <a:gd name="connsiteY3" fmla="*/ 0 h 104036"/>
                <a:gd name="connsiteX4" fmla="*/ 104037 w 104036"/>
                <a:gd name="connsiteY4" fmla="*/ 52019 h 10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36" h="104036">
                  <a:moveTo>
                    <a:pt x="104037" y="52019"/>
                  </a:moveTo>
                  <a:cubicBezTo>
                    <a:pt x="104037" y="80747"/>
                    <a:pt x="80747" y="104037"/>
                    <a:pt x="52019" y="104037"/>
                  </a:cubicBezTo>
                  <a:cubicBezTo>
                    <a:pt x="23290" y="104037"/>
                    <a:pt x="0" y="80747"/>
                    <a:pt x="0" y="52019"/>
                  </a:cubicBezTo>
                  <a:cubicBezTo>
                    <a:pt x="0" y="23290"/>
                    <a:pt x="23290" y="0"/>
                    <a:pt x="52019" y="0"/>
                  </a:cubicBezTo>
                  <a:cubicBezTo>
                    <a:pt x="80747" y="0"/>
                    <a:pt x="104037" y="23290"/>
                    <a:pt x="104037" y="52019"/>
                  </a:cubicBezTo>
                  <a:close/>
                </a:path>
              </a:pathLst>
            </a:custGeom>
            <a:solidFill>
              <a:schemeClr val="accent2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A6B73E0-F717-FEBB-830B-888CE046CE56}"/>
              </a:ext>
            </a:extLst>
          </p:cNvPr>
          <p:cNvSpPr/>
          <p:nvPr/>
        </p:nvSpPr>
        <p:spPr>
          <a:xfrm>
            <a:off x="6079536" y="2467773"/>
            <a:ext cx="5062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{</a:t>
            </a:r>
            <a:r>
              <a:rPr lang="tr-TR" sz="2400" dirty="0" err="1"/>
              <a:t>musteriAdi</a:t>
            </a:r>
            <a:r>
              <a:rPr lang="en-US" sz="2400" dirty="0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2148D-01A7-CEED-F930-87B1C2C57893}"/>
              </a:ext>
            </a:extLst>
          </p:cNvPr>
          <p:cNvSpPr txBox="1"/>
          <p:nvPr/>
        </p:nvSpPr>
        <p:spPr>
          <a:xfrm>
            <a:off x="6079536" y="3060453"/>
            <a:ext cx="5062915" cy="1169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b="1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 is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simply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printing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typesetting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has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been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industry's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standard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ever since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1500s,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when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an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unknown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printer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took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galley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scrambled</a:t>
            </a:r>
            <a:endParaRPr lang="tr-TR" sz="1200" dirty="0">
              <a:solidFill>
                <a:srgbClr val="1D1933"/>
              </a:solidFill>
              <a:latin typeface="Montserrat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494630-17EA-2713-E387-97C333D64DF5}"/>
              </a:ext>
            </a:extLst>
          </p:cNvPr>
          <p:cNvGrpSpPr/>
          <p:nvPr/>
        </p:nvGrpSpPr>
        <p:grpSpPr>
          <a:xfrm>
            <a:off x="6131421" y="4421555"/>
            <a:ext cx="3980105" cy="716788"/>
            <a:chOff x="6946457" y="4084979"/>
            <a:chExt cx="3980623" cy="716881"/>
          </a:xfrm>
        </p:grpSpPr>
        <p:sp>
          <p:nvSpPr>
            <p:cNvPr id="8" name="Text Placeholder 32">
              <a:extLst>
                <a:ext uri="{FF2B5EF4-FFF2-40B4-BE49-F238E27FC236}">
                  <a16:creationId xmlns:a16="http://schemas.microsoft.com/office/drawing/2014/main" id="{3FE72A67-9DF5-3018-8C66-4C5924B22B4B}"/>
                </a:ext>
              </a:extLst>
            </p:cNvPr>
            <p:cNvSpPr txBox="1">
              <a:spLocks/>
            </p:cNvSpPr>
            <p:nvPr/>
          </p:nvSpPr>
          <p:spPr>
            <a:xfrm>
              <a:off x="6956092" y="4309658"/>
              <a:ext cx="3970988" cy="492202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tr-TR" sz="1200" b="1" dirty="0" err="1">
                  <a:solidFill>
                    <a:srgbClr val="1D1933"/>
                  </a:solidFill>
                  <a:latin typeface="Montserrat" pitchFamily="2" charset="0"/>
                </a:rPr>
                <a:t>Lorem</a:t>
              </a:r>
              <a:r>
                <a:rPr lang="tr-TR" sz="1200" b="1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b="1" dirty="0" err="1">
                  <a:solidFill>
                    <a:srgbClr val="1D1933"/>
                  </a:solidFill>
                  <a:latin typeface="Montserrat" pitchFamily="2" charset="0"/>
                </a:rPr>
                <a:t>Ipsum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 is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simply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dummy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text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of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the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printing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and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typesetting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industry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.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Lorem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Ipsum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has</a:t>
              </a:r>
              <a:endParaRPr lang="en-US" sz="1200" dirty="0">
                <a:solidFill>
                  <a:srgbClr val="1D1933"/>
                </a:solidFill>
                <a:latin typeface="Source Sans Pro Light" panose="020B0403030403020204" pitchFamily="34" charset="0"/>
                <a:ea typeface="Roboto Light" panose="02000000000000000000" pitchFamily="2" charset="0"/>
                <a:cs typeface="Roboto Light" panose="02000000000000000000" pitchFamily="2" charset="0"/>
              </a:endParaRPr>
            </a:p>
          </p:txBody>
        </p:sp>
        <p:sp>
          <p:nvSpPr>
            <p:cNvPr id="9" name="Text Placeholder 33">
              <a:extLst>
                <a:ext uri="{FF2B5EF4-FFF2-40B4-BE49-F238E27FC236}">
                  <a16:creationId xmlns:a16="http://schemas.microsoft.com/office/drawing/2014/main" id="{95AC1A48-AF5C-0462-A89E-0EABB70F10DD}"/>
                </a:ext>
              </a:extLst>
            </p:cNvPr>
            <p:cNvSpPr txBox="1">
              <a:spLocks/>
            </p:cNvSpPr>
            <p:nvPr/>
          </p:nvSpPr>
          <p:spPr>
            <a:xfrm>
              <a:off x="6946457" y="4084979"/>
              <a:ext cx="3692485" cy="22467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tr-TR" sz="1000" b="1" dirty="0" err="1">
                  <a:solidFill>
                    <a:srgbClr val="FF0000"/>
                  </a:solidFill>
                  <a:latin typeface="Montserrat" pitchFamily="2" charset="0"/>
                </a:rPr>
                <a:t>Lorem</a:t>
              </a:r>
              <a:r>
                <a:rPr lang="tr-TR" sz="1000" b="1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b="1" dirty="0" err="1">
                  <a:solidFill>
                    <a:srgbClr val="FF0000"/>
                  </a:solidFill>
                  <a:latin typeface="Montserrat" pitchFamily="2" charset="0"/>
                </a:rPr>
                <a:t>Ipsum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 is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simply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dummy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text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of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the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printing</a:t>
              </a:r>
              <a:endParaRPr lang="en-US" sz="1050" dirty="0">
                <a:solidFill>
                  <a:srgbClr val="FF0000"/>
                </a:solidFill>
                <a:latin typeface="Source Sans Pro Light" panose="020B0403030403020204" pitchFamily="34" charset="0"/>
              </a:endParaRPr>
            </a:p>
          </p:txBody>
        </p:sp>
      </p:grp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5E19CA8C-AD6C-EFB3-7EC5-668B3666F400}"/>
              </a:ext>
            </a:extLst>
          </p:cNvPr>
          <p:cNvSpPr txBox="1"/>
          <p:nvPr/>
        </p:nvSpPr>
        <p:spPr>
          <a:xfrm>
            <a:off x="581816" y="942433"/>
            <a:ext cx="4959281" cy="1107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99" b="1" dirty="0">
                <a:solidFill>
                  <a:srgbClr val="1D1933"/>
                </a:solidFill>
                <a:latin typeface="Montserrat" pitchFamily="2" charset="0"/>
              </a:rPr>
              <a:t>LOREM IPSUM</a:t>
            </a:r>
            <a:r>
              <a:rPr lang="tr-TR" sz="3299" dirty="0">
                <a:solidFill>
                  <a:srgbClr val="1D1933"/>
                </a:solidFill>
                <a:latin typeface="Montserrat" pitchFamily="2" charset="0"/>
              </a:rPr>
              <a:t> İS SİMPLY DUMMY</a:t>
            </a:r>
          </a:p>
        </p:txBody>
      </p:sp>
      <p:grpSp>
        <p:nvGrpSpPr>
          <p:cNvPr id="19" name="Group 6">
            <a:extLst>
              <a:ext uri="{FF2B5EF4-FFF2-40B4-BE49-F238E27FC236}">
                <a16:creationId xmlns:a16="http://schemas.microsoft.com/office/drawing/2014/main" id="{182E4A52-38D8-53F0-65D8-CAA4729ADEC4}"/>
              </a:ext>
            </a:extLst>
          </p:cNvPr>
          <p:cNvGrpSpPr/>
          <p:nvPr/>
        </p:nvGrpSpPr>
        <p:grpSpPr>
          <a:xfrm>
            <a:off x="6131421" y="5365650"/>
            <a:ext cx="3980105" cy="716788"/>
            <a:chOff x="6946457" y="4084979"/>
            <a:chExt cx="3980623" cy="716881"/>
          </a:xfrm>
        </p:grpSpPr>
        <p:sp>
          <p:nvSpPr>
            <p:cNvPr id="20" name="Text Placeholder 32">
              <a:extLst>
                <a:ext uri="{FF2B5EF4-FFF2-40B4-BE49-F238E27FC236}">
                  <a16:creationId xmlns:a16="http://schemas.microsoft.com/office/drawing/2014/main" id="{76C77636-AB77-044D-477B-8C5116E5EBD9}"/>
                </a:ext>
              </a:extLst>
            </p:cNvPr>
            <p:cNvSpPr txBox="1">
              <a:spLocks/>
            </p:cNvSpPr>
            <p:nvPr/>
          </p:nvSpPr>
          <p:spPr>
            <a:xfrm>
              <a:off x="6956092" y="4309658"/>
              <a:ext cx="3970988" cy="492202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tr-TR" sz="1200" b="1" dirty="0" err="1">
                  <a:solidFill>
                    <a:srgbClr val="1D1933"/>
                  </a:solidFill>
                  <a:latin typeface="Montserrat" pitchFamily="2" charset="0"/>
                </a:rPr>
                <a:t>Lorem</a:t>
              </a:r>
              <a:r>
                <a:rPr lang="tr-TR" sz="1200" b="1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b="1" dirty="0" err="1">
                  <a:solidFill>
                    <a:srgbClr val="1D1933"/>
                  </a:solidFill>
                  <a:latin typeface="Montserrat" pitchFamily="2" charset="0"/>
                </a:rPr>
                <a:t>Ipsum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 is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simply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dummy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text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of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the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printing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and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typesetting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industry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.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Lorem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</a:t>
              </a:r>
              <a:r>
                <a:rPr lang="tr-TR" sz="1200" dirty="0" err="1">
                  <a:solidFill>
                    <a:srgbClr val="1D1933"/>
                  </a:solidFill>
                  <a:latin typeface="Montserrat" pitchFamily="2" charset="0"/>
                </a:rPr>
                <a:t>Ipsum</a:t>
              </a:r>
              <a:r>
                <a:rPr lang="tr-TR" sz="1200" dirty="0">
                  <a:solidFill>
                    <a:srgbClr val="1D1933"/>
                  </a:solidFill>
                  <a:latin typeface="Montserrat" pitchFamily="2" charset="0"/>
                </a:rPr>
                <a:t> has</a:t>
              </a:r>
              <a:endParaRPr lang="en-US" sz="1200" dirty="0">
                <a:solidFill>
                  <a:srgbClr val="1D1933"/>
                </a:solidFill>
                <a:latin typeface="Source Sans Pro Light" panose="020B0403030403020204" pitchFamily="34" charset="0"/>
                <a:ea typeface="Roboto Light" panose="02000000000000000000" pitchFamily="2" charset="0"/>
                <a:cs typeface="Roboto Light" panose="02000000000000000000" pitchFamily="2" charset="0"/>
              </a:endParaRPr>
            </a:p>
          </p:txBody>
        </p:sp>
        <p:sp>
          <p:nvSpPr>
            <p:cNvPr id="21" name="Text Placeholder 33">
              <a:extLst>
                <a:ext uri="{FF2B5EF4-FFF2-40B4-BE49-F238E27FC236}">
                  <a16:creationId xmlns:a16="http://schemas.microsoft.com/office/drawing/2014/main" id="{3989BE11-7EA2-72D5-BC59-EB570A0703D3}"/>
                </a:ext>
              </a:extLst>
            </p:cNvPr>
            <p:cNvSpPr txBox="1">
              <a:spLocks/>
            </p:cNvSpPr>
            <p:nvPr/>
          </p:nvSpPr>
          <p:spPr>
            <a:xfrm>
              <a:off x="6946457" y="4084979"/>
              <a:ext cx="3692485" cy="224679"/>
            </a:xfrm>
            <a:prstGeom prst="rect">
              <a:avLst/>
            </a:prstGeom>
          </p:spPr>
          <p:txBody>
            <a:bodyPr lIns="0" tIns="0" rIns="0" bIns="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Neris Thin" panose="00000300000000000000" pitchFamily="50" charset="0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30000"/>
                </a:lnSpc>
                <a:buNone/>
              </a:pPr>
              <a:r>
                <a:rPr lang="tr-TR" sz="1000" b="1" dirty="0" err="1">
                  <a:solidFill>
                    <a:srgbClr val="FF0000"/>
                  </a:solidFill>
                  <a:latin typeface="Montserrat" pitchFamily="2" charset="0"/>
                </a:rPr>
                <a:t>Lorem</a:t>
              </a:r>
              <a:r>
                <a:rPr lang="tr-TR" sz="1000" b="1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b="1" dirty="0" err="1">
                  <a:solidFill>
                    <a:srgbClr val="FF0000"/>
                  </a:solidFill>
                  <a:latin typeface="Montserrat" pitchFamily="2" charset="0"/>
                </a:rPr>
                <a:t>Ipsum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 is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simply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dummy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text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of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the</a:t>
              </a:r>
              <a:r>
                <a:rPr lang="tr-TR" sz="1000" dirty="0">
                  <a:solidFill>
                    <a:srgbClr val="FF0000"/>
                  </a:solidFill>
                  <a:latin typeface="Montserrat" pitchFamily="2" charset="0"/>
                </a:rPr>
                <a:t> </a:t>
              </a:r>
              <a:r>
                <a:rPr lang="tr-TR" sz="1000" dirty="0" err="1">
                  <a:solidFill>
                    <a:srgbClr val="FF0000"/>
                  </a:solidFill>
                  <a:latin typeface="Montserrat" pitchFamily="2" charset="0"/>
                </a:rPr>
                <a:t>printing</a:t>
              </a:r>
              <a:endParaRPr lang="en-US" sz="1050" dirty="0">
                <a:solidFill>
                  <a:srgbClr val="FF0000"/>
                </a:solidFill>
                <a:latin typeface="Source Sans Pro Light" panose="020B04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6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1000">
        <p14:switch dir="r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F0B6490-981A-23A4-3BCE-576D4C741006}"/>
              </a:ext>
            </a:extLst>
          </p:cNvPr>
          <p:cNvGrpSpPr/>
          <p:nvPr/>
        </p:nvGrpSpPr>
        <p:grpSpPr>
          <a:xfrm>
            <a:off x="581816" y="2509018"/>
            <a:ext cx="3777991" cy="3762961"/>
            <a:chOff x="5661430" y="4347564"/>
            <a:chExt cx="3347648" cy="3334330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14A5C0A-0400-D1DC-95FD-59B08EB6B4CA}"/>
                </a:ext>
              </a:extLst>
            </p:cNvPr>
            <p:cNvSpPr/>
            <p:nvPr/>
          </p:nvSpPr>
          <p:spPr>
            <a:xfrm>
              <a:off x="7064178" y="7534543"/>
              <a:ext cx="276441" cy="143810"/>
            </a:xfrm>
            <a:custGeom>
              <a:avLst/>
              <a:gdLst>
                <a:gd name="connsiteX0" fmla="*/ 236389 w 276441"/>
                <a:gd name="connsiteY0" fmla="*/ 120634 h 143810"/>
                <a:gd name="connsiteX1" fmla="*/ 40864 w 276441"/>
                <a:gd name="connsiteY1" fmla="*/ 120229 h 143810"/>
                <a:gd name="connsiteX2" fmla="*/ 30136 w 276441"/>
                <a:gd name="connsiteY2" fmla="*/ 13359 h 143810"/>
                <a:gd name="connsiteX3" fmla="*/ 55640 w 276441"/>
                <a:gd name="connsiteY3" fmla="*/ 39267 h 143810"/>
                <a:gd name="connsiteX4" fmla="*/ 58069 w 276441"/>
                <a:gd name="connsiteY4" fmla="*/ 41291 h 143810"/>
                <a:gd name="connsiteX5" fmla="*/ 149759 w 276441"/>
                <a:gd name="connsiteY5" fmla="*/ 94321 h 143810"/>
                <a:gd name="connsiteX6" fmla="*/ 169190 w 276441"/>
                <a:gd name="connsiteY6" fmla="*/ 93309 h 143810"/>
                <a:gd name="connsiteX7" fmla="*/ 189633 w 276441"/>
                <a:gd name="connsiteY7" fmla="*/ 69830 h 143810"/>
                <a:gd name="connsiteX8" fmla="*/ 221410 w 276441"/>
                <a:gd name="connsiteY8" fmla="*/ 0 h 143810"/>
                <a:gd name="connsiteX9" fmla="*/ 235579 w 276441"/>
                <a:gd name="connsiteY9" fmla="*/ 7287 h 143810"/>
                <a:gd name="connsiteX10" fmla="*/ 236389 w 276441"/>
                <a:gd name="connsiteY10" fmla="*/ 120634 h 14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441" h="143810">
                  <a:moveTo>
                    <a:pt x="236389" y="120634"/>
                  </a:moveTo>
                  <a:cubicBezTo>
                    <a:pt x="182751" y="151805"/>
                    <a:pt x="94906" y="151400"/>
                    <a:pt x="40864" y="120229"/>
                  </a:cubicBezTo>
                  <a:cubicBezTo>
                    <a:pt x="-9737" y="91083"/>
                    <a:pt x="-13381" y="44732"/>
                    <a:pt x="30136" y="13359"/>
                  </a:cubicBezTo>
                  <a:cubicBezTo>
                    <a:pt x="40257" y="23479"/>
                    <a:pt x="48758" y="32385"/>
                    <a:pt x="55640" y="39267"/>
                  </a:cubicBezTo>
                  <a:cubicBezTo>
                    <a:pt x="56247" y="39874"/>
                    <a:pt x="57057" y="40684"/>
                    <a:pt x="58069" y="41291"/>
                  </a:cubicBezTo>
                  <a:lnTo>
                    <a:pt x="149759" y="94321"/>
                  </a:lnTo>
                  <a:cubicBezTo>
                    <a:pt x="154616" y="98572"/>
                    <a:pt x="161903" y="97357"/>
                    <a:pt x="169190" y="93309"/>
                  </a:cubicBezTo>
                  <a:cubicBezTo>
                    <a:pt x="176881" y="89059"/>
                    <a:pt x="184370" y="80558"/>
                    <a:pt x="189633" y="69830"/>
                  </a:cubicBezTo>
                  <a:cubicBezTo>
                    <a:pt x="198336" y="51411"/>
                    <a:pt x="209064" y="27527"/>
                    <a:pt x="221410" y="0"/>
                  </a:cubicBezTo>
                  <a:cubicBezTo>
                    <a:pt x="226268" y="2429"/>
                    <a:pt x="231126" y="4858"/>
                    <a:pt x="235579" y="7287"/>
                  </a:cubicBezTo>
                  <a:cubicBezTo>
                    <a:pt x="289621" y="38457"/>
                    <a:pt x="290229" y="89261"/>
                    <a:pt x="236389" y="120634"/>
                  </a:cubicBezTo>
                  <a:close/>
                </a:path>
              </a:pathLst>
            </a:custGeom>
            <a:solidFill>
              <a:srgbClr val="E4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2BC442E3-82CC-22FB-886C-0224E86FD6DB}"/>
                </a:ext>
              </a:extLst>
            </p:cNvPr>
            <p:cNvSpPr/>
            <p:nvPr/>
          </p:nvSpPr>
          <p:spPr>
            <a:xfrm>
              <a:off x="5661430" y="6398639"/>
              <a:ext cx="1467951" cy="787007"/>
            </a:xfrm>
            <a:custGeom>
              <a:avLst/>
              <a:gdLst>
                <a:gd name="connsiteX0" fmla="*/ 1457781 w 1467951"/>
                <a:gd name="connsiteY0" fmla="*/ 52626 h 787007"/>
                <a:gd name="connsiteX1" fmla="*/ 201242 w 1467951"/>
                <a:gd name="connsiteY1" fmla="*/ 781895 h 787007"/>
                <a:gd name="connsiteX2" fmla="*/ 160761 w 1467951"/>
                <a:gd name="connsiteY2" fmla="*/ 781491 h 787007"/>
                <a:gd name="connsiteX3" fmla="*/ 10171 w 1467951"/>
                <a:gd name="connsiteY3" fmla="*/ 694051 h 787007"/>
                <a:gd name="connsiteX4" fmla="*/ 10171 w 1467951"/>
                <a:gd name="connsiteY4" fmla="*/ 659439 h 787007"/>
                <a:gd name="connsiteX5" fmla="*/ 114613 w 1467951"/>
                <a:gd name="connsiteY5" fmla="*/ 602361 h 787007"/>
                <a:gd name="connsiteX6" fmla="*/ 114613 w 1467951"/>
                <a:gd name="connsiteY6" fmla="*/ 654582 h 787007"/>
                <a:gd name="connsiteX7" fmla="*/ 213994 w 1467951"/>
                <a:gd name="connsiteY7" fmla="*/ 711660 h 787007"/>
                <a:gd name="connsiteX8" fmla="*/ 1385724 w 1467951"/>
                <a:gd name="connsiteY8" fmla="*/ 35016 h 787007"/>
                <a:gd name="connsiteX9" fmla="*/ 1427622 w 1467951"/>
                <a:gd name="connsiteY9" fmla="*/ 0 h 787007"/>
                <a:gd name="connsiteX10" fmla="*/ 1457781 w 1467951"/>
                <a:gd name="connsiteY10" fmla="*/ 17609 h 787007"/>
                <a:gd name="connsiteX11" fmla="*/ 1457781 w 1467951"/>
                <a:gd name="connsiteY11" fmla="*/ 52626 h 78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67951" h="787007">
                  <a:moveTo>
                    <a:pt x="1457781" y="52626"/>
                  </a:moveTo>
                  <a:lnTo>
                    <a:pt x="201242" y="781895"/>
                  </a:lnTo>
                  <a:cubicBezTo>
                    <a:pt x="188693" y="788777"/>
                    <a:pt x="173310" y="788777"/>
                    <a:pt x="160761" y="781491"/>
                  </a:cubicBezTo>
                  <a:lnTo>
                    <a:pt x="10171" y="694051"/>
                  </a:lnTo>
                  <a:cubicBezTo>
                    <a:pt x="-3390" y="686360"/>
                    <a:pt x="-3390" y="667131"/>
                    <a:pt x="10171" y="659439"/>
                  </a:cubicBezTo>
                  <a:lnTo>
                    <a:pt x="114613" y="602361"/>
                  </a:lnTo>
                  <a:lnTo>
                    <a:pt x="114613" y="654582"/>
                  </a:lnTo>
                  <a:cubicBezTo>
                    <a:pt x="114613" y="717530"/>
                    <a:pt x="158939" y="743236"/>
                    <a:pt x="213994" y="711660"/>
                  </a:cubicBezTo>
                  <a:lnTo>
                    <a:pt x="1385724" y="35016"/>
                  </a:lnTo>
                  <a:cubicBezTo>
                    <a:pt x="1400904" y="26313"/>
                    <a:pt x="1415073" y="14168"/>
                    <a:pt x="1427622" y="0"/>
                  </a:cubicBezTo>
                  <a:lnTo>
                    <a:pt x="1457781" y="17609"/>
                  </a:lnTo>
                  <a:cubicBezTo>
                    <a:pt x="1471342" y="25301"/>
                    <a:pt x="1471342" y="44732"/>
                    <a:pt x="1457781" y="52626"/>
                  </a:cubicBezTo>
                  <a:close/>
                </a:path>
              </a:pathLst>
            </a:custGeom>
            <a:solidFill>
              <a:srgbClr val="E4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84B59C7-7C17-8950-E5EF-7E2550059046}"/>
                </a:ext>
              </a:extLst>
            </p:cNvPr>
            <p:cNvSpPr/>
            <p:nvPr/>
          </p:nvSpPr>
          <p:spPr>
            <a:xfrm>
              <a:off x="5770578" y="4409766"/>
              <a:ext cx="1371099" cy="993236"/>
            </a:xfrm>
            <a:custGeom>
              <a:avLst/>
              <a:gdLst>
                <a:gd name="connsiteX0" fmla="*/ 1370695 w 1371099"/>
                <a:gd name="connsiteY0" fmla="*/ 70264 h 993236"/>
                <a:gd name="connsiteX1" fmla="*/ 1271111 w 1371099"/>
                <a:gd name="connsiteY1" fmla="*/ 13590 h 993236"/>
                <a:gd name="connsiteX2" fmla="*/ 98572 w 1371099"/>
                <a:gd name="connsiteY2" fmla="*/ 690234 h 993236"/>
                <a:gd name="connsiteX3" fmla="*/ 0 w 1371099"/>
                <a:gd name="connsiteY3" fmla="*/ 861470 h 993236"/>
                <a:gd name="connsiteX4" fmla="*/ 405 w 1371099"/>
                <a:gd name="connsiteY4" fmla="*/ 993237 h 993236"/>
                <a:gd name="connsiteX5" fmla="*/ 1371100 w 1371099"/>
                <a:gd name="connsiteY5" fmla="*/ 202031 h 993236"/>
                <a:gd name="connsiteX6" fmla="*/ 1370695 w 1371099"/>
                <a:gd name="connsiteY6" fmla="*/ 70264 h 993236"/>
                <a:gd name="connsiteX7" fmla="*/ 148566 w 1371099"/>
                <a:gd name="connsiteY7" fmla="*/ 827466 h 993236"/>
                <a:gd name="connsiteX8" fmla="*/ 114967 w 1371099"/>
                <a:gd name="connsiteY8" fmla="*/ 808035 h 993236"/>
                <a:gd name="connsiteX9" fmla="*/ 148566 w 1371099"/>
                <a:gd name="connsiteY9" fmla="*/ 750349 h 993236"/>
                <a:gd name="connsiteX10" fmla="*/ 182166 w 1371099"/>
                <a:gd name="connsiteY10" fmla="*/ 769375 h 993236"/>
                <a:gd name="connsiteX11" fmla="*/ 148566 w 1371099"/>
                <a:gd name="connsiteY11" fmla="*/ 827466 h 993236"/>
                <a:gd name="connsiteX12" fmla="*/ 280738 w 1371099"/>
                <a:gd name="connsiteY12" fmla="*/ 750956 h 993236"/>
                <a:gd name="connsiteX13" fmla="*/ 247138 w 1371099"/>
                <a:gd name="connsiteY13" fmla="*/ 731930 h 993236"/>
                <a:gd name="connsiteX14" fmla="*/ 280738 w 1371099"/>
                <a:gd name="connsiteY14" fmla="*/ 673840 h 993236"/>
                <a:gd name="connsiteX15" fmla="*/ 314337 w 1371099"/>
                <a:gd name="connsiteY15" fmla="*/ 693271 h 993236"/>
                <a:gd name="connsiteX16" fmla="*/ 280738 w 1371099"/>
                <a:gd name="connsiteY16" fmla="*/ 750956 h 993236"/>
                <a:gd name="connsiteX17" fmla="*/ 413111 w 1371099"/>
                <a:gd name="connsiteY17" fmla="*/ 674649 h 993236"/>
                <a:gd name="connsiteX18" fmla="*/ 379107 w 1371099"/>
                <a:gd name="connsiteY18" fmla="*/ 655623 h 993236"/>
                <a:gd name="connsiteX19" fmla="*/ 412706 w 1371099"/>
                <a:gd name="connsiteY19" fmla="*/ 597532 h 993236"/>
                <a:gd name="connsiteX20" fmla="*/ 446306 w 1371099"/>
                <a:gd name="connsiteY20" fmla="*/ 616963 h 993236"/>
                <a:gd name="connsiteX21" fmla="*/ 413111 w 1371099"/>
                <a:gd name="connsiteY21" fmla="*/ 674649 h 99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1099" h="993236">
                  <a:moveTo>
                    <a:pt x="1370695" y="70264"/>
                  </a:moveTo>
                  <a:cubicBezTo>
                    <a:pt x="1370290" y="7316"/>
                    <a:pt x="1325761" y="-17985"/>
                    <a:pt x="1271111" y="13590"/>
                  </a:cubicBezTo>
                  <a:lnTo>
                    <a:pt x="98572" y="690234"/>
                  </a:lnTo>
                  <a:cubicBezTo>
                    <a:pt x="43922" y="721810"/>
                    <a:pt x="0" y="798522"/>
                    <a:pt x="0" y="861470"/>
                  </a:cubicBezTo>
                  <a:lnTo>
                    <a:pt x="405" y="993237"/>
                  </a:lnTo>
                  <a:lnTo>
                    <a:pt x="1371100" y="202031"/>
                  </a:lnTo>
                  <a:lnTo>
                    <a:pt x="1370695" y="70264"/>
                  </a:lnTo>
                  <a:close/>
                  <a:moveTo>
                    <a:pt x="148566" y="827466"/>
                  </a:moveTo>
                  <a:cubicBezTo>
                    <a:pt x="130147" y="838193"/>
                    <a:pt x="114967" y="829490"/>
                    <a:pt x="114967" y="808035"/>
                  </a:cubicBezTo>
                  <a:cubicBezTo>
                    <a:pt x="114967" y="786985"/>
                    <a:pt x="129742" y="761077"/>
                    <a:pt x="148566" y="750349"/>
                  </a:cubicBezTo>
                  <a:cubicBezTo>
                    <a:pt x="166985" y="739622"/>
                    <a:pt x="181761" y="748325"/>
                    <a:pt x="182166" y="769375"/>
                  </a:cubicBezTo>
                  <a:cubicBezTo>
                    <a:pt x="181963" y="790830"/>
                    <a:pt x="167188" y="816738"/>
                    <a:pt x="148566" y="827466"/>
                  </a:cubicBezTo>
                  <a:close/>
                  <a:moveTo>
                    <a:pt x="280738" y="750956"/>
                  </a:moveTo>
                  <a:cubicBezTo>
                    <a:pt x="262318" y="761684"/>
                    <a:pt x="247138" y="752980"/>
                    <a:pt x="247138" y="731930"/>
                  </a:cubicBezTo>
                  <a:cubicBezTo>
                    <a:pt x="247138" y="710475"/>
                    <a:pt x="261914" y="684567"/>
                    <a:pt x="280738" y="673840"/>
                  </a:cubicBezTo>
                  <a:cubicBezTo>
                    <a:pt x="299157" y="663112"/>
                    <a:pt x="314337" y="671815"/>
                    <a:pt x="314337" y="693271"/>
                  </a:cubicBezTo>
                  <a:cubicBezTo>
                    <a:pt x="314135" y="714321"/>
                    <a:pt x="299359" y="740229"/>
                    <a:pt x="280738" y="750956"/>
                  </a:cubicBezTo>
                  <a:close/>
                  <a:moveTo>
                    <a:pt x="413111" y="674649"/>
                  </a:moveTo>
                  <a:cubicBezTo>
                    <a:pt x="394490" y="685377"/>
                    <a:pt x="379512" y="676673"/>
                    <a:pt x="379107" y="655623"/>
                  </a:cubicBezTo>
                  <a:cubicBezTo>
                    <a:pt x="379107" y="634573"/>
                    <a:pt x="393883" y="608665"/>
                    <a:pt x="412706" y="597532"/>
                  </a:cubicBezTo>
                  <a:cubicBezTo>
                    <a:pt x="431125" y="587210"/>
                    <a:pt x="446306" y="595711"/>
                    <a:pt x="446306" y="616963"/>
                  </a:cubicBezTo>
                  <a:cubicBezTo>
                    <a:pt x="446306" y="638216"/>
                    <a:pt x="431530" y="664124"/>
                    <a:pt x="413111" y="674649"/>
                  </a:cubicBezTo>
                  <a:close/>
                </a:path>
              </a:pathLst>
            </a:custGeom>
            <a:solidFill>
              <a:schemeClr val="accent3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8E0C7AE4-621E-9132-9A0F-B59E9E40A230}"/>
                </a:ext>
              </a:extLst>
            </p:cNvPr>
            <p:cNvSpPr/>
            <p:nvPr/>
          </p:nvSpPr>
          <p:spPr>
            <a:xfrm>
              <a:off x="7889836" y="6793736"/>
              <a:ext cx="745420" cy="279675"/>
            </a:xfrm>
            <a:custGeom>
              <a:avLst/>
              <a:gdLst>
                <a:gd name="connsiteX0" fmla="*/ 635491 w 745420"/>
                <a:gd name="connsiteY0" fmla="*/ 216575 h 279675"/>
                <a:gd name="connsiteX1" fmla="*/ 108223 w 745420"/>
                <a:gd name="connsiteY1" fmla="*/ 216170 h 279675"/>
                <a:gd name="connsiteX2" fmla="*/ 4186 w 745420"/>
                <a:gd name="connsiteY2" fmla="*/ 31778 h 279675"/>
                <a:gd name="connsiteX3" fmla="*/ 106199 w 745420"/>
                <a:gd name="connsiteY3" fmla="*/ 150186 h 279675"/>
                <a:gd name="connsiteX4" fmla="*/ 621323 w 745420"/>
                <a:gd name="connsiteY4" fmla="*/ 150186 h 279675"/>
                <a:gd name="connsiteX5" fmla="*/ 729003 w 745420"/>
                <a:gd name="connsiteY5" fmla="*/ 0 h 279675"/>
                <a:gd name="connsiteX6" fmla="*/ 635491 w 745420"/>
                <a:gd name="connsiteY6" fmla="*/ 216575 h 279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5420" h="279675">
                  <a:moveTo>
                    <a:pt x="635491" y="216575"/>
                  </a:moveTo>
                  <a:cubicBezTo>
                    <a:pt x="489556" y="300978"/>
                    <a:pt x="253550" y="300573"/>
                    <a:pt x="108223" y="216170"/>
                  </a:cubicBezTo>
                  <a:cubicBezTo>
                    <a:pt x="21998" y="165973"/>
                    <a:pt x="-12816" y="97155"/>
                    <a:pt x="4186" y="31778"/>
                  </a:cubicBezTo>
                  <a:cubicBezTo>
                    <a:pt x="14913" y="75295"/>
                    <a:pt x="49120" y="116586"/>
                    <a:pt x="106199" y="150186"/>
                  </a:cubicBezTo>
                  <a:cubicBezTo>
                    <a:pt x="248085" y="232565"/>
                    <a:pt x="478424" y="232565"/>
                    <a:pt x="621323" y="150186"/>
                  </a:cubicBezTo>
                  <a:cubicBezTo>
                    <a:pt x="692974" y="108692"/>
                    <a:pt x="729003" y="54447"/>
                    <a:pt x="729003" y="0"/>
                  </a:cubicBezTo>
                  <a:cubicBezTo>
                    <a:pt x="768269" y="74081"/>
                    <a:pt x="737099" y="157877"/>
                    <a:pt x="635491" y="216575"/>
                  </a:cubicBezTo>
                  <a:close/>
                </a:path>
              </a:pathLst>
            </a:custGeom>
            <a:solidFill>
              <a:srgbClr val="E4E7F0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grpSp>
          <p:nvGrpSpPr>
            <p:cNvPr id="124" name="Graphic 2">
              <a:extLst>
                <a:ext uri="{FF2B5EF4-FFF2-40B4-BE49-F238E27FC236}">
                  <a16:creationId xmlns:a16="http://schemas.microsoft.com/office/drawing/2014/main" id="{C2A19556-1DE7-C3F1-C100-A9055D95B1EF}"/>
                </a:ext>
              </a:extLst>
            </p:cNvPr>
            <p:cNvGrpSpPr/>
            <p:nvPr/>
          </p:nvGrpSpPr>
          <p:grpSpPr>
            <a:xfrm>
              <a:off x="5950718" y="4666084"/>
              <a:ext cx="2798402" cy="2148044"/>
              <a:chOff x="5950718" y="4666084"/>
              <a:chExt cx="2798402" cy="2148044"/>
            </a:xfrm>
          </p:grpSpPr>
          <p:grpSp>
            <p:nvGrpSpPr>
              <p:cNvPr id="125" name="Graphic 2">
                <a:extLst>
                  <a:ext uri="{FF2B5EF4-FFF2-40B4-BE49-F238E27FC236}">
                    <a16:creationId xmlns:a16="http://schemas.microsoft.com/office/drawing/2014/main" id="{629186E3-903B-32F9-EBDB-9A11933499F1}"/>
                  </a:ext>
                </a:extLst>
              </p:cNvPr>
              <p:cNvGrpSpPr/>
              <p:nvPr/>
            </p:nvGrpSpPr>
            <p:grpSpPr>
              <a:xfrm>
                <a:off x="7763151" y="5148781"/>
                <a:ext cx="985969" cy="1665348"/>
                <a:chOff x="7763151" y="5148781"/>
                <a:chExt cx="985969" cy="1665348"/>
              </a:xfrm>
            </p:grpSpPr>
            <p:grpSp>
              <p:nvGrpSpPr>
                <p:cNvPr id="126" name="Graphic 2">
                  <a:extLst>
                    <a:ext uri="{FF2B5EF4-FFF2-40B4-BE49-F238E27FC236}">
                      <a16:creationId xmlns:a16="http://schemas.microsoft.com/office/drawing/2014/main" id="{5FE6DE4D-A09C-CB1F-6BA2-3867059A6588}"/>
                    </a:ext>
                  </a:extLst>
                </p:cNvPr>
                <p:cNvGrpSpPr/>
                <p:nvPr/>
              </p:nvGrpSpPr>
              <p:grpSpPr>
                <a:xfrm>
                  <a:off x="7763151" y="5148781"/>
                  <a:ext cx="826185" cy="1665348"/>
                  <a:chOff x="7763151" y="5148781"/>
                  <a:chExt cx="826185" cy="1665348"/>
                </a:xfrm>
              </p:grpSpPr>
              <p:grpSp>
                <p:nvGrpSpPr>
                  <p:cNvPr id="127" name="Graphic 2">
                    <a:extLst>
                      <a:ext uri="{FF2B5EF4-FFF2-40B4-BE49-F238E27FC236}">
                        <a16:creationId xmlns:a16="http://schemas.microsoft.com/office/drawing/2014/main" id="{EC7A7D3C-6E25-BD49-C663-8DA222A93981}"/>
                      </a:ext>
                    </a:extLst>
                  </p:cNvPr>
                  <p:cNvGrpSpPr/>
                  <p:nvPr/>
                </p:nvGrpSpPr>
                <p:grpSpPr>
                  <a:xfrm>
                    <a:off x="7985509" y="6664803"/>
                    <a:ext cx="560867" cy="149325"/>
                    <a:chOff x="7985509" y="6664803"/>
                    <a:chExt cx="560867" cy="149325"/>
                  </a:xfrm>
                  <a:solidFill>
                    <a:srgbClr val="E3E7F0"/>
                  </a:solidFill>
                </p:grpSpPr>
                <p:sp>
                  <p:nvSpPr>
                    <p:cNvPr id="128" name="Freeform 127">
                      <a:extLst>
                        <a:ext uri="{FF2B5EF4-FFF2-40B4-BE49-F238E27FC236}">
                          <a16:creationId xmlns:a16="http://schemas.microsoft.com/office/drawing/2014/main" id="{F07B388F-BB01-2D46-EF38-E4E6AA8BAE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85509" y="6723299"/>
                      <a:ext cx="1417" cy="1416"/>
                    </a:xfrm>
                    <a:custGeom>
                      <a:avLst/>
                      <a:gdLst>
                        <a:gd name="connsiteX0" fmla="*/ 0 w 1417"/>
                        <a:gd name="connsiteY0" fmla="*/ 1012 h 1416"/>
                        <a:gd name="connsiteX1" fmla="*/ 1417 w 1417"/>
                        <a:gd name="connsiteY1" fmla="*/ 0 h 1416"/>
                        <a:gd name="connsiteX2" fmla="*/ 0 w 1417"/>
                        <a:gd name="connsiteY2" fmla="*/ 1417 h 1416"/>
                        <a:gd name="connsiteX3" fmla="*/ 0 w 1417"/>
                        <a:gd name="connsiteY3" fmla="*/ 1012 h 14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417" h="1416">
                          <a:moveTo>
                            <a:pt x="0" y="1012"/>
                          </a:moveTo>
                          <a:cubicBezTo>
                            <a:pt x="405" y="607"/>
                            <a:pt x="1012" y="405"/>
                            <a:pt x="1417" y="0"/>
                          </a:cubicBezTo>
                          <a:cubicBezTo>
                            <a:pt x="1012" y="607"/>
                            <a:pt x="405" y="1012"/>
                            <a:pt x="0" y="1417"/>
                          </a:cubicBezTo>
                          <a:lnTo>
                            <a:pt x="0" y="1012"/>
                          </a:ln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29" name="Freeform 128">
                      <a:extLst>
                        <a:ext uri="{FF2B5EF4-FFF2-40B4-BE49-F238E27FC236}">
                          <a16:creationId xmlns:a16="http://schemas.microsoft.com/office/drawing/2014/main" id="{15427F03-01FA-3C7A-C309-38A2AD78E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87331" y="6664803"/>
                      <a:ext cx="559045" cy="149325"/>
                    </a:xfrm>
                    <a:custGeom>
                      <a:avLst/>
                      <a:gdLst>
                        <a:gd name="connsiteX0" fmla="*/ 559046 w 559045"/>
                        <a:gd name="connsiteY0" fmla="*/ 0 h 149325"/>
                        <a:gd name="connsiteX1" fmla="*/ 472619 w 559045"/>
                        <a:gd name="connsiteY1" fmla="*/ 105454 h 149325"/>
                        <a:gd name="connsiteX2" fmla="*/ 59507 w 559045"/>
                        <a:gd name="connsiteY2" fmla="*/ 105454 h 149325"/>
                        <a:gd name="connsiteX3" fmla="*/ 0 w 559045"/>
                        <a:gd name="connsiteY3" fmla="*/ 61127 h 149325"/>
                        <a:gd name="connsiteX4" fmla="*/ 37445 w 559045"/>
                        <a:gd name="connsiteY4" fmla="*/ 39672 h 149325"/>
                        <a:gd name="connsiteX5" fmla="*/ 43719 w 559045"/>
                        <a:gd name="connsiteY5" fmla="*/ 36231 h 149325"/>
                        <a:gd name="connsiteX6" fmla="*/ 266772 w 559045"/>
                        <a:gd name="connsiteY6" fmla="*/ 83594 h 149325"/>
                        <a:gd name="connsiteX7" fmla="*/ 559046 w 559045"/>
                        <a:gd name="connsiteY7" fmla="*/ 0 h 1493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559045" h="149325">
                          <a:moveTo>
                            <a:pt x="559046" y="0"/>
                          </a:moveTo>
                          <a:cubicBezTo>
                            <a:pt x="558641" y="38052"/>
                            <a:pt x="529900" y="76509"/>
                            <a:pt x="472619" y="105454"/>
                          </a:cubicBezTo>
                          <a:cubicBezTo>
                            <a:pt x="358056" y="163949"/>
                            <a:pt x="173259" y="163949"/>
                            <a:pt x="59507" y="105454"/>
                          </a:cubicBezTo>
                          <a:cubicBezTo>
                            <a:pt x="34004" y="91892"/>
                            <a:pt x="13764" y="77117"/>
                            <a:pt x="0" y="61127"/>
                          </a:cubicBezTo>
                          <a:lnTo>
                            <a:pt x="37445" y="39672"/>
                          </a:lnTo>
                          <a:lnTo>
                            <a:pt x="43719" y="36231"/>
                          </a:lnTo>
                          <a:cubicBezTo>
                            <a:pt x="111931" y="66592"/>
                            <a:pt x="187631" y="83594"/>
                            <a:pt x="266772" y="83594"/>
                          </a:cubicBezTo>
                          <a:cubicBezTo>
                            <a:pt x="374249" y="83594"/>
                            <a:pt x="474238" y="52828"/>
                            <a:pt x="559046" y="0"/>
                          </a:cubicBez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  <p:grpSp>
                <p:nvGrpSpPr>
                  <p:cNvPr id="130" name="Graphic 2">
                    <a:extLst>
                      <a:ext uri="{FF2B5EF4-FFF2-40B4-BE49-F238E27FC236}">
                        <a16:creationId xmlns:a16="http://schemas.microsoft.com/office/drawing/2014/main" id="{DA47948C-D01F-12F5-E4C4-B1B785E2370C}"/>
                      </a:ext>
                    </a:extLst>
                  </p:cNvPr>
                  <p:cNvGrpSpPr/>
                  <p:nvPr/>
                </p:nvGrpSpPr>
                <p:grpSpPr>
                  <a:xfrm>
                    <a:off x="7763151" y="5148781"/>
                    <a:ext cx="826185" cy="1184886"/>
                    <a:chOff x="7763151" y="5148781"/>
                    <a:chExt cx="826185" cy="1184886"/>
                  </a:xfrm>
                </p:grpSpPr>
                <p:grpSp>
                  <p:nvGrpSpPr>
                    <p:cNvPr id="131" name="Graphic 2">
                      <a:extLst>
                        <a:ext uri="{FF2B5EF4-FFF2-40B4-BE49-F238E27FC236}">
                          <a16:creationId xmlns:a16="http://schemas.microsoft.com/office/drawing/2014/main" id="{D0FE5B95-7107-EE52-03D1-9F970EDA0B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10383" y="5871978"/>
                      <a:ext cx="316968" cy="461688"/>
                      <a:chOff x="8210383" y="5871978"/>
                      <a:chExt cx="316968" cy="461688"/>
                    </a:xfrm>
                  </p:grpSpPr>
                  <p:sp>
                    <p:nvSpPr>
                      <p:cNvPr id="132" name="Freeform 131">
                        <a:extLst>
                          <a:ext uri="{FF2B5EF4-FFF2-40B4-BE49-F238E27FC236}">
                            <a16:creationId xmlns:a16="http://schemas.microsoft.com/office/drawing/2014/main" id="{1283E615-262B-0A65-8939-68A2C9DA3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10383" y="6241774"/>
                        <a:ext cx="91892" cy="91892"/>
                      </a:xfrm>
                      <a:custGeom>
                        <a:avLst/>
                        <a:gdLst>
                          <a:gd name="connsiteX0" fmla="*/ 91892 w 91892"/>
                          <a:gd name="connsiteY0" fmla="*/ 45946 h 91892"/>
                          <a:gd name="connsiteX1" fmla="*/ 45946 w 91892"/>
                          <a:gd name="connsiteY1" fmla="*/ 91892 h 91892"/>
                          <a:gd name="connsiteX2" fmla="*/ 0 w 91892"/>
                          <a:gd name="connsiteY2" fmla="*/ 45946 h 91892"/>
                          <a:gd name="connsiteX3" fmla="*/ 45946 w 91892"/>
                          <a:gd name="connsiteY3" fmla="*/ 0 h 91892"/>
                          <a:gd name="connsiteX4" fmla="*/ 91892 w 91892"/>
                          <a:gd name="connsiteY4" fmla="*/ 45946 h 918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1892" h="91892">
                            <a:moveTo>
                              <a:pt x="91892" y="45946"/>
                            </a:moveTo>
                            <a:cubicBezTo>
                              <a:pt x="91892" y="71322"/>
                              <a:pt x="71322" y="91892"/>
                              <a:pt x="45946" y="91892"/>
                            </a:cubicBezTo>
                            <a:cubicBezTo>
                              <a:pt x="20571" y="91892"/>
                              <a:pt x="0" y="71322"/>
                              <a:pt x="0" y="45946"/>
                            </a:cubicBezTo>
                            <a:cubicBezTo>
                              <a:pt x="0" y="20571"/>
                              <a:pt x="20571" y="0"/>
                              <a:pt x="45946" y="0"/>
                            </a:cubicBezTo>
                            <a:cubicBezTo>
                              <a:pt x="71322" y="0"/>
                              <a:pt x="91892" y="20571"/>
                              <a:pt x="91892" y="4594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  <p:sp>
                    <p:nvSpPr>
                      <p:cNvPr id="133" name="Freeform 132">
                        <a:extLst>
                          <a:ext uri="{FF2B5EF4-FFF2-40B4-BE49-F238E27FC236}">
                            <a16:creationId xmlns:a16="http://schemas.microsoft.com/office/drawing/2014/main" id="{7EE11787-50A0-DC2E-C531-3A17114D7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35458" y="5871978"/>
                        <a:ext cx="91892" cy="91892"/>
                      </a:xfrm>
                      <a:custGeom>
                        <a:avLst/>
                        <a:gdLst>
                          <a:gd name="connsiteX0" fmla="*/ 91893 w 91892"/>
                          <a:gd name="connsiteY0" fmla="*/ 45946 h 91892"/>
                          <a:gd name="connsiteX1" fmla="*/ 45947 w 91892"/>
                          <a:gd name="connsiteY1" fmla="*/ 91893 h 91892"/>
                          <a:gd name="connsiteX2" fmla="*/ 0 w 91892"/>
                          <a:gd name="connsiteY2" fmla="*/ 45946 h 91892"/>
                          <a:gd name="connsiteX3" fmla="*/ 45947 w 91892"/>
                          <a:gd name="connsiteY3" fmla="*/ 0 h 91892"/>
                          <a:gd name="connsiteX4" fmla="*/ 91893 w 91892"/>
                          <a:gd name="connsiteY4" fmla="*/ 45946 h 918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1892" h="91892">
                            <a:moveTo>
                              <a:pt x="91893" y="45946"/>
                            </a:moveTo>
                            <a:cubicBezTo>
                              <a:pt x="91893" y="71322"/>
                              <a:pt x="71322" y="91893"/>
                              <a:pt x="45947" y="91893"/>
                            </a:cubicBezTo>
                            <a:cubicBezTo>
                              <a:pt x="20571" y="91893"/>
                              <a:pt x="0" y="71322"/>
                              <a:pt x="0" y="45946"/>
                            </a:cubicBezTo>
                            <a:cubicBezTo>
                              <a:pt x="0" y="20571"/>
                              <a:pt x="20571" y="0"/>
                              <a:pt x="45947" y="0"/>
                            </a:cubicBezTo>
                            <a:cubicBezTo>
                              <a:pt x="71322" y="0"/>
                              <a:pt x="91893" y="20571"/>
                              <a:pt x="91893" y="4594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75000"/>
                        </a:schemeClr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</p:grpSp>
                <p:sp>
                  <p:nvSpPr>
                    <p:cNvPr id="134" name="Freeform 133">
                      <a:extLst>
                        <a:ext uri="{FF2B5EF4-FFF2-40B4-BE49-F238E27FC236}">
                          <a16:creationId xmlns:a16="http://schemas.microsoft.com/office/drawing/2014/main" id="{3FE92EBC-3395-7CE8-F253-4EFC96B04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63151" y="5148781"/>
                      <a:ext cx="826185" cy="709502"/>
                    </a:xfrm>
                    <a:custGeom>
                      <a:avLst/>
                      <a:gdLst>
                        <a:gd name="connsiteX0" fmla="*/ 799216 w 826185"/>
                        <a:gd name="connsiteY0" fmla="*/ 5263 h 709502"/>
                        <a:gd name="connsiteX1" fmla="*/ 734649 w 826185"/>
                        <a:gd name="connsiteY1" fmla="*/ 0 h 709502"/>
                        <a:gd name="connsiteX2" fmla="*/ 457959 w 826185"/>
                        <a:gd name="connsiteY2" fmla="*/ 82784 h 709502"/>
                        <a:gd name="connsiteX3" fmla="*/ 2141 w 826185"/>
                        <a:gd name="connsiteY3" fmla="*/ 618351 h 709502"/>
                        <a:gd name="connsiteX4" fmla="*/ 166494 w 826185"/>
                        <a:gd name="connsiteY4" fmla="*/ 692837 h 709502"/>
                        <a:gd name="connsiteX5" fmla="*/ 549244 w 826185"/>
                        <a:gd name="connsiteY5" fmla="*/ 241268 h 709502"/>
                        <a:gd name="connsiteX6" fmla="*/ 734244 w 826185"/>
                        <a:gd name="connsiteY6" fmla="*/ 182570 h 709502"/>
                        <a:gd name="connsiteX7" fmla="*/ 769260 w 826185"/>
                        <a:gd name="connsiteY7" fmla="*/ 185404 h 709502"/>
                        <a:gd name="connsiteX8" fmla="*/ 799216 w 826185"/>
                        <a:gd name="connsiteY8" fmla="*/ 5263 h 7095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826185" h="709502">
                          <a:moveTo>
                            <a:pt x="799216" y="5263"/>
                          </a:moveTo>
                          <a:cubicBezTo>
                            <a:pt x="778166" y="1822"/>
                            <a:pt x="756711" y="0"/>
                            <a:pt x="734649" y="0"/>
                          </a:cubicBezTo>
                          <a:cubicBezTo>
                            <a:pt x="646602" y="0"/>
                            <a:pt x="553495" y="27730"/>
                            <a:pt x="457959" y="82784"/>
                          </a:cubicBezTo>
                          <a:cubicBezTo>
                            <a:pt x="269722" y="191679"/>
                            <a:pt x="103344" y="395299"/>
                            <a:pt x="2141" y="618351"/>
                          </a:cubicBezTo>
                          <a:cubicBezTo>
                            <a:pt x="-20529" y="668548"/>
                            <a:pt x="143825" y="743033"/>
                            <a:pt x="166494" y="692837"/>
                          </a:cubicBezTo>
                          <a:cubicBezTo>
                            <a:pt x="250695" y="505004"/>
                            <a:pt x="390558" y="332958"/>
                            <a:pt x="549244" y="241268"/>
                          </a:cubicBezTo>
                          <a:cubicBezTo>
                            <a:pt x="615634" y="203013"/>
                            <a:pt x="679594" y="182570"/>
                            <a:pt x="734244" y="182570"/>
                          </a:cubicBezTo>
                          <a:cubicBezTo>
                            <a:pt x="746186" y="182570"/>
                            <a:pt x="758128" y="183582"/>
                            <a:pt x="769260" y="185404"/>
                          </a:cubicBezTo>
                          <a:cubicBezTo>
                            <a:pt x="821076" y="193905"/>
                            <a:pt x="851032" y="13764"/>
                            <a:pt x="799216" y="5263"/>
                          </a:cubicBezTo>
                          <a:close/>
                        </a:path>
                      </a:pathLst>
                    </a:custGeom>
                    <a:solidFill>
                      <a:srgbClr val="C9CEE2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</p:grpSp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8932E73D-DE25-7296-3986-AC8DC7D123FF}"/>
                    </a:ext>
                  </a:extLst>
                </p:cNvPr>
                <p:cNvSpPr/>
                <p:nvPr/>
              </p:nvSpPr>
              <p:spPr>
                <a:xfrm>
                  <a:off x="8548468" y="6401743"/>
                  <a:ext cx="200652" cy="168941"/>
                </a:xfrm>
                <a:custGeom>
                  <a:avLst/>
                  <a:gdLst>
                    <a:gd name="connsiteX0" fmla="*/ 62071 w 200652"/>
                    <a:gd name="connsiteY0" fmla="*/ 168942 h 168941"/>
                    <a:gd name="connsiteX1" fmla="*/ 93444 w 200652"/>
                    <a:gd name="connsiteY1" fmla="*/ 160441 h 168941"/>
                    <a:gd name="connsiteX2" fmla="*/ 169751 w 200652"/>
                    <a:gd name="connsiteY2" fmla="*/ 115911 h 168941"/>
                    <a:gd name="connsiteX3" fmla="*/ 192219 w 200652"/>
                    <a:gd name="connsiteY3" fmla="*/ 30901 h 168941"/>
                    <a:gd name="connsiteX4" fmla="*/ 107208 w 200652"/>
                    <a:gd name="connsiteY4" fmla="*/ 8434 h 168941"/>
                    <a:gd name="connsiteX5" fmla="*/ 30901 w 200652"/>
                    <a:gd name="connsiteY5" fmla="*/ 52963 h 168941"/>
                    <a:gd name="connsiteX6" fmla="*/ 8434 w 200652"/>
                    <a:gd name="connsiteY6" fmla="*/ 137974 h 168941"/>
                    <a:gd name="connsiteX7" fmla="*/ 62071 w 200652"/>
                    <a:gd name="connsiteY7" fmla="*/ 168942 h 168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652" h="168941">
                      <a:moveTo>
                        <a:pt x="62071" y="168942"/>
                      </a:moveTo>
                      <a:cubicBezTo>
                        <a:pt x="72799" y="168942"/>
                        <a:pt x="83527" y="166108"/>
                        <a:pt x="93444" y="160441"/>
                      </a:cubicBezTo>
                      <a:lnTo>
                        <a:pt x="169751" y="115911"/>
                      </a:lnTo>
                      <a:cubicBezTo>
                        <a:pt x="199505" y="98505"/>
                        <a:pt x="209423" y="60452"/>
                        <a:pt x="192219" y="30901"/>
                      </a:cubicBezTo>
                      <a:cubicBezTo>
                        <a:pt x="174812" y="1147"/>
                        <a:pt x="136760" y="-8771"/>
                        <a:pt x="107208" y="8434"/>
                      </a:cubicBezTo>
                      <a:lnTo>
                        <a:pt x="30901" y="52963"/>
                      </a:lnTo>
                      <a:cubicBezTo>
                        <a:pt x="1147" y="70370"/>
                        <a:pt x="-8771" y="108422"/>
                        <a:pt x="8434" y="137974"/>
                      </a:cubicBezTo>
                      <a:cubicBezTo>
                        <a:pt x="19769" y="157810"/>
                        <a:pt x="40617" y="168942"/>
                        <a:pt x="62071" y="168942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</p:grpSp>
          <p:grpSp>
            <p:nvGrpSpPr>
              <p:cNvPr id="136" name="Graphic 2">
                <a:extLst>
                  <a:ext uri="{FF2B5EF4-FFF2-40B4-BE49-F238E27FC236}">
                    <a16:creationId xmlns:a16="http://schemas.microsoft.com/office/drawing/2014/main" id="{6CE6CF4B-D1A0-11F7-F667-5EA5EFD50048}"/>
                  </a:ext>
                </a:extLst>
              </p:cNvPr>
              <p:cNvGrpSpPr/>
              <p:nvPr/>
            </p:nvGrpSpPr>
            <p:grpSpPr>
              <a:xfrm>
                <a:off x="5950718" y="5420542"/>
                <a:ext cx="699720" cy="1211941"/>
                <a:chOff x="5950718" y="5420542"/>
                <a:chExt cx="699720" cy="1211941"/>
              </a:xfrm>
            </p:grpSpPr>
            <p:grpSp>
              <p:nvGrpSpPr>
                <p:cNvPr id="137" name="Graphic 2">
                  <a:extLst>
                    <a:ext uri="{FF2B5EF4-FFF2-40B4-BE49-F238E27FC236}">
                      <a16:creationId xmlns:a16="http://schemas.microsoft.com/office/drawing/2014/main" id="{0560CE2B-6AE5-B600-5DC9-A38330CD198F}"/>
                    </a:ext>
                  </a:extLst>
                </p:cNvPr>
                <p:cNvGrpSpPr/>
                <p:nvPr/>
              </p:nvGrpSpPr>
              <p:grpSpPr>
                <a:xfrm>
                  <a:off x="5950718" y="5564655"/>
                  <a:ext cx="699720" cy="1067828"/>
                  <a:chOff x="5950718" y="5564655"/>
                  <a:chExt cx="699720" cy="1067828"/>
                </a:xfrm>
              </p:grpSpPr>
              <p:grpSp>
                <p:nvGrpSpPr>
                  <p:cNvPr id="138" name="Graphic 2">
                    <a:extLst>
                      <a:ext uri="{FF2B5EF4-FFF2-40B4-BE49-F238E27FC236}">
                        <a16:creationId xmlns:a16="http://schemas.microsoft.com/office/drawing/2014/main" id="{5F6F1AF5-133D-52B1-29D0-1A12F1CF58D4}"/>
                      </a:ext>
                    </a:extLst>
                  </p:cNvPr>
                  <p:cNvGrpSpPr/>
                  <p:nvPr/>
                </p:nvGrpSpPr>
                <p:grpSpPr>
                  <a:xfrm>
                    <a:off x="5950718" y="6404844"/>
                    <a:ext cx="176904" cy="227639"/>
                    <a:chOff x="5950718" y="6404844"/>
                    <a:chExt cx="176904" cy="227639"/>
                  </a:xfrm>
                </p:grpSpPr>
                <p:sp>
                  <p:nvSpPr>
                    <p:cNvPr id="139" name="Freeform 138">
                      <a:extLst>
                        <a:ext uri="{FF2B5EF4-FFF2-40B4-BE49-F238E27FC236}">
                          <a16:creationId xmlns:a16="http://schemas.microsoft.com/office/drawing/2014/main" id="{529A8DD0-5DB2-BBE7-A104-EAF8BAB6BA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0718" y="6404844"/>
                      <a:ext cx="176904" cy="227639"/>
                    </a:xfrm>
                    <a:custGeom>
                      <a:avLst/>
                      <a:gdLst>
                        <a:gd name="connsiteX0" fmla="*/ 1 w 176904"/>
                        <a:gd name="connsiteY0" fmla="*/ 164829 h 227639"/>
                        <a:gd name="connsiteX1" fmla="*/ 88655 w 176904"/>
                        <a:gd name="connsiteY1" fmla="*/ 215430 h 227639"/>
                        <a:gd name="connsiteX2" fmla="*/ 176904 w 176904"/>
                        <a:gd name="connsiteY2" fmla="*/ 62614 h 227639"/>
                        <a:gd name="connsiteX3" fmla="*/ 88047 w 176904"/>
                        <a:gd name="connsiteY3" fmla="*/ 12215 h 227639"/>
                        <a:gd name="connsiteX4" fmla="*/ 1 w 176904"/>
                        <a:gd name="connsiteY4" fmla="*/ 164829 h 2276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6904" h="227639">
                          <a:moveTo>
                            <a:pt x="1" y="164829"/>
                          </a:moveTo>
                          <a:cubicBezTo>
                            <a:pt x="203" y="221098"/>
                            <a:pt x="39875" y="243767"/>
                            <a:pt x="88655" y="215430"/>
                          </a:cubicBezTo>
                          <a:cubicBezTo>
                            <a:pt x="137435" y="187296"/>
                            <a:pt x="177106" y="118883"/>
                            <a:pt x="176904" y="62614"/>
                          </a:cubicBezTo>
                          <a:cubicBezTo>
                            <a:pt x="176702" y="6547"/>
                            <a:pt x="137030" y="-16122"/>
                            <a:pt x="88047" y="12215"/>
                          </a:cubicBezTo>
                          <a:cubicBezTo>
                            <a:pt x="39268" y="40349"/>
                            <a:pt x="-202" y="108560"/>
                            <a:pt x="1" y="164829"/>
                          </a:cubicBez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grpSp>
                  <p:nvGrpSpPr>
                    <p:cNvPr id="140" name="Graphic 2">
                      <a:extLst>
                        <a:ext uri="{FF2B5EF4-FFF2-40B4-BE49-F238E27FC236}">
                          <a16:creationId xmlns:a16="http://schemas.microsoft.com/office/drawing/2014/main" id="{88C90468-3486-E3D9-8229-7D9E7BF0A6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89784" y="6453838"/>
                      <a:ext cx="99179" cy="146279"/>
                      <a:chOff x="5989784" y="6453838"/>
                      <a:chExt cx="99179" cy="146279"/>
                    </a:xfrm>
                    <a:solidFill>
                      <a:srgbClr val="2E58FF"/>
                    </a:solidFill>
                  </p:grpSpPr>
                  <p:sp>
                    <p:nvSpPr>
                      <p:cNvPr id="141" name="Freeform 140">
                        <a:extLst>
                          <a:ext uri="{FF2B5EF4-FFF2-40B4-BE49-F238E27FC236}">
                            <a16:creationId xmlns:a16="http://schemas.microsoft.com/office/drawing/2014/main" id="{B161A0F9-F360-4F16-82A8-EA5BCFF314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14882" y="6453838"/>
                        <a:ext cx="48175" cy="61881"/>
                      </a:xfrm>
                      <a:custGeom>
                        <a:avLst/>
                        <a:gdLst>
                          <a:gd name="connsiteX0" fmla="*/ 24086 w 48175"/>
                          <a:gd name="connsiteY0" fmla="*/ 3296 h 61881"/>
                          <a:gd name="connsiteX1" fmla="*/ 0 w 48175"/>
                          <a:gd name="connsiteY1" fmla="*/ 44790 h 61881"/>
                          <a:gd name="connsiteX2" fmla="*/ 24086 w 48175"/>
                          <a:gd name="connsiteY2" fmla="*/ 58553 h 61881"/>
                          <a:gd name="connsiteX3" fmla="*/ 48173 w 48175"/>
                          <a:gd name="connsiteY3" fmla="*/ 16858 h 61881"/>
                          <a:gd name="connsiteX4" fmla="*/ 24086 w 48175"/>
                          <a:gd name="connsiteY4" fmla="*/ 3296 h 6188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175" h="61881">
                            <a:moveTo>
                              <a:pt x="24086" y="3296"/>
                            </a:moveTo>
                            <a:cubicBezTo>
                              <a:pt x="10930" y="10988"/>
                              <a:pt x="0" y="29609"/>
                              <a:pt x="0" y="44790"/>
                            </a:cubicBezTo>
                            <a:cubicBezTo>
                              <a:pt x="0" y="60173"/>
                              <a:pt x="10930" y="66245"/>
                              <a:pt x="24086" y="58553"/>
                            </a:cubicBezTo>
                            <a:cubicBezTo>
                              <a:pt x="37445" y="50862"/>
                              <a:pt x="48173" y="32240"/>
                              <a:pt x="48173" y="16858"/>
                            </a:cubicBezTo>
                            <a:cubicBezTo>
                              <a:pt x="48375" y="1879"/>
                              <a:pt x="37445" y="-4395"/>
                              <a:pt x="24086" y="329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75000"/>
                        </a:schemeClr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  <p:sp>
                    <p:nvSpPr>
                      <p:cNvPr id="142" name="Freeform 141">
                        <a:extLst>
                          <a:ext uri="{FF2B5EF4-FFF2-40B4-BE49-F238E27FC236}">
                            <a16:creationId xmlns:a16="http://schemas.microsoft.com/office/drawing/2014/main" id="{E204D590-07F9-497F-EA75-3F5CF6F774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9784" y="6518645"/>
                        <a:ext cx="99179" cy="81472"/>
                      </a:xfrm>
                      <a:custGeom>
                        <a:avLst/>
                        <a:gdLst>
                          <a:gd name="connsiteX0" fmla="*/ 49387 w 99179"/>
                          <a:gd name="connsiteY0" fmla="*/ 7510 h 81472"/>
                          <a:gd name="connsiteX1" fmla="*/ 0 w 99179"/>
                          <a:gd name="connsiteY1" fmla="*/ 72685 h 81472"/>
                          <a:gd name="connsiteX2" fmla="*/ 49590 w 99179"/>
                          <a:gd name="connsiteY2" fmla="*/ 73090 h 81472"/>
                          <a:gd name="connsiteX3" fmla="*/ 99179 w 99179"/>
                          <a:gd name="connsiteY3" fmla="*/ 15404 h 81472"/>
                          <a:gd name="connsiteX4" fmla="*/ 49387 w 99179"/>
                          <a:gd name="connsiteY4" fmla="*/ 7510 h 814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9179" h="81472">
                            <a:moveTo>
                              <a:pt x="49387" y="7510"/>
                            </a:moveTo>
                            <a:cubicBezTo>
                              <a:pt x="27325" y="20262"/>
                              <a:pt x="8501" y="46170"/>
                              <a:pt x="0" y="72685"/>
                            </a:cubicBezTo>
                            <a:cubicBezTo>
                              <a:pt x="11132" y="83817"/>
                              <a:pt x="29349" y="84829"/>
                              <a:pt x="49590" y="73090"/>
                            </a:cubicBezTo>
                            <a:cubicBezTo>
                              <a:pt x="70033" y="61350"/>
                              <a:pt x="88047" y="39490"/>
                              <a:pt x="99179" y="15404"/>
                            </a:cubicBezTo>
                            <a:cubicBezTo>
                              <a:pt x="90475" y="-1193"/>
                              <a:pt x="71449" y="-5242"/>
                              <a:pt x="49387" y="751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75000"/>
                        </a:schemeClr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</p:grpSp>
              </p:grpSp>
              <p:grpSp>
                <p:nvGrpSpPr>
                  <p:cNvPr id="143" name="Graphic 2">
                    <a:extLst>
                      <a:ext uri="{FF2B5EF4-FFF2-40B4-BE49-F238E27FC236}">
                        <a16:creationId xmlns:a16="http://schemas.microsoft.com/office/drawing/2014/main" id="{D5E1FBF0-BF1D-ACD8-8AA7-1A9BB234EACA}"/>
                      </a:ext>
                    </a:extLst>
                  </p:cNvPr>
                  <p:cNvGrpSpPr/>
                  <p:nvPr/>
                </p:nvGrpSpPr>
                <p:grpSpPr>
                  <a:xfrm>
                    <a:off x="6473534" y="5564655"/>
                    <a:ext cx="176904" cy="227639"/>
                    <a:chOff x="6473534" y="5564655"/>
                    <a:chExt cx="176904" cy="227639"/>
                  </a:xfrm>
                </p:grpSpPr>
                <p:sp>
                  <p:nvSpPr>
                    <p:cNvPr id="144" name="Freeform 143">
                      <a:extLst>
                        <a:ext uri="{FF2B5EF4-FFF2-40B4-BE49-F238E27FC236}">
                          <a16:creationId xmlns:a16="http://schemas.microsoft.com/office/drawing/2014/main" id="{A70C6802-F097-6F6D-EB7F-63642546D1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3534" y="5564655"/>
                      <a:ext cx="176904" cy="227639"/>
                    </a:xfrm>
                    <a:custGeom>
                      <a:avLst/>
                      <a:gdLst>
                        <a:gd name="connsiteX0" fmla="*/ 1 w 176904"/>
                        <a:gd name="connsiteY0" fmla="*/ 164829 h 227639"/>
                        <a:gd name="connsiteX1" fmla="*/ 88655 w 176904"/>
                        <a:gd name="connsiteY1" fmla="*/ 215430 h 227639"/>
                        <a:gd name="connsiteX2" fmla="*/ 176904 w 176904"/>
                        <a:gd name="connsiteY2" fmla="*/ 62614 h 227639"/>
                        <a:gd name="connsiteX3" fmla="*/ 88047 w 176904"/>
                        <a:gd name="connsiteY3" fmla="*/ 12215 h 227639"/>
                        <a:gd name="connsiteX4" fmla="*/ 1 w 176904"/>
                        <a:gd name="connsiteY4" fmla="*/ 164829 h 2276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6904" h="227639">
                          <a:moveTo>
                            <a:pt x="1" y="164829"/>
                          </a:moveTo>
                          <a:cubicBezTo>
                            <a:pt x="203" y="221098"/>
                            <a:pt x="39875" y="243767"/>
                            <a:pt x="88655" y="215430"/>
                          </a:cubicBezTo>
                          <a:cubicBezTo>
                            <a:pt x="137435" y="187296"/>
                            <a:pt x="177106" y="118883"/>
                            <a:pt x="176904" y="62614"/>
                          </a:cubicBezTo>
                          <a:cubicBezTo>
                            <a:pt x="176701" y="6547"/>
                            <a:pt x="137030" y="-16122"/>
                            <a:pt x="88047" y="12215"/>
                          </a:cubicBezTo>
                          <a:cubicBezTo>
                            <a:pt x="39268" y="40349"/>
                            <a:pt x="-202" y="108762"/>
                            <a:pt x="1" y="164829"/>
                          </a:cubicBez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grpSp>
                  <p:nvGrpSpPr>
                    <p:cNvPr id="145" name="Graphic 2">
                      <a:extLst>
                        <a:ext uri="{FF2B5EF4-FFF2-40B4-BE49-F238E27FC236}">
                          <a16:creationId xmlns:a16="http://schemas.microsoft.com/office/drawing/2014/main" id="{51AE9452-A0A1-566B-14C7-C82DA286F9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12599" y="5613650"/>
                      <a:ext cx="99179" cy="146279"/>
                      <a:chOff x="6512599" y="5613650"/>
                      <a:chExt cx="99179" cy="146279"/>
                    </a:xfrm>
                    <a:solidFill>
                      <a:srgbClr val="FF342B"/>
                    </a:solidFill>
                  </p:grpSpPr>
                  <p:sp>
                    <p:nvSpPr>
                      <p:cNvPr id="146" name="Freeform 145">
                        <a:extLst>
                          <a:ext uri="{FF2B5EF4-FFF2-40B4-BE49-F238E27FC236}">
                            <a16:creationId xmlns:a16="http://schemas.microsoft.com/office/drawing/2014/main" id="{ECC24547-979E-36D3-F79E-DA0045F55B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37697" y="5613650"/>
                        <a:ext cx="48172" cy="61881"/>
                      </a:xfrm>
                      <a:custGeom>
                        <a:avLst/>
                        <a:gdLst>
                          <a:gd name="connsiteX0" fmla="*/ 24086 w 48172"/>
                          <a:gd name="connsiteY0" fmla="*/ 3296 h 61881"/>
                          <a:gd name="connsiteX1" fmla="*/ 0 w 48172"/>
                          <a:gd name="connsiteY1" fmla="*/ 44790 h 61881"/>
                          <a:gd name="connsiteX2" fmla="*/ 24086 w 48172"/>
                          <a:gd name="connsiteY2" fmla="*/ 58553 h 61881"/>
                          <a:gd name="connsiteX3" fmla="*/ 48173 w 48172"/>
                          <a:gd name="connsiteY3" fmla="*/ 16858 h 61881"/>
                          <a:gd name="connsiteX4" fmla="*/ 24086 w 48172"/>
                          <a:gd name="connsiteY4" fmla="*/ 3296 h 6188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172" h="61881">
                            <a:moveTo>
                              <a:pt x="24086" y="3296"/>
                            </a:moveTo>
                            <a:cubicBezTo>
                              <a:pt x="10930" y="10988"/>
                              <a:pt x="0" y="29609"/>
                              <a:pt x="0" y="44790"/>
                            </a:cubicBezTo>
                            <a:cubicBezTo>
                              <a:pt x="0" y="60172"/>
                              <a:pt x="10930" y="66245"/>
                              <a:pt x="24086" y="58553"/>
                            </a:cubicBezTo>
                            <a:cubicBezTo>
                              <a:pt x="37445" y="50862"/>
                              <a:pt x="48173" y="32240"/>
                              <a:pt x="48173" y="16858"/>
                            </a:cubicBezTo>
                            <a:cubicBezTo>
                              <a:pt x="48173" y="1879"/>
                              <a:pt x="37243" y="-4395"/>
                              <a:pt x="24086" y="329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  <p:sp>
                    <p:nvSpPr>
                      <p:cNvPr id="147" name="Freeform 146">
                        <a:extLst>
                          <a:ext uri="{FF2B5EF4-FFF2-40B4-BE49-F238E27FC236}">
                            <a16:creationId xmlns:a16="http://schemas.microsoft.com/office/drawing/2014/main" id="{1A9D3072-F2CD-6FF5-04AF-7883BC382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2599" y="5678457"/>
                        <a:ext cx="99179" cy="81472"/>
                      </a:xfrm>
                      <a:custGeom>
                        <a:avLst/>
                        <a:gdLst>
                          <a:gd name="connsiteX0" fmla="*/ 49387 w 99179"/>
                          <a:gd name="connsiteY0" fmla="*/ 7510 h 81472"/>
                          <a:gd name="connsiteX1" fmla="*/ 0 w 99179"/>
                          <a:gd name="connsiteY1" fmla="*/ 72685 h 81472"/>
                          <a:gd name="connsiteX2" fmla="*/ 49590 w 99179"/>
                          <a:gd name="connsiteY2" fmla="*/ 73090 h 81472"/>
                          <a:gd name="connsiteX3" fmla="*/ 99179 w 99179"/>
                          <a:gd name="connsiteY3" fmla="*/ 15404 h 81472"/>
                          <a:gd name="connsiteX4" fmla="*/ 49387 w 99179"/>
                          <a:gd name="connsiteY4" fmla="*/ 7510 h 814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99179" h="81472">
                            <a:moveTo>
                              <a:pt x="49387" y="7510"/>
                            </a:moveTo>
                            <a:cubicBezTo>
                              <a:pt x="27325" y="20262"/>
                              <a:pt x="8501" y="46170"/>
                              <a:pt x="0" y="72685"/>
                            </a:cubicBezTo>
                            <a:cubicBezTo>
                              <a:pt x="11132" y="83817"/>
                              <a:pt x="29349" y="84829"/>
                              <a:pt x="49590" y="73090"/>
                            </a:cubicBezTo>
                            <a:cubicBezTo>
                              <a:pt x="70033" y="61350"/>
                              <a:pt x="88047" y="39490"/>
                              <a:pt x="99179" y="15404"/>
                            </a:cubicBezTo>
                            <a:cubicBezTo>
                              <a:pt x="90273" y="-1193"/>
                              <a:pt x="71247" y="-5242"/>
                              <a:pt x="49387" y="751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20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RS" sz="900"/>
                      </a:p>
                    </p:txBody>
                  </p:sp>
                </p:grpSp>
              </p:grpSp>
            </p:grpSp>
            <p:grpSp>
              <p:nvGrpSpPr>
                <p:cNvPr id="148" name="Graphic 2">
                  <a:extLst>
                    <a:ext uri="{FF2B5EF4-FFF2-40B4-BE49-F238E27FC236}">
                      <a16:creationId xmlns:a16="http://schemas.microsoft.com/office/drawing/2014/main" id="{4B7E5DE4-C359-5954-8F07-F426456EC665}"/>
                    </a:ext>
                  </a:extLst>
                </p:cNvPr>
                <p:cNvGrpSpPr/>
                <p:nvPr/>
              </p:nvGrpSpPr>
              <p:grpSpPr>
                <a:xfrm>
                  <a:off x="5950718" y="5420542"/>
                  <a:ext cx="176904" cy="227639"/>
                  <a:chOff x="5950718" y="5420542"/>
                  <a:chExt cx="176904" cy="227639"/>
                </a:xfrm>
              </p:grpSpPr>
              <p:sp>
                <p:nvSpPr>
                  <p:cNvPr id="149" name="Freeform 148">
                    <a:extLst>
                      <a:ext uri="{FF2B5EF4-FFF2-40B4-BE49-F238E27FC236}">
                        <a16:creationId xmlns:a16="http://schemas.microsoft.com/office/drawing/2014/main" id="{767CFC7B-DE9D-337D-DB67-98BBCBB20D45}"/>
                      </a:ext>
                    </a:extLst>
                  </p:cNvPr>
                  <p:cNvSpPr/>
                  <p:nvPr/>
                </p:nvSpPr>
                <p:spPr>
                  <a:xfrm>
                    <a:off x="5950718" y="5420542"/>
                    <a:ext cx="176904" cy="227639"/>
                  </a:xfrm>
                  <a:custGeom>
                    <a:avLst/>
                    <a:gdLst>
                      <a:gd name="connsiteX0" fmla="*/ 1 w 176904"/>
                      <a:gd name="connsiteY0" fmla="*/ 164829 h 227639"/>
                      <a:gd name="connsiteX1" fmla="*/ 88655 w 176904"/>
                      <a:gd name="connsiteY1" fmla="*/ 215430 h 227639"/>
                      <a:gd name="connsiteX2" fmla="*/ 176904 w 176904"/>
                      <a:gd name="connsiteY2" fmla="*/ 62614 h 227639"/>
                      <a:gd name="connsiteX3" fmla="*/ 88047 w 176904"/>
                      <a:gd name="connsiteY3" fmla="*/ 12215 h 227639"/>
                      <a:gd name="connsiteX4" fmla="*/ 1 w 176904"/>
                      <a:gd name="connsiteY4" fmla="*/ 164829 h 2276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904" h="227639">
                        <a:moveTo>
                          <a:pt x="1" y="164829"/>
                        </a:moveTo>
                        <a:cubicBezTo>
                          <a:pt x="203" y="221098"/>
                          <a:pt x="39875" y="243767"/>
                          <a:pt x="88655" y="215430"/>
                        </a:cubicBezTo>
                        <a:cubicBezTo>
                          <a:pt x="137435" y="187296"/>
                          <a:pt x="177106" y="118883"/>
                          <a:pt x="176904" y="62614"/>
                        </a:cubicBezTo>
                        <a:cubicBezTo>
                          <a:pt x="176702" y="6547"/>
                          <a:pt x="137030" y="-16122"/>
                          <a:pt x="88047" y="12215"/>
                        </a:cubicBezTo>
                        <a:cubicBezTo>
                          <a:pt x="39268" y="40349"/>
                          <a:pt x="-202" y="108560"/>
                          <a:pt x="1" y="164829"/>
                        </a:cubicBezTo>
                        <a:close/>
                      </a:path>
                    </a:pathLst>
                  </a:custGeom>
                  <a:solidFill>
                    <a:srgbClr val="E3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grpSp>
                <p:nvGrpSpPr>
                  <p:cNvPr id="150" name="Graphic 2">
                    <a:extLst>
                      <a:ext uri="{FF2B5EF4-FFF2-40B4-BE49-F238E27FC236}">
                        <a16:creationId xmlns:a16="http://schemas.microsoft.com/office/drawing/2014/main" id="{EB09A45F-32E3-9CB5-237F-446563BFC5BB}"/>
                      </a:ext>
                    </a:extLst>
                  </p:cNvPr>
                  <p:cNvGrpSpPr/>
                  <p:nvPr/>
                </p:nvGrpSpPr>
                <p:grpSpPr>
                  <a:xfrm>
                    <a:off x="5989784" y="5469500"/>
                    <a:ext cx="99179" cy="146113"/>
                    <a:chOff x="5989784" y="5469500"/>
                    <a:chExt cx="99179" cy="146113"/>
                  </a:xfrm>
                  <a:solidFill>
                    <a:srgbClr val="2E58FF"/>
                  </a:solidFill>
                </p:grpSpPr>
                <p:sp>
                  <p:nvSpPr>
                    <p:cNvPr id="151" name="Freeform 150">
                      <a:extLst>
                        <a:ext uri="{FF2B5EF4-FFF2-40B4-BE49-F238E27FC236}">
                          <a16:creationId xmlns:a16="http://schemas.microsoft.com/office/drawing/2014/main" id="{B76ED36A-9F90-D2DB-054F-13F9B409F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4882" y="5469500"/>
                      <a:ext cx="48175" cy="61917"/>
                    </a:xfrm>
                    <a:custGeom>
                      <a:avLst/>
                      <a:gdLst>
                        <a:gd name="connsiteX0" fmla="*/ 24086 w 48175"/>
                        <a:gd name="connsiteY0" fmla="*/ 3333 h 61917"/>
                        <a:gd name="connsiteX1" fmla="*/ 0 w 48175"/>
                        <a:gd name="connsiteY1" fmla="*/ 44826 h 61917"/>
                        <a:gd name="connsiteX2" fmla="*/ 24086 w 48175"/>
                        <a:gd name="connsiteY2" fmla="*/ 58590 h 61917"/>
                        <a:gd name="connsiteX3" fmla="*/ 48173 w 48175"/>
                        <a:gd name="connsiteY3" fmla="*/ 16894 h 61917"/>
                        <a:gd name="connsiteX4" fmla="*/ 24086 w 48175"/>
                        <a:gd name="connsiteY4" fmla="*/ 3333 h 619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8175" h="61917">
                          <a:moveTo>
                            <a:pt x="24086" y="3333"/>
                          </a:moveTo>
                          <a:cubicBezTo>
                            <a:pt x="10930" y="11025"/>
                            <a:pt x="0" y="29646"/>
                            <a:pt x="0" y="44826"/>
                          </a:cubicBezTo>
                          <a:cubicBezTo>
                            <a:pt x="0" y="60209"/>
                            <a:pt x="10930" y="66281"/>
                            <a:pt x="24086" y="58590"/>
                          </a:cubicBezTo>
                          <a:cubicBezTo>
                            <a:pt x="37445" y="50899"/>
                            <a:pt x="48173" y="32277"/>
                            <a:pt x="48173" y="16894"/>
                          </a:cubicBezTo>
                          <a:cubicBezTo>
                            <a:pt x="48375" y="1714"/>
                            <a:pt x="37445" y="-4358"/>
                            <a:pt x="24086" y="3333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52" name="Freeform 151">
                      <a:extLst>
                        <a:ext uri="{FF2B5EF4-FFF2-40B4-BE49-F238E27FC236}">
                          <a16:creationId xmlns:a16="http://schemas.microsoft.com/office/drawing/2014/main" id="{1B954993-6717-9A71-732E-0F78FF2236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9784" y="5534287"/>
                      <a:ext cx="99179" cy="81326"/>
                    </a:xfrm>
                    <a:custGeom>
                      <a:avLst/>
                      <a:gdLst>
                        <a:gd name="connsiteX0" fmla="*/ 49387 w 99179"/>
                        <a:gd name="connsiteY0" fmla="*/ 7364 h 81326"/>
                        <a:gd name="connsiteX1" fmla="*/ 0 w 99179"/>
                        <a:gd name="connsiteY1" fmla="*/ 72539 h 81326"/>
                        <a:gd name="connsiteX2" fmla="*/ 49590 w 99179"/>
                        <a:gd name="connsiteY2" fmla="*/ 72944 h 81326"/>
                        <a:gd name="connsiteX3" fmla="*/ 99179 w 99179"/>
                        <a:gd name="connsiteY3" fmla="*/ 15258 h 81326"/>
                        <a:gd name="connsiteX4" fmla="*/ 49387 w 99179"/>
                        <a:gd name="connsiteY4" fmla="*/ 7364 h 81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9179" h="81326">
                          <a:moveTo>
                            <a:pt x="49387" y="7364"/>
                          </a:moveTo>
                          <a:cubicBezTo>
                            <a:pt x="27325" y="20116"/>
                            <a:pt x="8501" y="46024"/>
                            <a:pt x="0" y="72539"/>
                          </a:cubicBezTo>
                          <a:cubicBezTo>
                            <a:pt x="11132" y="83672"/>
                            <a:pt x="29349" y="84684"/>
                            <a:pt x="49590" y="72944"/>
                          </a:cubicBezTo>
                          <a:cubicBezTo>
                            <a:pt x="70033" y="61204"/>
                            <a:pt x="88047" y="39345"/>
                            <a:pt x="99179" y="15258"/>
                          </a:cubicBezTo>
                          <a:cubicBezTo>
                            <a:pt x="90475" y="-1137"/>
                            <a:pt x="71449" y="-5185"/>
                            <a:pt x="49387" y="7364"/>
                          </a:cubicBezTo>
                          <a:close/>
                        </a:path>
                      </a:pathLst>
                    </a:custGeom>
                    <a:solidFill>
                      <a:schemeClr val="accent3">
                        <a:lumMod val="75000"/>
                      </a:schemeClr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</p:grpSp>
          </p:grpSp>
          <p:grpSp>
            <p:nvGrpSpPr>
              <p:cNvPr id="153" name="Graphic 2">
                <a:extLst>
                  <a:ext uri="{FF2B5EF4-FFF2-40B4-BE49-F238E27FC236}">
                    <a16:creationId xmlns:a16="http://schemas.microsoft.com/office/drawing/2014/main" id="{E5D3E129-0ED8-00C8-CB8A-DE6DD3580A52}"/>
                  </a:ext>
                </a:extLst>
              </p:cNvPr>
              <p:cNvGrpSpPr/>
              <p:nvPr/>
            </p:nvGrpSpPr>
            <p:grpSpPr>
              <a:xfrm>
                <a:off x="7530551" y="4666084"/>
                <a:ext cx="153831" cy="184606"/>
                <a:chOff x="7530551" y="4666084"/>
                <a:chExt cx="153831" cy="184606"/>
              </a:xfrm>
            </p:grpSpPr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F639FF23-EA86-041C-DC2B-6624379E5BD4}"/>
                    </a:ext>
                  </a:extLst>
                </p:cNvPr>
                <p:cNvSpPr/>
                <p:nvPr/>
              </p:nvSpPr>
              <p:spPr>
                <a:xfrm>
                  <a:off x="7544233" y="4733068"/>
                  <a:ext cx="140149" cy="117622"/>
                </a:xfrm>
                <a:custGeom>
                  <a:avLst/>
                  <a:gdLst>
                    <a:gd name="connsiteX0" fmla="*/ 115200 w 140149"/>
                    <a:gd name="connsiteY0" fmla="*/ 1387 h 117622"/>
                    <a:gd name="connsiteX1" fmla="*/ 105485 w 140149"/>
                    <a:gd name="connsiteY1" fmla="*/ 5233 h 117622"/>
                    <a:gd name="connsiteX2" fmla="*/ 97186 w 140149"/>
                    <a:gd name="connsiteY2" fmla="*/ 33165 h 117622"/>
                    <a:gd name="connsiteX3" fmla="*/ 101436 w 140149"/>
                    <a:gd name="connsiteY3" fmla="*/ 50167 h 117622"/>
                    <a:gd name="connsiteX4" fmla="*/ 105687 w 140149"/>
                    <a:gd name="connsiteY4" fmla="*/ 70812 h 117622"/>
                    <a:gd name="connsiteX5" fmla="*/ 65003 w 140149"/>
                    <a:gd name="connsiteY5" fmla="*/ 94089 h 117622"/>
                    <a:gd name="connsiteX6" fmla="*/ 59134 w 140149"/>
                    <a:gd name="connsiteY6" fmla="*/ 92672 h 117622"/>
                    <a:gd name="connsiteX7" fmla="*/ 49216 w 140149"/>
                    <a:gd name="connsiteY7" fmla="*/ 80123 h 117622"/>
                    <a:gd name="connsiteX8" fmla="*/ 40512 w 140149"/>
                    <a:gd name="connsiteY8" fmla="*/ 68991 h 117622"/>
                    <a:gd name="connsiteX9" fmla="*/ 36666 w 140149"/>
                    <a:gd name="connsiteY9" fmla="*/ 67574 h 117622"/>
                    <a:gd name="connsiteX10" fmla="*/ 8330 w 140149"/>
                    <a:gd name="connsiteY10" fmla="*/ 60692 h 117622"/>
                    <a:gd name="connsiteX11" fmla="*/ 31 w 140149"/>
                    <a:gd name="connsiteY11" fmla="*/ 67776 h 117622"/>
                    <a:gd name="connsiteX12" fmla="*/ 26141 w 140149"/>
                    <a:gd name="connsiteY12" fmla="*/ 111294 h 117622"/>
                    <a:gd name="connsiteX13" fmla="*/ 33428 w 140149"/>
                    <a:gd name="connsiteY13" fmla="*/ 114330 h 117622"/>
                    <a:gd name="connsiteX14" fmla="*/ 139084 w 140149"/>
                    <a:gd name="connsiteY14" fmla="*/ 54013 h 117622"/>
                    <a:gd name="connsiteX15" fmla="*/ 116010 w 140149"/>
                    <a:gd name="connsiteY15" fmla="*/ 1994 h 117622"/>
                    <a:gd name="connsiteX16" fmla="*/ 115605 w 140149"/>
                    <a:gd name="connsiteY16" fmla="*/ 1792 h 117622"/>
                    <a:gd name="connsiteX17" fmla="*/ 115200 w 140149"/>
                    <a:gd name="connsiteY17" fmla="*/ 1387 h 117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40149" h="117622">
                      <a:moveTo>
                        <a:pt x="115200" y="1387"/>
                      </a:moveTo>
                      <a:cubicBezTo>
                        <a:pt x="110545" y="-1447"/>
                        <a:pt x="106294" y="173"/>
                        <a:pt x="105485" y="5233"/>
                      </a:cubicBezTo>
                      <a:cubicBezTo>
                        <a:pt x="103865" y="15758"/>
                        <a:pt x="101032" y="25068"/>
                        <a:pt x="97186" y="33165"/>
                      </a:cubicBezTo>
                      <a:cubicBezTo>
                        <a:pt x="95162" y="37415"/>
                        <a:pt x="96984" y="44702"/>
                        <a:pt x="101436" y="50167"/>
                      </a:cubicBezTo>
                      <a:cubicBezTo>
                        <a:pt x="107306" y="57251"/>
                        <a:pt x="109330" y="66764"/>
                        <a:pt x="105687" y="70812"/>
                      </a:cubicBezTo>
                      <a:cubicBezTo>
                        <a:pt x="95162" y="83362"/>
                        <a:pt x="81196" y="91255"/>
                        <a:pt x="65003" y="94089"/>
                      </a:cubicBezTo>
                      <a:cubicBezTo>
                        <a:pt x="63182" y="94291"/>
                        <a:pt x="61158" y="93887"/>
                        <a:pt x="59134" y="92672"/>
                      </a:cubicBezTo>
                      <a:cubicBezTo>
                        <a:pt x="55086" y="90446"/>
                        <a:pt x="51240" y="85588"/>
                        <a:pt x="49216" y="80123"/>
                      </a:cubicBezTo>
                      <a:cubicBezTo>
                        <a:pt x="47394" y="75063"/>
                        <a:pt x="43953" y="71015"/>
                        <a:pt x="40512" y="68991"/>
                      </a:cubicBezTo>
                      <a:cubicBezTo>
                        <a:pt x="39298" y="68181"/>
                        <a:pt x="37881" y="67776"/>
                        <a:pt x="36666" y="67574"/>
                      </a:cubicBezTo>
                      <a:cubicBezTo>
                        <a:pt x="27761" y="66967"/>
                        <a:pt x="18247" y="64740"/>
                        <a:pt x="8330" y="60692"/>
                      </a:cubicBezTo>
                      <a:cubicBezTo>
                        <a:pt x="3269" y="58668"/>
                        <a:pt x="-374" y="61906"/>
                        <a:pt x="31" y="67776"/>
                      </a:cubicBezTo>
                      <a:cubicBezTo>
                        <a:pt x="1043" y="85183"/>
                        <a:pt x="12985" y="103602"/>
                        <a:pt x="26141" y="111294"/>
                      </a:cubicBezTo>
                      <a:cubicBezTo>
                        <a:pt x="28570" y="112710"/>
                        <a:pt x="30999" y="113722"/>
                        <a:pt x="33428" y="114330"/>
                      </a:cubicBezTo>
                      <a:cubicBezTo>
                        <a:pt x="84232" y="126676"/>
                        <a:pt x="124308" y="103804"/>
                        <a:pt x="139084" y="54013"/>
                      </a:cubicBezTo>
                      <a:cubicBezTo>
                        <a:pt x="143739" y="38225"/>
                        <a:pt x="132607" y="13127"/>
                        <a:pt x="116010" y="1994"/>
                      </a:cubicBezTo>
                      <a:lnTo>
                        <a:pt x="115605" y="1792"/>
                      </a:lnTo>
                      <a:cubicBezTo>
                        <a:pt x="115605" y="1589"/>
                        <a:pt x="115402" y="1589"/>
                        <a:pt x="115200" y="138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3328339E-C498-8259-7820-810E3FC9094F}"/>
                    </a:ext>
                  </a:extLst>
                </p:cNvPr>
                <p:cNvSpPr/>
                <p:nvPr/>
              </p:nvSpPr>
              <p:spPr>
                <a:xfrm>
                  <a:off x="7568122" y="4666084"/>
                  <a:ext cx="51993" cy="81255"/>
                </a:xfrm>
                <a:custGeom>
                  <a:avLst/>
                  <a:gdLst>
                    <a:gd name="connsiteX0" fmla="*/ 2050 w 51993"/>
                    <a:gd name="connsiteY0" fmla="*/ 363 h 81255"/>
                    <a:gd name="connsiteX1" fmla="*/ 26 w 51993"/>
                    <a:gd name="connsiteY1" fmla="*/ 1577 h 81255"/>
                    <a:gd name="connsiteX2" fmla="*/ 1645 w 51993"/>
                    <a:gd name="connsiteY2" fmla="*/ 36391 h 81255"/>
                    <a:gd name="connsiteX3" fmla="*/ 3669 w 51993"/>
                    <a:gd name="connsiteY3" fmla="*/ 39629 h 81255"/>
                    <a:gd name="connsiteX4" fmla="*/ 5086 w 51993"/>
                    <a:gd name="connsiteY4" fmla="*/ 39832 h 81255"/>
                    <a:gd name="connsiteX5" fmla="*/ 11563 w 51993"/>
                    <a:gd name="connsiteY5" fmla="*/ 36188 h 81255"/>
                    <a:gd name="connsiteX6" fmla="*/ 36257 w 51993"/>
                    <a:gd name="connsiteY6" fmla="*/ 78896 h 81255"/>
                    <a:gd name="connsiteX7" fmla="*/ 38078 w 51993"/>
                    <a:gd name="connsiteY7" fmla="*/ 80920 h 81255"/>
                    <a:gd name="connsiteX8" fmla="*/ 40102 w 51993"/>
                    <a:gd name="connsiteY8" fmla="*/ 81123 h 81255"/>
                    <a:gd name="connsiteX9" fmla="*/ 51235 w 51993"/>
                    <a:gd name="connsiteY9" fmla="*/ 74848 h 81255"/>
                    <a:gd name="connsiteX10" fmla="*/ 51235 w 51993"/>
                    <a:gd name="connsiteY10" fmla="*/ 70395 h 81255"/>
                    <a:gd name="connsiteX11" fmla="*/ 26541 w 51993"/>
                    <a:gd name="connsiteY11" fmla="*/ 27687 h 81255"/>
                    <a:gd name="connsiteX12" fmla="*/ 33018 w 51993"/>
                    <a:gd name="connsiteY12" fmla="*/ 24044 h 81255"/>
                    <a:gd name="connsiteX13" fmla="*/ 31804 w 51993"/>
                    <a:gd name="connsiteY13" fmla="*/ 19591 h 81255"/>
                    <a:gd name="connsiteX14" fmla="*/ 2050 w 51993"/>
                    <a:gd name="connsiteY14" fmla="*/ 363 h 81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993" h="81255">
                      <a:moveTo>
                        <a:pt x="2050" y="363"/>
                      </a:moveTo>
                      <a:cubicBezTo>
                        <a:pt x="836" y="-447"/>
                        <a:pt x="-176" y="160"/>
                        <a:pt x="26" y="1577"/>
                      </a:cubicBezTo>
                      <a:lnTo>
                        <a:pt x="1645" y="36391"/>
                      </a:lnTo>
                      <a:cubicBezTo>
                        <a:pt x="1645" y="37808"/>
                        <a:pt x="2657" y="39022"/>
                        <a:pt x="3669" y="39629"/>
                      </a:cubicBezTo>
                      <a:cubicBezTo>
                        <a:pt x="4074" y="39832"/>
                        <a:pt x="4681" y="40034"/>
                        <a:pt x="5086" y="39832"/>
                      </a:cubicBezTo>
                      <a:lnTo>
                        <a:pt x="11563" y="36188"/>
                      </a:lnTo>
                      <a:lnTo>
                        <a:pt x="36257" y="78896"/>
                      </a:lnTo>
                      <a:cubicBezTo>
                        <a:pt x="36864" y="79908"/>
                        <a:pt x="37471" y="80516"/>
                        <a:pt x="38078" y="80920"/>
                      </a:cubicBezTo>
                      <a:cubicBezTo>
                        <a:pt x="38686" y="81325"/>
                        <a:pt x="39495" y="81325"/>
                        <a:pt x="40102" y="81123"/>
                      </a:cubicBezTo>
                      <a:lnTo>
                        <a:pt x="51235" y="74848"/>
                      </a:lnTo>
                      <a:cubicBezTo>
                        <a:pt x="52247" y="74241"/>
                        <a:pt x="52247" y="72217"/>
                        <a:pt x="51235" y="70395"/>
                      </a:cubicBezTo>
                      <a:lnTo>
                        <a:pt x="26541" y="27687"/>
                      </a:lnTo>
                      <a:lnTo>
                        <a:pt x="33018" y="24044"/>
                      </a:lnTo>
                      <a:cubicBezTo>
                        <a:pt x="34233" y="23437"/>
                        <a:pt x="33423" y="20603"/>
                        <a:pt x="31804" y="19591"/>
                      </a:cubicBezTo>
                      <a:lnTo>
                        <a:pt x="2050" y="363"/>
                      </a:lnTo>
                      <a:close/>
                    </a:path>
                  </a:pathLst>
                </a:custGeom>
                <a:solidFill>
                  <a:srgbClr val="C9CEE2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sp>
              <p:nvSpPr>
                <p:cNvPr id="156" name="Freeform 155">
                  <a:extLst>
                    <a:ext uri="{FF2B5EF4-FFF2-40B4-BE49-F238E27FC236}">
                      <a16:creationId xmlns:a16="http://schemas.microsoft.com/office/drawing/2014/main" id="{F7FB3D94-DEB1-3322-08CE-215C9671DD26}"/>
                    </a:ext>
                  </a:extLst>
                </p:cNvPr>
                <p:cNvSpPr/>
                <p:nvPr/>
              </p:nvSpPr>
              <p:spPr>
                <a:xfrm>
                  <a:off x="7530551" y="4697079"/>
                  <a:ext cx="51791" cy="81166"/>
                </a:xfrm>
                <a:custGeom>
                  <a:avLst/>
                  <a:gdLst>
                    <a:gd name="connsiteX0" fmla="*/ 13713 w 51791"/>
                    <a:gd name="connsiteY0" fmla="*/ 335 h 81166"/>
                    <a:gd name="connsiteX1" fmla="*/ 11891 w 51791"/>
                    <a:gd name="connsiteY1" fmla="*/ 133 h 81166"/>
                    <a:gd name="connsiteX2" fmla="*/ 759 w 51791"/>
                    <a:gd name="connsiteY2" fmla="*/ 6408 h 81166"/>
                    <a:gd name="connsiteX3" fmla="*/ 759 w 51791"/>
                    <a:gd name="connsiteY3" fmla="*/ 10860 h 81166"/>
                    <a:gd name="connsiteX4" fmla="*/ 25452 w 51791"/>
                    <a:gd name="connsiteY4" fmla="*/ 53568 h 81166"/>
                    <a:gd name="connsiteX5" fmla="*/ 18976 w 51791"/>
                    <a:gd name="connsiteY5" fmla="*/ 57212 h 81166"/>
                    <a:gd name="connsiteX6" fmla="*/ 20190 w 51791"/>
                    <a:gd name="connsiteY6" fmla="*/ 61664 h 81166"/>
                    <a:gd name="connsiteX7" fmla="*/ 49741 w 51791"/>
                    <a:gd name="connsiteY7" fmla="*/ 80893 h 81166"/>
                    <a:gd name="connsiteX8" fmla="*/ 51765 w 51791"/>
                    <a:gd name="connsiteY8" fmla="*/ 79679 h 81166"/>
                    <a:gd name="connsiteX9" fmla="*/ 49944 w 51791"/>
                    <a:gd name="connsiteY9" fmla="*/ 44662 h 81166"/>
                    <a:gd name="connsiteX10" fmla="*/ 47920 w 51791"/>
                    <a:gd name="connsiteY10" fmla="*/ 41424 h 81166"/>
                    <a:gd name="connsiteX11" fmla="*/ 46503 w 51791"/>
                    <a:gd name="connsiteY11" fmla="*/ 41221 h 81166"/>
                    <a:gd name="connsiteX12" fmla="*/ 40026 w 51791"/>
                    <a:gd name="connsiteY12" fmla="*/ 44865 h 81166"/>
                    <a:gd name="connsiteX13" fmla="*/ 15332 w 51791"/>
                    <a:gd name="connsiteY13" fmla="*/ 2157 h 81166"/>
                    <a:gd name="connsiteX14" fmla="*/ 13713 w 51791"/>
                    <a:gd name="connsiteY14" fmla="*/ 335 h 81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791" h="81166">
                      <a:moveTo>
                        <a:pt x="13713" y="335"/>
                      </a:moveTo>
                      <a:cubicBezTo>
                        <a:pt x="13106" y="-69"/>
                        <a:pt x="12296" y="-69"/>
                        <a:pt x="11891" y="133"/>
                      </a:cubicBezTo>
                      <a:lnTo>
                        <a:pt x="759" y="6408"/>
                      </a:lnTo>
                      <a:cubicBezTo>
                        <a:pt x="-253" y="7015"/>
                        <a:pt x="-253" y="9039"/>
                        <a:pt x="759" y="10860"/>
                      </a:cubicBezTo>
                      <a:lnTo>
                        <a:pt x="25452" y="53568"/>
                      </a:lnTo>
                      <a:lnTo>
                        <a:pt x="18976" y="57212"/>
                      </a:lnTo>
                      <a:cubicBezTo>
                        <a:pt x="17761" y="57819"/>
                        <a:pt x="18571" y="60652"/>
                        <a:pt x="20190" y="61664"/>
                      </a:cubicBezTo>
                      <a:lnTo>
                        <a:pt x="49741" y="80893"/>
                      </a:lnTo>
                      <a:cubicBezTo>
                        <a:pt x="50956" y="81500"/>
                        <a:pt x="51968" y="81095"/>
                        <a:pt x="51765" y="79679"/>
                      </a:cubicBezTo>
                      <a:lnTo>
                        <a:pt x="49944" y="44662"/>
                      </a:lnTo>
                      <a:cubicBezTo>
                        <a:pt x="49944" y="43245"/>
                        <a:pt x="48932" y="42031"/>
                        <a:pt x="47920" y="41424"/>
                      </a:cubicBezTo>
                      <a:cubicBezTo>
                        <a:pt x="47515" y="41221"/>
                        <a:pt x="46908" y="41019"/>
                        <a:pt x="46503" y="41221"/>
                      </a:cubicBezTo>
                      <a:lnTo>
                        <a:pt x="40026" y="44865"/>
                      </a:lnTo>
                      <a:lnTo>
                        <a:pt x="15332" y="2157"/>
                      </a:lnTo>
                      <a:cubicBezTo>
                        <a:pt x="15130" y="1347"/>
                        <a:pt x="14523" y="740"/>
                        <a:pt x="13713" y="335"/>
                      </a:cubicBezTo>
                      <a:close/>
                    </a:path>
                  </a:pathLst>
                </a:custGeom>
                <a:solidFill>
                  <a:srgbClr val="C9CEE2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</p:grpSp>
        </p:grpSp>
        <p:grpSp>
          <p:nvGrpSpPr>
            <p:cNvPr id="157" name="Graphic 2">
              <a:extLst>
                <a:ext uri="{FF2B5EF4-FFF2-40B4-BE49-F238E27FC236}">
                  <a16:creationId xmlns:a16="http://schemas.microsoft.com/office/drawing/2014/main" id="{ED7A3D93-75C8-0B01-F3A0-BE606B51528D}"/>
                </a:ext>
              </a:extLst>
            </p:cNvPr>
            <p:cNvGrpSpPr/>
            <p:nvPr/>
          </p:nvGrpSpPr>
          <p:grpSpPr>
            <a:xfrm>
              <a:off x="5669982" y="4347564"/>
              <a:ext cx="3339096" cy="3334330"/>
              <a:chOff x="5669982" y="4347564"/>
              <a:chExt cx="3339096" cy="3334330"/>
            </a:xfrm>
            <a:solidFill>
              <a:srgbClr val="2F2F2F"/>
            </a:solidFill>
          </p:grpSpPr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1593ED0E-5E2D-9C92-5F4B-82D375C24F52}"/>
                  </a:ext>
                </a:extLst>
              </p:cNvPr>
              <p:cNvSpPr/>
              <p:nvPr/>
            </p:nvSpPr>
            <p:spPr>
              <a:xfrm>
                <a:off x="5669982" y="4347564"/>
                <a:ext cx="1485054" cy="2785065"/>
              </a:xfrm>
              <a:custGeom>
                <a:avLst/>
                <a:gdLst>
                  <a:gd name="connsiteX0" fmla="*/ 730079 w 1485054"/>
                  <a:gd name="connsiteY0" fmla="*/ 2501632 h 2785065"/>
                  <a:gd name="connsiteX1" fmla="*/ 741819 w 1485054"/>
                  <a:gd name="connsiteY1" fmla="*/ 2498393 h 2785065"/>
                  <a:gd name="connsiteX2" fmla="*/ 738580 w 1485054"/>
                  <a:gd name="connsiteY2" fmla="*/ 2486653 h 2785065"/>
                  <a:gd name="connsiteX3" fmla="*/ 719757 w 1485054"/>
                  <a:gd name="connsiteY3" fmla="*/ 2475723 h 2785065"/>
                  <a:gd name="connsiteX4" fmla="*/ 1381423 w 1485054"/>
                  <a:gd name="connsiteY4" fmla="*/ 2093581 h 2785065"/>
                  <a:gd name="connsiteX5" fmla="*/ 1485055 w 1485054"/>
                  <a:gd name="connsiteY5" fmla="*/ 1914451 h 2785065"/>
                  <a:gd name="connsiteX6" fmla="*/ 1484043 w 1485054"/>
                  <a:gd name="connsiteY6" fmla="*/ 1394874 h 2785065"/>
                  <a:gd name="connsiteX7" fmla="*/ 1475339 w 1485054"/>
                  <a:gd name="connsiteY7" fmla="*/ 1386171 h 2785065"/>
                  <a:gd name="connsiteX8" fmla="*/ 1475339 w 1485054"/>
                  <a:gd name="connsiteY8" fmla="*/ 1386171 h 2785065"/>
                  <a:gd name="connsiteX9" fmla="*/ 1466636 w 1485054"/>
                  <a:gd name="connsiteY9" fmla="*/ 1394874 h 2785065"/>
                  <a:gd name="connsiteX10" fmla="*/ 1467648 w 1485054"/>
                  <a:gd name="connsiteY10" fmla="*/ 1914451 h 2785065"/>
                  <a:gd name="connsiteX11" fmla="*/ 1372719 w 1485054"/>
                  <a:gd name="connsiteY11" fmla="*/ 2078602 h 2785065"/>
                  <a:gd name="connsiteX12" fmla="*/ 200989 w 1485054"/>
                  <a:gd name="connsiteY12" fmla="*/ 2755247 h 2785065"/>
                  <a:gd name="connsiteX13" fmla="*/ 114562 w 1485054"/>
                  <a:gd name="connsiteY13" fmla="*/ 2705657 h 2785065"/>
                  <a:gd name="connsiteX14" fmla="*/ 109704 w 1485054"/>
                  <a:gd name="connsiteY14" fmla="*/ 1060297 h 2785065"/>
                  <a:gd name="connsiteX15" fmla="*/ 1462790 w 1485054"/>
                  <a:gd name="connsiteY15" fmla="*/ 279211 h 2785065"/>
                  <a:gd name="connsiteX16" fmla="*/ 1466028 w 1485054"/>
                  <a:gd name="connsiteY16" fmla="*/ 1279098 h 2785065"/>
                  <a:gd name="connsiteX17" fmla="*/ 1474732 w 1485054"/>
                  <a:gd name="connsiteY17" fmla="*/ 1287801 h 2785065"/>
                  <a:gd name="connsiteX18" fmla="*/ 1474732 w 1485054"/>
                  <a:gd name="connsiteY18" fmla="*/ 1287801 h 2785065"/>
                  <a:gd name="connsiteX19" fmla="*/ 1483436 w 1485054"/>
                  <a:gd name="connsiteY19" fmla="*/ 1279098 h 2785065"/>
                  <a:gd name="connsiteX20" fmla="*/ 1479590 w 1485054"/>
                  <a:gd name="connsiteY20" fmla="*/ 132466 h 2785065"/>
                  <a:gd name="connsiteX21" fmla="*/ 1445990 w 1485054"/>
                  <a:gd name="connsiteY21" fmla="*/ 61219 h 2785065"/>
                  <a:gd name="connsiteX22" fmla="*/ 1354098 w 1485054"/>
                  <a:gd name="connsiteY22" fmla="*/ 7986 h 2785065"/>
                  <a:gd name="connsiteX23" fmla="*/ 1274552 w 1485054"/>
                  <a:gd name="connsiteY23" fmla="*/ 15071 h 2785065"/>
                  <a:gd name="connsiteX24" fmla="*/ 1023164 w 1485054"/>
                  <a:gd name="connsiteY24" fmla="*/ 160196 h 2785065"/>
                  <a:gd name="connsiteX25" fmla="*/ 1019925 w 1485054"/>
                  <a:gd name="connsiteY25" fmla="*/ 171935 h 2785065"/>
                  <a:gd name="connsiteX26" fmla="*/ 1031665 w 1485054"/>
                  <a:gd name="connsiteY26" fmla="*/ 175174 h 2785065"/>
                  <a:gd name="connsiteX27" fmla="*/ 1283053 w 1485054"/>
                  <a:gd name="connsiteY27" fmla="*/ 30049 h 2785065"/>
                  <a:gd name="connsiteX28" fmla="*/ 1345192 w 1485054"/>
                  <a:gd name="connsiteY28" fmla="*/ 22964 h 2785065"/>
                  <a:gd name="connsiteX29" fmla="*/ 1400449 w 1485054"/>
                  <a:gd name="connsiteY29" fmla="*/ 55147 h 2785065"/>
                  <a:gd name="connsiteX30" fmla="*/ 1366849 w 1485054"/>
                  <a:gd name="connsiteY30" fmla="*/ 68303 h 2785065"/>
                  <a:gd name="connsiteX31" fmla="*/ 194512 w 1485054"/>
                  <a:gd name="connsiteY31" fmla="*/ 744948 h 2785065"/>
                  <a:gd name="connsiteX32" fmla="*/ 121241 w 1485054"/>
                  <a:gd name="connsiteY32" fmla="*/ 822267 h 2785065"/>
                  <a:gd name="connsiteX33" fmla="*/ 44327 w 1485054"/>
                  <a:gd name="connsiteY33" fmla="*/ 777333 h 2785065"/>
                  <a:gd name="connsiteX34" fmla="*/ 111323 w 1485054"/>
                  <a:gd name="connsiteY34" fmla="*/ 706490 h 2785065"/>
                  <a:gd name="connsiteX35" fmla="*/ 934105 w 1485054"/>
                  <a:gd name="connsiteY35" fmla="*/ 231240 h 2785065"/>
                  <a:gd name="connsiteX36" fmla="*/ 937343 w 1485054"/>
                  <a:gd name="connsiteY36" fmla="*/ 219501 h 2785065"/>
                  <a:gd name="connsiteX37" fmla="*/ 925604 w 1485054"/>
                  <a:gd name="connsiteY37" fmla="*/ 216262 h 2785065"/>
                  <a:gd name="connsiteX38" fmla="*/ 103430 w 1485054"/>
                  <a:gd name="connsiteY38" fmla="*/ 691512 h 2785065"/>
                  <a:gd name="connsiteX39" fmla="*/ 0 w 1485054"/>
                  <a:gd name="connsiteY39" fmla="*/ 870237 h 2785065"/>
                  <a:gd name="connsiteX40" fmla="*/ 5263 w 1485054"/>
                  <a:gd name="connsiteY40" fmla="*/ 2652019 h 2785065"/>
                  <a:gd name="connsiteX41" fmla="*/ 38660 w 1485054"/>
                  <a:gd name="connsiteY41" fmla="*/ 2723874 h 2785065"/>
                  <a:gd name="connsiteX42" fmla="*/ 130552 w 1485054"/>
                  <a:gd name="connsiteY42" fmla="*/ 2777309 h 2785065"/>
                  <a:gd name="connsiteX43" fmla="*/ 209895 w 1485054"/>
                  <a:gd name="connsiteY43" fmla="*/ 2770225 h 2785065"/>
                  <a:gd name="connsiteX44" fmla="*/ 704576 w 1485054"/>
                  <a:gd name="connsiteY44" fmla="*/ 2484427 h 2785065"/>
                  <a:gd name="connsiteX45" fmla="*/ 707612 w 1485054"/>
                  <a:gd name="connsiteY45" fmla="*/ 2488475 h 2785065"/>
                  <a:gd name="connsiteX46" fmla="*/ 730079 w 1485054"/>
                  <a:gd name="connsiteY46" fmla="*/ 2501632 h 2785065"/>
                  <a:gd name="connsiteX47" fmla="*/ 109906 w 1485054"/>
                  <a:gd name="connsiteY47" fmla="*/ 1040258 h 2785065"/>
                  <a:gd name="connsiteX48" fmla="*/ 109502 w 1485054"/>
                  <a:gd name="connsiteY48" fmla="*/ 923470 h 2785065"/>
                  <a:gd name="connsiteX49" fmla="*/ 204025 w 1485054"/>
                  <a:gd name="connsiteY49" fmla="*/ 759926 h 2785065"/>
                  <a:gd name="connsiteX50" fmla="*/ 1375755 w 1485054"/>
                  <a:gd name="connsiteY50" fmla="*/ 83282 h 2785065"/>
                  <a:gd name="connsiteX51" fmla="*/ 1462588 w 1485054"/>
                  <a:gd name="connsiteY51" fmla="*/ 132264 h 2785065"/>
                  <a:gd name="connsiteX52" fmla="*/ 1462992 w 1485054"/>
                  <a:gd name="connsiteY52" fmla="*/ 259173 h 2785065"/>
                  <a:gd name="connsiteX53" fmla="*/ 109906 w 1485054"/>
                  <a:gd name="connsiteY53" fmla="*/ 1040258 h 2785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485054" h="2785065">
                    <a:moveTo>
                      <a:pt x="730079" y="2501632"/>
                    </a:moveTo>
                    <a:cubicBezTo>
                      <a:pt x="734127" y="2504060"/>
                      <a:pt x="739593" y="2502644"/>
                      <a:pt x="741819" y="2498393"/>
                    </a:cubicBezTo>
                    <a:cubicBezTo>
                      <a:pt x="744248" y="2494345"/>
                      <a:pt x="742831" y="2488880"/>
                      <a:pt x="738580" y="2486653"/>
                    </a:cubicBezTo>
                    <a:lnTo>
                      <a:pt x="719757" y="2475723"/>
                    </a:lnTo>
                    <a:lnTo>
                      <a:pt x="1381423" y="2093581"/>
                    </a:lnTo>
                    <a:cubicBezTo>
                      <a:pt x="1435870" y="2062612"/>
                      <a:pt x="1485055" y="1983269"/>
                      <a:pt x="1485055" y="1914451"/>
                    </a:cubicBezTo>
                    <a:lnTo>
                      <a:pt x="1484043" y="1394874"/>
                    </a:lnTo>
                    <a:cubicBezTo>
                      <a:pt x="1484043" y="1390016"/>
                      <a:pt x="1480197" y="1386171"/>
                      <a:pt x="1475339" y="1386171"/>
                    </a:cubicBezTo>
                    <a:lnTo>
                      <a:pt x="1475339" y="1386171"/>
                    </a:lnTo>
                    <a:cubicBezTo>
                      <a:pt x="1470481" y="1386171"/>
                      <a:pt x="1466636" y="1390016"/>
                      <a:pt x="1466636" y="1394874"/>
                    </a:cubicBezTo>
                    <a:lnTo>
                      <a:pt x="1467648" y="1914451"/>
                    </a:lnTo>
                    <a:cubicBezTo>
                      <a:pt x="1467648" y="1973958"/>
                      <a:pt x="1423928" y="2049456"/>
                      <a:pt x="1372719" y="2078602"/>
                    </a:cubicBezTo>
                    <a:lnTo>
                      <a:pt x="200989" y="2755247"/>
                    </a:lnTo>
                    <a:cubicBezTo>
                      <a:pt x="151400" y="2783584"/>
                      <a:pt x="114562" y="2761521"/>
                      <a:pt x="114562" y="2705657"/>
                    </a:cubicBezTo>
                    <a:lnTo>
                      <a:pt x="109704" y="1060297"/>
                    </a:lnTo>
                    <a:lnTo>
                      <a:pt x="1462790" y="279211"/>
                    </a:lnTo>
                    <a:lnTo>
                      <a:pt x="1466028" y="1279098"/>
                    </a:lnTo>
                    <a:cubicBezTo>
                      <a:pt x="1466028" y="1283956"/>
                      <a:pt x="1469874" y="1287801"/>
                      <a:pt x="1474732" y="1287801"/>
                    </a:cubicBezTo>
                    <a:cubicBezTo>
                      <a:pt x="1474732" y="1287801"/>
                      <a:pt x="1474732" y="1287801"/>
                      <a:pt x="1474732" y="1287801"/>
                    </a:cubicBezTo>
                    <a:cubicBezTo>
                      <a:pt x="1479590" y="1287801"/>
                      <a:pt x="1483436" y="1283956"/>
                      <a:pt x="1483436" y="1279098"/>
                    </a:cubicBezTo>
                    <a:lnTo>
                      <a:pt x="1479590" y="132466"/>
                    </a:lnTo>
                    <a:cubicBezTo>
                      <a:pt x="1479387" y="104737"/>
                      <a:pt x="1470077" y="75185"/>
                      <a:pt x="1445990" y="61219"/>
                    </a:cubicBezTo>
                    <a:cubicBezTo>
                      <a:pt x="1416844" y="44420"/>
                      <a:pt x="1350454" y="5760"/>
                      <a:pt x="1354098" y="7986"/>
                    </a:cubicBezTo>
                    <a:cubicBezTo>
                      <a:pt x="1332440" y="-4765"/>
                      <a:pt x="1304103" y="-2134"/>
                      <a:pt x="1274552" y="15071"/>
                    </a:cubicBezTo>
                    <a:lnTo>
                      <a:pt x="1023164" y="160196"/>
                    </a:lnTo>
                    <a:cubicBezTo>
                      <a:pt x="1019116" y="162625"/>
                      <a:pt x="1017699" y="167887"/>
                      <a:pt x="1019925" y="171935"/>
                    </a:cubicBezTo>
                    <a:cubicBezTo>
                      <a:pt x="1022354" y="175984"/>
                      <a:pt x="1027616" y="177400"/>
                      <a:pt x="1031665" y="175174"/>
                    </a:cubicBezTo>
                    <a:lnTo>
                      <a:pt x="1283053" y="30049"/>
                    </a:lnTo>
                    <a:cubicBezTo>
                      <a:pt x="1306937" y="16083"/>
                      <a:pt x="1328999" y="13654"/>
                      <a:pt x="1345192" y="22964"/>
                    </a:cubicBezTo>
                    <a:lnTo>
                      <a:pt x="1400449" y="55147"/>
                    </a:lnTo>
                    <a:cubicBezTo>
                      <a:pt x="1394174" y="56361"/>
                      <a:pt x="1375755" y="63041"/>
                      <a:pt x="1366849" y="68303"/>
                    </a:cubicBezTo>
                    <a:lnTo>
                      <a:pt x="194512" y="744948"/>
                    </a:lnTo>
                    <a:cubicBezTo>
                      <a:pt x="164961" y="761950"/>
                      <a:pt x="136624" y="795752"/>
                      <a:pt x="121241" y="822267"/>
                    </a:cubicBezTo>
                    <a:lnTo>
                      <a:pt x="44327" y="777333"/>
                    </a:lnTo>
                    <a:cubicBezTo>
                      <a:pt x="61532" y="747579"/>
                      <a:pt x="85213" y="721468"/>
                      <a:pt x="111323" y="706490"/>
                    </a:cubicBezTo>
                    <a:lnTo>
                      <a:pt x="934105" y="231240"/>
                    </a:lnTo>
                    <a:cubicBezTo>
                      <a:pt x="938153" y="228812"/>
                      <a:pt x="939570" y="223549"/>
                      <a:pt x="937343" y="219501"/>
                    </a:cubicBezTo>
                    <a:cubicBezTo>
                      <a:pt x="934915" y="215250"/>
                      <a:pt x="929652" y="213834"/>
                      <a:pt x="925604" y="216262"/>
                    </a:cubicBezTo>
                    <a:lnTo>
                      <a:pt x="103430" y="691512"/>
                    </a:lnTo>
                    <a:cubicBezTo>
                      <a:pt x="52828" y="720456"/>
                      <a:pt x="0" y="796966"/>
                      <a:pt x="0" y="870237"/>
                    </a:cubicBezTo>
                    <a:cubicBezTo>
                      <a:pt x="405" y="985811"/>
                      <a:pt x="-1619" y="346410"/>
                      <a:pt x="5263" y="2652019"/>
                    </a:cubicBezTo>
                    <a:cubicBezTo>
                      <a:pt x="5263" y="2680356"/>
                      <a:pt x="14168" y="2709503"/>
                      <a:pt x="38660" y="2723874"/>
                    </a:cubicBezTo>
                    <a:lnTo>
                      <a:pt x="130552" y="2777309"/>
                    </a:lnTo>
                    <a:cubicBezTo>
                      <a:pt x="154638" y="2791680"/>
                      <a:pt x="185606" y="2784191"/>
                      <a:pt x="209895" y="2770225"/>
                    </a:cubicBezTo>
                    <a:lnTo>
                      <a:pt x="704576" y="2484427"/>
                    </a:lnTo>
                    <a:cubicBezTo>
                      <a:pt x="705386" y="2486046"/>
                      <a:pt x="705993" y="2487665"/>
                      <a:pt x="707612" y="2488475"/>
                    </a:cubicBezTo>
                    <a:lnTo>
                      <a:pt x="730079" y="2501632"/>
                    </a:lnTo>
                    <a:close/>
                    <a:moveTo>
                      <a:pt x="109906" y="1040258"/>
                    </a:moveTo>
                    <a:lnTo>
                      <a:pt x="109502" y="923470"/>
                    </a:lnTo>
                    <a:cubicBezTo>
                      <a:pt x="109097" y="866999"/>
                      <a:pt x="150590" y="790489"/>
                      <a:pt x="204025" y="759926"/>
                    </a:cubicBezTo>
                    <a:lnTo>
                      <a:pt x="1375755" y="83282"/>
                    </a:lnTo>
                    <a:cubicBezTo>
                      <a:pt x="1423523" y="55349"/>
                      <a:pt x="1462385" y="74983"/>
                      <a:pt x="1462588" y="132264"/>
                    </a:cubicBezTo>
                    <a:lnTo>
                      <a:pt x="1462992" y="259173"/>
                    </a:lnTo>
                    <a:lnTo>
                      <a:pt x="109906" y="1040258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93E2CE53-6BC5-8389-380C-BDBA938EAF85}"/>
                  </a:ext>
                </a:extLst>
              </p:cNvPr>
              <p:cNvSpPr/>
              <p:nvPr/>
            </p:nvSpPr>
            <p:spPr>
              <a:xfrm>
                <a:off x="6545014" y="6920067"/>
                <a:ext cx="69567" cy="47574"/>
              </a:xfrm>
              <a:custGeom>
                <a:avLst/>
                <a:gdLst>
                  <a:gd name="connsiteX0" fmla="*/ 68383 w 69567"/>
                  <a:gd name="connsiteY0" fmla="*/ 43285 h 47574"/>
                  <a:gd name="connsiteX1" fmla="*/ 65145 w 69567"/>
                  <a:gd name="connsiteY1" fmla="*/ 31545 h 47574"/>
                  <a:gd name="connsiteX2" fmla="*/ 12924 w 69567"/>
                  <a:gd name="connsiteY2" fmla="*/ 1185 h 47574"/>
                  <a:gd name="connsiteX3" fmla="*/ 1185 w 69567"/>
                  <a:gd name="connsiteY3" fmla="*/ 4423 h 47574"/>
                  <a:gd name="connsiteX4" fmla="*/ 4423 w 69567"/>
                  <a:gd name="connsiteY4" fmla="*/ 16163 h 47574"/>
                  <a:gd name="connsiteX5" fmla="*/ 56644 w 69567"/>
                  <a:gd name="connsiteY5" fmla="*/ 46524 h 47574"/>
                  <a:gd name="connsiteX6" fmla="*/ 68383 w 69567"/>
                  <a:gd name="connsiteY6" fmla="*/ 43285 h 4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567" h="47574">
                    <a:moveTo>
                      <a:pt x="68383" y="43285"/>
                    </a:moveTo>
                    <a:cubicBezTo>
                      <a:pt x="70812" y="39237"/>
                      <a:pt x="69395" y="33974"/>
                      <a:pt x="65145" y="31545"/>
                    </a:cubicBezTo>
                    <a:lnTo>
                      <a:pt x="12924" y="1185"/>
                    </a:ln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3" y="13734"/>
                      <a:pt x="4423" y="16163"/>
                    </a:cubicBezTo>
                    <a:lnTo>
                      <a:pt x="56644" y="46524"/>
                    </a:lnTo>
                    <a:cubicBezTo>
                      <a:pt x="60692" y="48750"/>
                      <a:pt x="66157" y="47333"/>
                      <a:pt x="68383" y="432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29434EB2-526F-8912-98CF-B57A7DAF3778}"/>
                  </a:ext>
                </a:extLst>
              </p:cNvPr>
              <p:cNvSpPr/>
              <p:nvPr/>
            </p:nvSpPr>
            <p:spPr>
              <a:xfrm>
                <a:off x="6444418" y="6861370"/>
                <a:ext cx="69568" cy="47708"/>
              </a:xfrm>
              <a:custGeom>
                <a:avLst/>
                <a:gdLst>
                  <a:gd name="connsiteX0" fmla="*/ 1185 w 69568"/>
                  <a:gd name="connsiteY0" fmla="*/ 4423 h 47708"/>
                  <a:gd name="connsiteX1" fmla="*/ 4423 w 69568"/>
                  <a:gd name="connsiteY1" fmla="*/ 16163 h 47708"/>
                  <a:gd name="connsiteX2" fmla="*/ 56644 w 69568"/>
                  <a:gd name="connsiteY2" fmla="*/ 46524 h 47708"/>
                  <a:gd name="connsiteX3" fmla="*/ 68384 w 69568"/>
                  <a:gd name="connsiteY3" fmla="*/ 43285 h 47708"/>
                  <a:gd name="connsiteX4" fmla="*/ 65145 w 69568"/>
                  <a:gd name="connsiteY4" fmla="*/ 31545 h 47708"/>
                  <a:gd name="connsiteX5" fmla="*/ 12924 w 69568"/>
                  <a:gd name="connsiteY5" fmla="*/ 1185 h 47708"/>
                  <a:gd name="connsiteX6" fmla="*/ 1185 w 69568"/>
                  <a:gd name="connsiteY6" fmla="*/ 4423 h 47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568" h="47708">
                    <a:moveTo>
                      <a:pt x="1185" y="4423"/>
                    </a:moveTo>
                    <a:cubicBezTo>
                      <a:pt x="-1244" y="8471"/>
                      <a:pt x="172" y="13936"/>
                      <a:pt x="4423" y="16163"/>
                    </a:cubicBezTo>
                    <a:lnTo>
                      <a:pt x="56644" y="46524"/>
                    </a:lnTo>
                    <a:cubicBezTo>
                      <a:pt x="60692" y="48952"/>
                      <a:pt x="66157" y="47536"/>
                      <a:pt x="68384" y="43285"/>
                    </a:cubicBezTo>
                    <a:cubicBezTo>
                      <a:pt x="70812" y="39237"/>
                      <a:pt x="69396" y="33772"/>
                      <a:pt x="65145" y="31545"/>
                    </a:cubicBezTo>
                    <a:lnTo>
                      <a:pt x="12924" y="1185"/>
                    </a:lnTo>
                    <a:cubicBezTo>
                      <a:pt x="8876" y="-1244"/>
                      <a:pt x="3614" y="172"/>
                      <a:pt x="1185" y="442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B04A061-CA82-F0C0-7A11-88B558833AB1}"/>
                  </a:ext>
                </a:extLst>
              </p:cNvPr>
              <p:cNvSpPr/>
              <p:nvPr/>
            </p:nvSpPr>
            <p:spPr>
              <a:xfrm>
                <a:off x="6646014" y="6978765"/>
                <a:ext cx="39641" cy="43122"/>
              </a:xfrm>
              <a:custGeom>
                <a:avLst/>
                <a:gdLst>
                  <a:gd name="connsiteX0" fmla="*/ 35391 w 39641"/>
                  <a:gd name="connsiteY0" fmla="*/ 29117 h 43122"/>
                  <a:gd name="connsiteX1" fmla="*/ 35391 w 39641"/>
                  <a:gd name="connsiteY1" fmla="*/ 14139 h 43122"/>
                  <a:gd name="connsiteX2" fmla="*/ 12924 w 39641"/>
                  <a:gd name="connsiteY2" fmla="*/ 1185 h 43122"/>
                  <a:gd name="connsiteX3" fmla="*/ 1185 w 39641"/>
                  <a:gd name="connsiteY3" fmla="*/ 4423 h 43122"/>
                  <a:gd name="connsiteX4" fmla="*/ 4423 w 39641"/>
                  <a:gd name="connsiteY4" fmla="*/ 16163 h 43122"/>
                  <a:gd name="connsiteX5" fmla="*/ 13936 w 39641"/>
                  <a:gd name="connsiteY5" fmla="*/ 21628 h 43122"/>
                  <a:gd name="connsiteX6" fmla="*/ 4423 w 39641"/>
                  <a:gd name="connsiteY6" fmla="*/ 27093 h 43122"/>
                  <a:gd name="connsiteX7" fmla="*/ 1185 w 39641"/>
                  <a:gd name="connsiteY7" fmla="*/ 38832 h 43122"/>
                  <a:gd name="connsiteX8" fmla="*/ 12924 w 39641"/>
                  <a:gd name="connsiteY8" fmla="*/ 42071 h 43122"/>
                  <a:gd name="connsiteX9" fmla="*/ 35391 w 39641"/>
                  <a:gd name="connsiteY9" fmla="*/ 29117 h 4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641" h="43122">
                    <a:moveTo>
                      <a:pt x="35391" y="29117"/>
                    </a:moveTo>
                    <a:cubicBezTo>
                      <a:pt x="41059" y="25878"/>
                      <a:pt x="41059" y="17579"/>
                      <a:pt x="35391" y="14139"/>
                    </a:cubicBezTo>
                    <a:lnTo>
                      <a:pt x="12924" y="1185"/>
                    </a:lnTo>
                    <a:cubicBezTo>
                      <a:pt x="8876" y="-1244"/>
                      <a:pt x="3614" y="172"/>
                      <a:pt x="1185" y="4423"/>
                    </a:cubicBezTo>
                    <a:cubicBezTo>
                      <a:pt x="-1244" y="8471"/>
                      <a:pt x="172" y="13936"/>
                      <a:pt x="4423" y="16163"/>
                    </a:cubicBezTo>
                    <a:lnTo>
                      <a:pt x="13936" y="21628"/>
                    </a:lnTo>
                    <a:lnTo>
                      <a:pt x="4423" y="27093"/>
                    </a:lnTo>
                    <a:cubicBezTo>
                      <a:pt x="375" y="29521"/>
                      <a:pt x="-1042" y="34784"/>
                      <a:pt x="1185" y="38832"/>
                    </a:cubicBezTo>
                    <a:cubicBezTo>
                      <a:pt x="3614" y="42880"/>
                      <a:pt x="8876" y="44297"/>
                      <a:pt x="12924" y="42071"/>
                    </a:cubicBezTo>
                    <a:lnTo>
                      <a:pt x="35391" y="29117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318E79D4-B084-833E-4C4E-05B7DD9F8F1C}"/>
                  </a:ext>
                </a:extLst>
              </p:cNvPr>
              <p:cNvSpPr/>
              <p:nvPr/>
            </p:nvSpPr>
            <p:spPr>
              <a:xfrm>
                <a:off x="6557899" y="7029254"/>
                <a:ext cx="62755" cy="43480"/>
              </a:xfrm>
              <a:custGeom>
                <a:avLst/>
                <a:gdLst>
                  <a:gd name="connsiteX0" fmla="*/ 61571 w 62755"/>
                  <a:gd name="connsiteY0" fmla="*/ 4333 h 43480"/>
                  <a:gd name="connsiteX1" fmla="*/ 49831 w 62755"/>
                  <a:gd name="connsiteY1" fmla="*/ 1095 h 43480"/>
                  <a:gd name="connsiteX2" fmla="*/ 4290 w 62755"/>
                  <a:gd name="connsiteY2" fmla="*/ 27407 h 43480"/>
                  <a:gd name="connsiteX3" fmla="*/ 1051 w 62755"/>
                  <a:gd name="connsiteY3" fmla="*/ 39147 h 43480"/>
                  <a:gd name="connsiteX4" fmla="*/ 12791 w 62755"/>
                  <a:gd name="connsiteY4" fmla="*/ 42386 h 43480"/>
                  <a:gd name="connsiteX5" fmla="*/ 58332 w 62755"/>
                  <a:gd name="connsiteY5" fmla="*/ 16073 h 43480"/>
                  <a:gd name="connsiteX6" fmla="*/ 61571 w 62755"/>
                  <a:gd name="connsiteY6" fmla="*/ 4333 h 4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755" h="43480">
                    <a:moveTo>
                      <a:pt x="61571" y="4333"/>
                    </a:moveTo>
                    <a:cubicBezTo>
                      <a:pt x="59142" y="83"/>
                      <a:pt x="53879" y="-1132"/>
                      <a:pt x="49831" y="1095"/>
                    </a:cubicBezTo>
                    <a:lnTo>
                      <a:pt x="4290" y="27407"/>
                    </a:lnTo>
                    <a:cubicBezTo>
                      <a:pt x="242" y="29836"/>
                      <a:pt x="-1175" y="35099"/>
                      <a:pt x="1051" y="39147"/>
                    </a:cubicBezTo>
                    <a:cubicBezTo>
                      <a:pt x="3480" y="43398"/>
                      <a:pt x="8743" y="44612"/>
                      <a:pt x="12791" y="42386"/>
                    </a:cubicBezTo>
                    <a:lnTo>
                      <a:pt x="58332" y="16073"/>
                    </a:lnTo>
                    <a:cubicBezTo>
                      <a:pt x="62583" y="13644"/>
                      <a:pt x="64000" y="8381"/>
                      <a:pt x="61571" y="433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5CCEDFB9-8C42-1F58-699F-2B7AF1FB18FC}"/>
                  </a:ext>
                </a:extLst>
              </p:cNvPr>
              <p:cNvSpPr/>
              <p:nvPr/>
            </p:nvSpPr>
            <p:spPr>
              <a:xfrm>
                <a:off x="6293556" y="7181822"/>
                <a:ext cx="62755" cy="43483"/>
              </a:xfrm>
              <a:custGeom>
                <a:avLst/>
                <a:gdLst>
                  <a:gd name="connsiteX0" fmla="*/ 61571 w 62755"/>
                  <a:gd name="connsiteY0" fmla="*/ 4380 h 43483"/>
                  <a:gd name="connsiteX1" fmla="*/ 49831 w 62755"/>
                  <a:gd name="connsiteY1" fmla="*/ 1141 h 43483"/>
                  <a:gd name="connsiteX2" fmla="*/ 4290 w 62755"/>
                  <a:gd name="connsiteY2" fmla="*/ 27454 h 43483"/>
                  <a:gd name="connsiteX3" fmla="*/ 1051 w 62755"/>
                  <a:gd name="connsiteY3" fmla="*/ 39194 h 43483"/>
                  <a:gd name="connsiteX4" fmla="*/ 12791 w 62755"/>
                  <a:gd name="connsiteY4" fmla="*/ 42432 h 43483"/>
                  <a:gd name="connsiteX5" fmla="*/ 58332 w 62755"/>
                  <a:gd name="connsiteY5" fmla="*/ 16119 h 43483"/>
                  <a:gd name="connsiteX6" fmla="*/ 61571 w 62755"/>
                  <a:gd name="connsiteY6" fmla="*/ 4380 h 4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755" h="43483">
                    <a:moveTo>
                      <a:pt x="61571" y="4380"/>
                    </a:moveTo>
                    <a:cubicBezTo>
                      <a:pt x="59142" y="332"/>
                      <a:pt x="53879" y="-1288"/>
                      <a:pt x="49831" y="1141"/>
                    </a:cubicBezTo>
                    <a:lnTo>
                      <a:pt x="4290" y="27454"/>
                    </a:lnTo>
                    <a:cubicBezTo>
                      <a:pt x="242" y="29883"/>
                      <a:pt x="-1175" y="35145"/>
                      <a:pt x="1051" y="39194"/>
                    </a:cubicBezTo>
                    <a:cubicBezTo>
                      <a:pt x="3480" y="43242"/>
                      <a:pt x="8743" y="44659"/>
                      <a:pt x="12791" y="42432"/>
                    </a:cubicBezTo>
                    <a:lnTo>
                      <a:pt x="58332" y="16119"/>
                    </a:lnTo>
                    <a:cubicBezTo>
                      <a:pt x="62583" y="13893"/>
                      <a:pt x="64000" y="8630"/>
                      <a:pt x="61571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99DF02DE-D9FE-3819-CC8A-7EEB6DB5387A}"/>
                  </a:ext>
                </a:extLst>
              </p:cNvPr>
              <p:cNvSpPr/>
              <p:nvPr/>
            </p:nvSpPr>
            <p:spPr>
              <a:xfrm>
                <a:off x="6205509" y="7232875"/>
                <a:ext cx="62622" cy="43436"/>
              </a:xfrm>
              <a:custGeom>
                <a:avLst/>
                <a:gdLst>
                  <a:gd name="connsiteX0" fmla="*/ 58332 w 62622"/>
                  <a:gd name="connsiteY0" fmla="*/ 16073 h 43436"/>
                  <a:gd name="connsiteX1" fmla="*/ 61571 w 62622"/>
                  <a:gd name="connsiteY1" fmla="*/ 4333 h 43436"/>
                  <a:gd name="connsiteX2" fmla="*/ 49831 w 62622"/>
                  <a:gd name="connsiteY2" fmla="*/ 1095 h 43436"/>
                  <a:gd name="connsiteX3" fmla="*/ 4290 w 62622"/>
                  <a:gd name="connsiteY3" fmla="*/ 27407 h 43436"/>
                  <a:gd name="connsiteX4" fmla="*/ 1051 w 62622"/>
                  <a:gd name="connsiteY4" fmla="*/ 39147 h 43436"/>
                  <a:gd name="connsiteX5" fmla="*/ 12791 w 62622"/>
                  <a:gd name="connsiteY5" fmla="*/ 42386 h 43436"/>
                  <a:gd name="connsiteX6" fmla="*/ 58332 w 62622"/>
                  <a:gd name="connsiteY6" fmla="*/ 16073 h 43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622" h="43436">
                    <a:moveTo>
                      <a:pt x="58332" y="16073"/>
                    </a:moveTo>
                    <a:cubicBezTo>
                      <a:pt x="62381" y="13644"/>
                      <a:pt x="63797" y="8381"/>
                      <a:pt x="61571" y="4333"/>
                    </a:cubicBezTo>
                    <a:cubicBezTo>
                      <a:pt x="59142" y="83"/>
                      <a:pt x="53879" y="-1132"/>
                      <a:pt x="49831" y="1095"/>
                    </a:cubicBezTo>
                    <a:lnTo>
                      <a:pt x="4290" y="27407"/>
                    </a:lnTo>
                    <a:cubicBezTo>
                      <a:pt x="242" y="29836"/>
                      <a:pt x="-1175" y="35099"/>
                      <a:pt x="1051" y="39147"/>
                    </a:cubicBezTo>
                    <a:cubicBezTo>
                      <a:pt x="3480" y="43195"/>
                      <a:pt x="8743" y="44612"/>
                      <a:pt x="12791" y="42386"/>
                    </a:cubicBezTo>
                    <a:lnTo>
                      <a:pt x="58332" y="16073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78669B9E-63B2-064C-BC6C-452F2B0C1A60}"/>
                  </a:ext>
                </a:extLst>
              </p:cNvPr>
              <p:cNvSpPr/>
              <p:nvPr/>
            </p:nvSpPr>
            <p:spPr>
              <a:xfrm>
                <a:off x="6029214" y="7334639"/>
                <a:ext cx="62622" cy="43616"/>
              </a:xfrm>
              <a:custGeom>
                <a:avLst/>
                <a:gdLst>
                  <a:gd name="connsiteX0" fmla="*/ 12791 w 62622"/>
                  <a:gd name="connsiteY0" fmla="*/ 42432 h 43616"/>
                  <a:gd name="connsiteX1" fmla="*/ 58332 w 62622"/>
                  <a:gd name="connsiteY1" fmla="*/ 16119 h 43616"/>
                  <a:gd name="connsiteX2" fmla="*/ 61571 w 62622"/>
                  <a:gd name="connsiteY2" fmla="*/ 4380 h 43616"/>
                  <a:gd name="connsiteX3" fmla="*/ 49831 w 62622"/>
                  <a:gd name="connsiteY3" fmla="*/ 1141 h 43616"/>
                  <a:gd name="connsiteX4" fmla="*/ 4290 w 62622"/>
                  <a:gd name="connsiteY4" fmla="*/ 27454 h 43616"/>
                  <a:gd name="connsiteX5" fmla="*/ 1051 w 62622"/>
                  <a:gd name="connsiteY5" fmla="*/ 39194 h 43616"/>
                  <a:gd name="connsiteX6" fmla="*/ 12791 w 62622"/>
                  <a:gd name="connsiteY6" fmla="*/ 42432 h 43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622" h="43616">
                    <a:moveTo>
                      <a:pt x="12791" y="42432"/>
                    </a:moveTo>
                    <a:lnTo>
                      <a:pt x="58332" y="16119"/>
                    </a:lnTo>
                    <a:cubicBezTo>
                      <a:pt x="62380" y="13690"/>
                      <a:pt x="63797" y="8428"/>
                      <a:pt x="61571" y="4380"/>
                    </a:cubicBezTo>
                    <a:cubicBezTo>
                      <a:pt x="59142" y="332"/>
                      <a:pt x="53879" y="-1288"/>
                      <a:pt x="49831" y="1141"/>
                    </a:cubicBezTo>
                    <a:lnTo>
                      <a:pt x="4290" y="27454"/>
                    </a:lnTo>
                    <a:cubicBezTo>
                      <a:pt x="242" y="29883"/>
                      <a:pt x="-1175" y="35145"/>
                      <a:pt x="1051" y="39194"/>
                    </a:cubicBezTo>
                    <a:cubicBezTo>
                      <a:pt x="3480" y="43444"/>
                      <a:pt x="8743" y="44861"/>
                      <a:pt x="12791" y="4243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C94072F4-54D3-2136-F57B-168F11315166}"/>
                  </a:ext>
                </a:extLst>
              </p:cNvPr>
              <p:cNvSpPr/>
              <p:nvPr/>
            </p:nvSpPr>
            <p:spPr>
              <a:xfrm>
                <a:off x="6469852" y="7079968"/>
                <a:ext cx="62755" cy="43526"/>
              </a:xfrm>
              <a:custGeom>
                <a:avLst/>
                <a:gdLst>
                  <a:gd name="connsiteX0" fmla="*/ 61571 w 62755"/>
                  <a:gd name="connsiteY0" fmla="*/ 4423 h 43526"/>
                  <a:gd name="connsiteX1" fmla="*/ 49831 w 62755"/>
                  <a:gd name="connsiteY1" fmla="*/ 1185 h 43526"/>
                  <a:gd name="connsiteX2" fmla="*/ 4290 w 62755"/>
                  <a:gd name="connsiteY2" fmla="*/ 27497 h 43526"/>
                  <a:gd name="connsiteX3" fmla="*/ 1051 w 62755"/>
                  <a:gd name="connsiteY3" fmla="*/ 39237 h 43526"/>
                  <a:gd name="connsiteX4" fmla="*/ 12791 w 62755"/>
                  <a:gd name="connsiteY4" fmla="*/ 42475 h 43526"/>
                  <a:gd name="connsiteX5" fmla="*/ 58332 w 62755"/>
                  <a:gd name="connsiteY5" fmla="*/ 16163 h 43526"/>
                  <a:gd name="connsiteX6" fmla="*/ 61571 w 62755"/>
                  <a:gd name="connsiteY6" fmla="*/ 4423 h 43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755" h="43526">
                    <a:moveTo>
                      <a:pt x="61571" y="4423"/>
                    </a:moveTo>
                    <a:cubicBezTo>
                      <a:pt x="59142" y="172"/>
                      <a:pt x="53879" y="-1244"/>
                      <a:pt x="49831" y="1185"/>
                    </a:cubicBezTo>
                    <a:lnTo>
                      <a:pt x="4290" y="27497"/>
                    </a:lnTo>
                    <a:cubicBezTo>
                      <a:pt x="242" y="29926"/>
                      <a:pt x="-1175" y="35189"/>
                      <a:pt x="1051" y="39237"/>
                    </a:cubicBezTo>
                    <a:cubicBezTo>
                      <a:pt x="3480" y="43285"/>
                      <a:pt x="8743" y="44702"/>
                      <a:pt x="12791" y="42475"/>
                    </a:cubicBezTo>
                    <a:lnTo>
                      <a:pt x="58332" y="16163"/>
                    </a:lnTo>
                    <a:cubicBezTo>
                      <a:pt x="62583" y="13936"/>
                      <a:pt x="64000" y="8674"/>
                      <a:pt x="61571" y="442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9C854590-C783-62B3-EFEF-BFF156F636C2}"/>
                  </a:ext>
                </a:extLst>
              </p:cNvPr>
              <p:cNvSpPr/>
              <p:nvPr/>
            </p:nvSpPr>
            <p:spPr>
              <a:xfrm>
                <a:off x="6381805" y="7131018"/>
                <a:ext cx="62622" cy="43483"/>
              </a:xfrm>
              <a:custGeom>
                <a:avLst/>
                <a:gdLst>
                  <a:gd name="connsiteX0" fmla="*/ 61571 w 62622"/>
                  <a:gd name="connsiteY0" fmla="*/ 4380 h 43483"/>
                  <a:gd name="connsiteX1" fmla="*/ 49831 w 62622"/>
                  <a:gd name="connsiteY1" fmla="*/ 1141 h 43483"/>
                  <a:gd name="connsiteX2" fmla="*/ 4290 w 62622"/>
                  <a:gd name="connsiteY2" fmla="*/ 27454 h 43483"/>
                  <a:gd name="connsiteX3" fmla="*/ 1051 w 62622"/>
                  <a:gd name="connsiteY3" fmla="*/ 39194 h 43483"/>
                  <a:gd name="connsiteX4" fmla="*/ 12791 w 62622"/>
                  <a:gd name="connsiteY4" fmla="*/ 42432 h 43483"/>
                  <a:gd name="connsiteX5" fmla="*/ 58332 w 62622"/>
                  <a:gd name="connsiteY5" fmla="*/ 16119 h 43483"/>
                  <a:gd name="connsiteX6" fmla="*/ 61571 w 62622"/>
                  <a:gd name="connsiteY6" fmla="*/ 4380 h 4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622" h="43483">
                    <a:moveTo>
                      <a:pt x="61571" y="4380"/>
                    </a:moveTo>
                    <a:cubicBezTo>
                      <a:pt x="59142" y="332"/>
                      <a:pt x="53879" y="-1288"/>
                      <a:pt x="49831" y="1141"/>
                    </a:cubicBezTo>
                    <a:lnTo>
                      <a:pt x="4290" y="27454"/>
                    </a:lnTo>
                    <a:cubicBezTo>
                      <a:pt x="242" y="29883"/>
                      <a:pt x="-1175" y="35145"/>
                      <a:pt x="1051" y="39194"/>
                    </a:cubicBezTo>
                    <a:cubicBezTo>
                      <a:pt x="3480" y="43242"/>
                      <a:pt x="8743" y="44659"/>
                      <a:pt x="12791" y="42432"/>
                    </a:cubicBezTo>
                    <a:lnTo>
                      <a:pt x="58332" y="16119"/>
                    </a:lnTo>
                    <a:cubicBezTo>
                      <a:pt x="62381" y="13690"/>
                      <a:pt x="63797" y="8428"/>
                      <a:pt x="61571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50A00483-330F-657C-9DE9-36C3E0804F6C}"/>
                  </a:ext>
                </a:extLst>
              </p:cNvPr>
              <p:cNvSpPr/>
              <p:nvPr/>
            </p:nvSpPr>
            <p:spPr>
              <a:xfrm>
                <a:off x="6117463" y="7283792"/>
                <a:ext cx="62622" cy="43659"/>
              </a:xfrm>
              <a:custGeom>
                <a:avLst/>
                <a:gdLst>
                  <a:gd name="connsiteX0" fmla="*/ 12791 w 62622"/>
                  <a:gd name="connsiteY0" fmla="*/ 42475 h 43659"/>
                  <a:gd name="connsiteX1" fmla="*/ 58332 w 62622"/>
                  <a:gd name="connsiteY1" fmla="*/ 16162 h 43659"/>
                  <a:gd name="connsiteX2" fmla="*/ 61571 w 62622"/>
                  <a:gd name="connsiteY2" fmla="*/ 4423 h 43659"/>
                  <a:gd name="connsiteX3" fmla="*/ 49831 w 62622"/>
                  <a:gd name="connsiteY3" fmla="*/ 1185 h 43659"/>
                  <a:gd name="connsiteX4" fmla="*/ 4290 w 62622"/>
                  <a:gd name="connsiteY4" fmla="*/ 27497 h 43659"/>
                  <a:gd name="connsiteX5" fmla="*/ 1051 w 62622"/>
                  <a:gd name="connsiteY5" fmla="*/ 39237 h 43659"/>
                  <a:gd name="connsiteX6" fmla="*/ 12791 w 62622"/>
                  <a:gd name="connsiteY6" fmla="*/ 42475 h 43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622" h="43659">
                    <a:moveTo>
                      <a:pt x="12791" y="42475"/>
                    </a:moveTo>
                    <a:lnTo>
                      <a:pt x="58332" y="16162"/>
                    </a:lnTo>
                    <a:cubicBezTo>
                      <a:pt x="62381" y="13734"/>
                      <a:pt x="63797" y="8471"/>
                      <a:pt x="61571" y="4423"/>
                    </a:cubicBezTo>
                    <a:cubicBezTo>
                      <a:pt x="59142" y="173"/>
                      <a:pt x="53879" y="-1244"/>
                      <a:pt x="49831" y="1185"/>
                    </a:cubicBezTo>
                    <a:lnTo>
                      <a:pt x="4290" y="27497"/>
                    </a:lnTo>
                    <a:cubicBezTo>
                      <a:pt x="242" y="29926"/>
                      <a:pt x="-1175" y="35189"/>
                      <a:pt x="1051" y="39237"/>
                    </a:cubicBezTo>
                    <a:cubicBezTo>
                      <a:pt x="3278" y="43487"/>
                      <a:pt x="8540" y="44904"/>
                      <a:pt x="12791" y="4247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DEE9AD-2531-2966-D00B-BE9BAF84380A}"/>
                  </a:ext>
                </a:extLst>
              </p:cNvPr>
              <p:cNvSpPr/>
              <p:nvPr/>
            </p:nvSpPr>
            <p:spPr>
              <a:xfrm>
                <a:off x="5964280" y="7385443"/>
                <a:ext cx="39641" cy="43211"/>
              </a:xfrm>
              <a:custGeom>
                <a:avLst/>
                <a:gdLst>
                  <a:gd name="connsiteX0" fmla="*/ 38457 w 39641"/>
                  <a:gd name="connsiteY0" fmla="*/ 4380 h 43211"/>
                  <a:gd name="connsiteX1" fmla="*/ 26718 w 39641"/>
                  <a:gd name="connsiteY1" fmla="*/ 1141 h 43211"/>
                  <a:gd name="connsiteX2" fmla="*/ 4251 w 39641"/>
                  <a:gd name="connsiteY2" fmla="*/ 14095 h 43211"/>
                  <a:gd name="connsiteX3" fmla="*/ 4251 w 39641"/>
                  <a:gd name="connsiteY3" fmla="*/ 29073 h 43211"/>
                  <a:gd name="connsiteX4" fmla="*/ 26718 w 39641"/>
                  <a:gd name="connsiteY4" fmla="*/ 42027 h 43211"/>
                  <a:gd name="connsiteX5" fmla="*/ 38457 w 39641"/>
                  <a:gd name="connsiteY5" fmla="*/ 38789 h 43211"/>
                  <a:gd name="connsiteX6" fmla="*/ 35219 w 39641"/>
                  <a:gd name="connsiteY6" fmla="*/ 27049 h 43211"/>
                  <a:gd name="connsiteX7" fmla="*/ 25706 w 39641"/>
                  <a:gd name="connsiteY7" fmla="*/ 21584 h 43211"/>
                  <a:gd name="connsiteX8" fmla="*/ 35219 w 39641"/>
                  <a:gd name="connsiteY8" fmla="*/ 16119 h 43211"/>
                  <a:gd name="connsiteX9" fmla="*/ 38457 w 39641"/>
                  <a:gd name="connsiteY9" fmla="*/ 4380 h 43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641" h="43211">
                    <a:moveTo>
                      <a:pt x="38457" y="4380"/>
                    </a:moveTo>
                    <a:cubicBezTo>
                      <a:pt x="36028" y="331"/>
                      <a:pt x="30766" y="-1288"/>
                      <a:pt x="26718" y="1141"/>
                    </a:cubicBezTo>
                    <a:lnTo>
                      <a:pt x="4251" y="14095"/>
                    </a:lnTo>
                    <a:cubicBezTo>
                      <a:pt x="-1417" y="17334"/>
                      <a:pt x="-1417" y="25632"/>
                      <a:pt x="4251" y="29073"/>
                    </a:cubicBezTo>
                    <a:lnTo>
                      <a:pt x="26718" y="42027"/>
                    </a:lnTo>
                    <a:cubicBezTo>
                      <a:pt x="30766" y="44456"/>
                      <a:pt x="36231" y="43039"/>
                      <a:pt x="38457" y="38789"/>
                    </a:cubicBezTo>
                    <a:cubicBezTo>
                      <a:pt x="40886" y="34741"/>
                      <a:pt x="39469" y="29276"/>
                      <a:pt x="35219" y="27049"/>
                    </a:cubicBezTo>
                    <a:lnTo>
                      <a:pt x="25706" y="21584"/>
                    </a:lnTo>
                    <a:lnTo>
                      <a:pt x="35219" y="16119"/>
                    </a:lnTo>
                    <a:cubicBezTo>
                      <a:pt x="39267" y="13893"/>
                      <a:pt x="40684" y="8630"/>
                      <a:pt x="38457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3D53341-0064-6E2E-3DEE-4005EF6693D4}"/>
                  </a:ext>
                </a:extLst>
              </p:cNvPr>
              <p:cNvSpPr/>
              <p:nvPr/>
            </p:nvSpPr>
            <p:spPr>
              <a:xfrm>
                <a:off x="6215092" y="7544491"/>
                <a:ext cx="64912" cy="45076"/>
              </a:xfrm>
              <a:custGeom>
                <a:avLst/>
                <a:gdLst>
                  <a:gd name="connsiteX0" fmla="*/ 12924 w 64912"/>
                  <a:gd name="connsiteY0" fmla="*/ 1185 h 45076"/>
                  <a:gd name="connsiteX1" fmla="*/ 1185 w 64912"/>
                  <a:gd name="connsiteY1" fmla="*/ 4423 h 45076"/>
                  <a:gd name="connsiteX2" fmla="*/ 4423 w 64912"/>
                  <a:gd name="connsiteY2" fmla="*/ 16163 h 45076"/>
                  <a:gd name="connsiteX3" fmla="*/ 51989 w 64912"/>
                  <a:gd name="connsiteY3" fmla="*/ 43892 h 45076"/>
                  <a:gd name="connsiteX4" fmla="*/ 63728 w 64912"/>
                  <a:gd name="connsiteY4" fmla="*/ 40654 h 45076"/>
                  <a:gd name="connsiteX5" fmla="*/ 60490 w 64912"/>
                  <a:gd name="connsiteY5" fmla="*/ 28914 h 45076"/>
                  <a:gd name="connsiteX6" fmla="*/ 12924 w 64912"/>
                  <a:gd name="connsiteY6" fmla="*/ 1185 h 4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12" h="45076">
                    <a:moveTo>
                      <a:pt x="12924" y="1185"/>
                    </a:moveTo>
                    <a:cubicBezTo>
                      <a:pt x="8876" y="-1244"/>
                      <a:pt x="3613" y="172"/>
                      <a:pt x="1185" y="4423"/>
                    </a:cubicBezTo>
                    <a:cubicBezTo>
                      <a:pt x="-1244" y="8471"/>
                      <a:pt x="173" y="13936"/>
                      <a:pt x="4423" y="16163"/>
                    </a:cubicBezTo>
                    <a:lnTo>
                      <a:pt x="51989" y="43892"/>
                    </a:lnTo>
                    <a:cubicBezTo>
                      <a:pt x="56037" y="46321"/>
                      <a:pt x="61502" y="44904"/>
                      <a:pt x="63728" y="40654"/>
                    </a:cubicBezTo>
                    <a:cubicBezTo>
                      <a:pt x="66157" y="36606"/>
                      <a:pt x="64740" y="31141"/>
                      <a:pt x="60490" y="28914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DECA6522-CEF3-3C8F-18EC-4D5225770A86}"/>
                  </a:ext>
                </a:extLst>
              </p:cNvPr>
              <p:cNvSpPr/>
              <p:nvPr/>
            </p:nvSpPr>
            <p:spPr>
              <a:xfrm>
                <a:off x="6307187" y="7597926"/>
                <a:ext cx="64912" cy="45076"/>
              </a:xfrm>
              <a:custGeom>
                <a:avLst/>
                <a:gdLst>
                  <a:gd name="connsiteX0" fmla="*/ 12924 w 64912"/>
                  <a:gd name="connsiteY0" fmla="*/ 1185 h 45076"/>
                  <a:gd name="connsiteX1" fmla="*/ 1185 w 64912"/>
                  <a:gd name="connsiteY1" fmla="*/ 4423 h 45076"/>
                  <a:gd name="connsiteX2" fmla="*/ 4423 w 64912"/>
                  <a:gd name="connsiteY2" fmla="*/ 16163 h 45076"/>
                  <a:gd name="connsiteX3" fmla="*/ 51989 w 64912"/>
                  <a:gd name="connsiteY3" fmla="*/ 43892 h 45076"/>
                  <a:gd name="connsiteX4" fmla="*/ 63728 w 64912"/>
                  <a:gd name="connsiteY4" fmla="*/ 40654 h 45076"/>
                  <a:gd name="connsiteX5" fmla="*/ 60490 w 64912"/>
                  <a:gd name="connsiteY5" fmla="*/ 28914 h 45076"/>
                  <a:gd name="connsiteX6" fmla="*/ 12924 w 64912"/>
                  <a:gd name="connsiteY6" fmla="*/ 1185 h 4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12" h="45076">
                    <a:moveTo>
                      <a:pt x="12924" y="1185"/>
                    </a:move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3" y="13936"/>
                      <a:pt x="4423" y="16163"/>
                    </a:cubicBezTo>
                    <a:lnTo>
                      <a:pt x="51989" y="43892"/>
                    </a:lnTo>
                    <a:cubicBezTo>
                      <a:pt x="56037" y="46321"/>
                      <a:pt x="61502" y="44904"/>
                      <a:pt x="63728" y="40654"/>
                    </a:cubicBezTo>
                    <a:cubicBezTo>
                      <a:pt x="66157" y="36606"/>
                      <a:pt x="64740" y="31141"/>
                      <a:pt x="60490" y="28914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0DD8A80E-2F5B-8F7D-A28B-B40701B27B5B}"/>
                  </a:ext>
                </a:extLst>
              </p:cNvPr>
              <p:cNvSpPr/>
              <p:nvPr/>
            </p:nvSpPr>
            <p:spPr>
              <a:xfrm>
                <a:off x="6030902" y="7437418"/>
                <a:ext cx="64912" cy="45076"/>
              </a:xfrm>
              <a:custGeom>
                <a:avLst/>
                <a:gdLst>
                  <a:gd name="connsiteX0" fmla="*/ 12924 w 64912"/>
                  <a:gd name="connsiteY0" fmla="*/ 1185 h 45076"/>
                  <a:gd name="connsiteX1" fmla="*/ 1185 w 64912"/>
                  <a:gd name="connsiteY1" fmla="*/ 4423 h 45076"/>
                  <a:gd name="connsiteX2" fmla="*/ 4423 w 64912"/>
                  <a:gd name="connsiteY2" fmla="*/ 16163 h 45076"/>
                  <a:gd name="connsiteX3" fmla="*/ 51989 w 64912"/>
                  <a:gd name="connsiteY3" fmla="*/ 43892 h 45076"/>
                  <a:gd name="connsiteX4" fmla="*/ 63728 w 64912"/>
                  <a:gd name="connsiteY4" fmla="*/ 40654 h 45076"/>
                  <a:gd name="connsiteX5" fmla="*/ 60490 w 64912"/>
                  <a:gd name="connsiteY5" fmla="*/ 28914 h 45076"/>
                  <a:gd name="connsiteX6" fmla="*/ 12924 w 64912"/>
                  <a:gd name="connsiteY6" fmla="*/ 1185 h 4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12" h="45076">
                    <a:moveTo>
                      <a:pt x="12924" y="1185"/>
                    </a:move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3" y="13936"/>
                      <a:pt x="4423" y="16163"/>
                    </a:cubicBezTo>
                    <a:lnTo>
                      <a:pt x="51989" y="43892"/>
                    </a:lnTo>
                    <a:cubicBezTo>
                      <a:pt x="56037" y="46321"/>
                      <a:pt x="61502" y="44904"/>
                      <a:pt x="63728" y="40654"/>
                    </a:cubicBezTo>
                    <a:cubicBezTo>
                      <a:pt x="66157" y="36606"/>
                      <a:pt x="64740" y="31141"/>
                      <a:pt x="60490" y="28914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473193D6-9BE4-5C00-DEC2-01B46B73E251}"/>
                  </a:ext>
                </a:extLst>
              </p:cNvPr>
              <p:cNvSpPr/>
              <p:nvPr/>
            </p:nvSpPr>
            <p:spPr>
              <a:xfrm>
                <a:off x="6123199" y="7490853"/>
                <a:ext cx="64912" cy="45076"/>
              </a:xfrm>
              <a:custGeom>
                <a:avLst/>
                <a:gdLst>
                  <a:gd name="connsiteX0" fmla="*/ 12924 w 64912"/>
                  <a:gd name="connsiteY0" fmla="*/ 1185 h 45076"/>
                  <a:gd name="connsiteX1" fmla="*/ 1185 w 64912"/>
                  <a:gd name="connsiteY1" fmla="*/ 4423 h 45076"/>
                  <a:gd name="connsiteX2" fmla="*/ 4423 w 64912"/>
                  <a:gd name="connsiteY2" fmla="*/ 16163 h 45076"/>
                  <a:gd name="connsiteX3" fmla="*/ 51989 w 64912"/>
                  <a:gd name="connsiteY3" fmla="*/ 43892 h 45076"/>
                  <a:gd name="connsiteX4" fmla="*/ 63728 w 64912"/>
                  <a:gd name="connsiteY4" fmla="*/ 40654 h 45076"/>
                  <a:gd name="connsiteX5" fmla="*/ 60490 w 64912"/>
                  <a:gd name="connsiteY5" fmla="*/ 28914 h 45076"/>
                  <a:gd name="connsiteX6" fmla="*/ 12924 w 64912"/>
                  <a:gd name="connsiteY6" fmla="*/ 1185 h 4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12" h="45076">
                    <a:moveTo>
                      <a:pt x="12924" y="1185"/>
                    </a:moveTo>
                    <a:cubicBezTo>
                      <a:pt x="8876" y="-1244"/>
                      <a:pt x="3613" y="172"/>
                      <a:pt x="1185" y="4423"/>
                    </a:cubicBezTo>
                    <a:cubicBezTo>
                      <a:pt x="-1244" y="8471"/>
                      <a:pt x="173" y="13936"/>
                      <a:pt x="4423" y="16163"/>
                    </a:cubicBezTo>
                    <a:lnTo>
                      <a:pt x="51989" y="43892"/>
                    </a:lnTo>
                    <a:cubicBezTo>
                      <a:pt x="56037" y="46321"/>
                      <a:pt x="61502" y="44904"/>
                      <a:pt x="63728" y="40654"/>
                    </a:cubicBezTo>
                    <a:cubicBezTo>
                      <a:pt x="66157" y="36606"/>
                      <a:pt x="64740" y="31141"/>
                      <a:pt x="60490" y="28914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4188BBF8-5420-3FBC-9948-E61C0441CC22}"/>
                  </a:ext>
                </a:extLst>
              </p:cNvPr>
              <p:cNvSpPr/>
              <p:nvPr/>
            </p:nvSpPr>
            <p:spPr>
              <a:xfrm>
                <a:off x="6399484" y="7651564"/>
                <a:ext cx="62350" cy="30331"/>
              </a:xfrm>
              <a:custGeom>
                <a:avLst/>
                <a:gdLst>
                  <a:gd name="connsiteX0" fmla="*/ 49155 w 62350"/>
                  <a:gd name="connsiteY0" fmla="*/ 1185 h 30331"/>
                  <a:gd name="connsiteX1" fmla="*/ 30938 w 62350"/>
                  <a:gd name="connsiteY1" fmla="*/ 11710 h 30331"/>
                  <a:gd name="connsiteX2" fmla="*/ 12924 w 62350"/>
                  <a:gd name="connsiteY2" fmla="*/ 1185 h 30331"/>
                  <a:gd name="connsiteX3" fmla="*/ 1185 w 62350"/>
                  <a:gd name="connsiteY3" fmla="*/ 4423 h 30331"/>
                  <a:gd name="connsiteX4" fmla="*/ 4423 w 62350"/>
                  <a:gd name="connsiteY4" fmla="*/ 16163 h 30331"/>
                  <a:gd name="connsiteX5" fmla="*/ 26890 w 62350"/>
                  <a:gd name="connsiteY5" fmla="*/ 29117 h 30331"/>
                  <a:gd name="connsiteX6" fmla="*/ 35594 w 62350"/>
                  <a:gd name="connsiteY6" fmla="*/ 29117 h 30331"/>
                  <a:gd name="connsiteX7" fmla="*/ 58061 w 62350"/>
                  <a:gd name="connsiteY7" fmla="*/ 16163 h 30331"/>
                  <a:gd name="connsiteX8" fmla="*/ 61299 w 62350"/>
                  <a:gd name="connsiteY8" fmla="*/ 4423 h 30331"/>
                  <a:gd name="connsiteX9" fmla="*/ 49155 w 62350"/>
                  <a:gd name="connsiteY9" fmla="*/ 1185 h 30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350" h="30331">
                    <a:moveTo>
                      <a:pt x="49155" y="1185"/>
                    </a:moveTo>
                    <a:lnTo>
                      <a:pt x="30938" y="11710"/>
                    </a:lnTo>
                    <a:lnTo>
                      <a:pt x="12924" y="1185"/>
                    </a:ln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3" y="13936"/>
                      <a:pt x="4423" y="16163"/>
                    </a:cubicBezTo>
                    <a:lnTo>
                      <a:pt x="26890" y="29117"/>
                    </a:lnTo>
                    <a:cubicBezTo>
                      <a:pt x="29522" y="30736"/>
                      <a:pt x="32962" y="30736"/>
                      <a:pt x="35594" y="29117"/>
                    </a:cubicBezTo>
                    <a:lnTo>
                      <a:pt x="58061" y="16163"/>
                    </a:lnTo>
                    <a:cubicBezTo>
                      <a:pt x="62109" y="13734"/>
                      <a:pt x="63526" y="8471"/>
                      <a:pt x="61299" y="4423"/>
                    </a:cubicBezTo>
                    <a:cubicBezTo>
                      <a:pt x="58465" y="172"/>
                      <a:pt x="53203" y="-1244"/>
                      <a:pt x="49155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897ECA70-5E60-A6AE-61A9-57C378E59088}"/>
                  </a:ext>
                </a:extLst>
              </p:cNvPr>
              <p:cNvSpPr/>
              <p:nvPr/>
            </p:nvSpPr>
            <p:spPr>
              <a:xfrm>
                <a:off x="6657482" y="7502593"/>
                <a:ext cx="61610" cy="42919"/>
              </a:xfrm>
              <a:custGeom>
                <a:avLst/>
                <a:gdLst>
                  <a:gd name="connsiteX0" fmla="*/ 48819 w 61610"/>
                  <a:gd name="connsiteY0" fmla="*/ 1185 h 42919"/>
                  <a:gd name="connsiteX1" fmla="*/ 4290 w 61610"/>
                  <a:gd name="connsiteY1" fmla="*/ 26890 h 42919"/>
                  <a:gd name="connsiteX2" fmla="*/ 1051 w 61610"/>
                  <a:gd name="connsiteY2" fmla="*/ 38630 h 42919"/>
                  <a:gd name="connsiteX3" fmla="*/ 12791 w 61610"/>
                  <a:gd name="connsiteY3" fmla="*/ 41868 h 42919"/>
                  <a:gd name="connsiteX4" fmla="*/ 57320 w 61610"/>
                  <a:gd name="connsiteY4" fmla="*/ 16163 h 42919"/>
                  <a:gd name="connsiteX5" fmla="*/ 60559 w 61610"/>
                  <a:gd name="connsiteY5" fmla="*/ 4423 h 42919"/>
                  <a:gd name="connsiteX6" fmla="*/ 48819 w 61610"/>
                  <a:gd name="connsiteY6" fmla="*/ 1185 h 4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610" h="42919">
                    <a:moveTo>
                      <a:pt x="48819" y="1185"/>
                    </a:moveTo>
                    <a:lnTo>
                      <a:pt x="4290" y="26890"/>
                    </a:lnTo>
                    <a:cubicBezTo>
                      <a:pt x="242" y="29319"/>
                      <a:pt x="-1175" y="34582"/>
                      <a:pt x="1051" y="38630"/>
                    </a:cubicBezTo>
                    <a:cubicBezTo>
                      <a:pt x="3480" y="42678"/>
                      <a:pt x="8743" y="44095"/>
                      <a:pt x="12791" y="41868"/>
                    </a:cubicBezTo>
                    <a:lnTo>
                      <a:pt x="57320" y="16163"/>
                    </a:lnTo>
                    <a:cubicBezTo>
                      <a:pt x="61368" y="13734"/>
                      <a:pt x="62785" y="8471"/>
                      <a:pt x="60559" y="4423"/>
                    </a:cubicBezTo>
                    <a:cubicBezTo>
                      <a:pt x="58332" y="173"/>
                      <a:pt x="53070" y="-1244"/>
                      <a:pt x="48819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F595B7E6-7CD5-C175-0E26-44CA2444161C}"/>
                  </a:ext>
                </a:extLst>
              </p:cNvPr>
              <p:cNvSpPr/>
              <p:nvPr/>
            </p:nvSpPr>
            <p:spPr>
              <a:xfrm>
                <a:off x="6743505" y="7453003"/>
                <a:ext cx="61610" cy="42919"/>
              </a:xfrm>
              <a:custGeom>
                <a:avLst/>
                <a:gdLst>
                  <a:gd name="connsiteX0" fmla="*/ 48819 w 61610"/>
                  <a:gd name="connsiteY0" fmla="*/ 1185 h 42919"/>
                  <a:gd name="connsiteX1" fmla="*/ 4290 w 61610"/>
                  <a:gd name="connsiteY1" fmla="*/ 26890 h 42919"/>
                  <a:gd name="connsiteX2" fmla="*/ 1051 w 61610"/>
                  <a:gd name="connsiteY2" fmla="*/ 38630 h 42919"/>
                  <a:gd name="connsiteX3" fmla="*/ 12791 w 61610"/>
                  <a:gd name="connsiteY3" fmla="*/ 41868 h 42919"/>
                  <a:gd name="connsiteX4" fmla="*/ 57320 w 61610"/>
                  <a:gd name="connsiteY4" fmla="*/ 16163 h 42919"/>
                  <a:gd name="connsiteX5" fmla="*/ 60559 w 61610"/>
                  <a:gd name="connsiteY5" fmla="*/ 4423 h 42919"/>
                  <a:gd name="connsiteX6" fmla="*/ 48819 w 61610"/>
                  <a:gd name="connsiteY6" fmla="*/ 1185 h 4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610" h="42919">
                    <a:moveTo>
                      <a:pt x="48819" y="1185"/>
                    </a:moveTo>
                    <a:lnTo>
                      <a:pt x="4290" y="26890"/>
                    </a:lnTo>
                    <a:cubicBezTo>
                      <a:pt x="242" y="29319"/>
                      <a:pt x="-1175" y="34582"/>
                      <a:pt x="1051" y="38630"/>
                    </a:cubicBezTo>
                    <a:cubicBezTo>
                      <a:pt x="3480" y="42678"/>
                      <a:pt x="8743" y="44095"/>
                      <a:pt x="12791" y="41868"/>
                    </a:cubicBezTo>
                    <a:lnTo>
                      <a:pt x="57320" y="16163"/>
                    </a:lnTo>
                    <a:cubicBezTo>
                      <a:pt x="61368" y="13734"/>
                      <a:pt x="62785" y="8471"/>
                      <a:pt x="60559" y="4423"/>
                    </a:cubicBezTo>
                    <a:cubicBezTo>
                      <a:pt x="58332" y="173"/>
                      <a:pt x="52867" y="-1244"/>
                      <a:pt x="48819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E1DB9854-05E6-18C5-FF04-E39229B93B83}"/>
                  </a:ext>
                </a:extLst>
              </p:cNvPr>
              <p:cNvSpPr/>
              <p:nvPr/>
            </p:nvSpPr>
            <p:spPr>
              <a:xfrm>
                <a:off x="6571662" y="7552182"/>
                <a:ext cx="61610" cy="42919"/>
              </a:xfrm>
              <a:custGeom>
                <a:avLst/>
                <a:gdLst>
                  <a:gd name="connsiteX0" fmla="*/ 48819 w 61610"/>
                  <a:gd name="connsiteY0" fmla="*/ 1185 h 42919"/>
                  <a:gd name="connsiteX1" fmla="*/ 4290 w 61610"/>
                  <a:gd name="connsiteY1" fmla="*/ 26890 h 42919"/>
                  <a:gd name="connsiteX2" fmla="*/ 1051 w 61610"/>
                  <a:gd name="connsiteY2" fmla="*/ 38630 h 42919"/>
                  <a:gd name="connsiteX3" fmla="*/ 12791 w 61610"/>
                  <a:gd name="connsiteY3" fmla="*/ 41868 h 42919"/>
                  <a:gd name="connsiteX4" fmla="*/ 57320 w 61610"/>
                  <a:gd name="connsiteY4" fmla="*/ 16163 h 42919"/>
                  <a:gd name="connsiteX5" fmla="*/ 60559 w 61610"/>
                  <a:gd name="connsiteY5" fmla="*/ 4423 h 42919"/>
                  <a:gd name="connsiteX6" fmla="*/ 48819 w 61610"/>
                  <a:gd name="connsiteY6" fmla="*/ 1185 h 4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610" h="42919">
                    <a:moveTo>
                      <a:pt x="48819" y="1185"/>
                    </a:moveTo>
                    <a:lnTo>
                      <a:pt x="4290" y="26890"/>
                    </a:lnTo>
                    <a:cubicBezTo>
                      <a:pt x="242" y="29319"/>
                      <a:pt x="-1175" y="34582"/>
                      <a:pt x="1051" y="38630"/>
                    </a:cubicBezTo>
                    <a:cubicBezTo>
                      <a:pt x="3480" y="42678"/>
                      <a:pt x="8743" y="44095"/>
                      <a:pt x="12791" y="41868"/>
                    </a:cubicBezTo>
                    <a:lnTo>
                      <a:pt x="57320" y="16163"/>
                    </a:lnTo>
                    <a:cubicBezTo>
                      <a:pt x="61368" y="13734"/>
                      <a:pt x="62785" y="8471"/>
                      <a:pt x="60559" y="4423"/>
                    </a:cubicBezTo>
                    <a:cubicBezTo>
                      <a:pt x="58130" y="173"/>
                      <a:pt x="52867" y="-1244"/>
                      <a:pt x="48819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F1B2DD5-F8C7-06B3-9BD2-1F0A4729575E}"/>
                  </a:ext>
                </a:extLst>
              </p:cNvPr>
              <p:cNvSpPr/>
              <p:nvPr/>
            </p:nvSpPr>
            <p:spPr>
              <a:xfrm>
                <a:off x="6485640" y="7601974"/>
                <a:ext cx="61610" cy="42919"/>
              </a:xfrm>
              <a:custGeom>
                <a:avLst/>
                <a:gdLst>
                  <a:gd name="connsiteX0" fmla="*/ 48819 w 61610"/>
                  <a:gd name="connsiteY0" fmla="*/ 1185 h 42919"/>
                  <a:gd name="connsiteX1" fmla="*/ 4290 w 61610"/>
                  <a:gd name="connsiteY1" fmla="*/ 26890 h 42919"/>
                  <a:gd name="connsiteX2" fmla="*/ 1051 w 61610"/>
                  <a:gd name="connsiteY2" fmla="*/ 38630 h 42919"/>
                  <a:gd name="connsiteX3" fmla="*/ 12791 w 61610"/>
                  <a:gd name="connsiteY3" fmla="*/ 41868 h 42919"/>
                  <a:gd name="connsiteX4" fmla="*/ 57320 w 61610"/>
                  <a:gd name="connsiteY4" fmla="*/ 16163 h 42919"/>
                  <a:gd name="connsiteX5" fmla="*/ 60559 w 61610"/>
                  <a:gd name="connsiteY5" fmla="*/ 4423 h 42919"/>
                  <a:gd name="connsiteX6" fmla="*/ 48819 w 61610"/>
                  <a:gd name="connsiteY6" fmla="*/ 1185 h 42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610" h="42919">
                    <a:moveTo>
                      <a:pt x="48819" y="1185"/>
                    </a:moveTo>
                    <a:lnTo>
                      <a:pt x="4290" y="26890"/>
                    </a:lnTo>
                    <a:cubicBezTo>
                      <a:pt x="242" y="29319"/>
                      <a:pt x="-1175" y="34582"/>
                      <a:pt x="1051" y="38630"/>
                    </a:cubicBezTo>
                    <a:cubicBezTo>
                      <a:pt x="3480" y="42678"/>
                      <a:pt x="8743" y="44095"/>
                      <a:pt x="12791" y="41868"/>
                    </a:cubicBezTo>
                    <a:lnTo>
                      <a:pt x="57320" y="16163"/>
                    </a:lnTo>
                    <a:cubicBezTo>
                      <a:pt x="61368" y="13734"/>
                      <a:pt x="62785" y="8471"/>
                      <a:pt x="60559" y="4423"/>
                    </a:cubicBezTo>
                    <a:cubicBezTo>
                      <a:pt x="58332" y="172"/>
                      <a:pt x="53070" y="-1244"/>
                      <a:pt x="48819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C1045CD4-59CD-7D6F-7036-EC309886F699}"/>
                  </a:ext>
                </a:extLst>
              </p:cNvPr>
              <p:cNvSpPr/>
              <p:nvPr/>
            </p:nvSpPr>
            <p:spPr>
              <a:xfrm>
                <a:off x="6829528" y="7403255"/>
                <a:ext cx="61610" cy="42876"/>
              </a:xfrm>
              <a:custGeom>
                <a:avLst/>
                <a:gdLst>
                  <a:gd name="connsiteX0" fmla="*/ 48819 w 61610"/>
                  <a:gd name="connsiteY0" fmla="*/ 1141 h 42876"/>
                  <a:gd name="connsiteX1" fmla="*/ 4290 w 61610"/>
                  <a:gd name="connsiteY1" fmla="*/ 26847 h 42876"/>
                  <a:gd name="connsiteX2" fmla="*/ 1051 w 61610"/>
                  <a:gd name="connsiteY2" fmla="*/ 38586 h 42876"/>
                  <a:gd name="connsiteX3" fmla="*/ 12791 w 61610"/>
                  <a:gd name="connsiteY3" fmla="*/ 41825 h 42876"/>
                  <a:gd name="connsiteX4" fmla="*/ 57320 w 61610"/>
                  <a:gd name="connsiteY4" fmla="*/ 16119 h 42876"/>
                  <a:gd name="connsiteX5" fmla="*/ 60559 w 61610"/>
                  <a:gd name="connsiteY5" fmla="*/ 4380 h 42876"/>
                  <a:gd name="connsiteX6" fmla="*/ 48819 w 61610"/>
                  <a:gd name="connsiteY6" fmla="*/ 1141 h 42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610" h="42876">
                    <a:moveTo>
                      <a:pt x="48819" y="1141"/>
                    </a:moveTo>
                    <a:lnTo>
                      <a:pt x="4290" y="26847"/>
                    </a:lnTo>
                    <a:cubicBezTo>
                      <a:pt x="242" y="29276"/>
                      <a:pt x="-1175" y="34538"/>
                      <a:pt x="1051" y="38586"/>
                    </a:cubicBezTo>
                    <a:cubicBezTo>
                      <a:pt x="3480" y="42635"/>
                      <a:pt x="8743" y="44051"/>
                      <a:pt x="12791" y="41825"/>
                    </a:cubicBezTo>
                    <a:lnTo>
                      <a:pt x="57320" y="16119"/>
                    </a:lnTo>
                    <a:cubicBezTo>
                      <a:pt x="61368" y="13690"/>
                      <a:pt x="62785" y="8428"/>
                      <a:pt x="60559" y="4380"/>
                    </a:cubicBezTo>
                    <a:cubicBezTo>
                      <a:pt x="58130" y="332"/>
                      <a:pt x="52867" y="-1288"/>
                      <a:pt x="48819" y="114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4F0945BD-2076-5108-0F42-2A3983BC35DC}"/>
                  </a:ext>
                </a:extLst>
              </p:cNvPr>
              <p:cNvSpPr/>
              <p:nvPr/>
            </p:nvSpPr>
            <p:spPr>
              <a:xfrm>
                <a:off x="7640404" y="5140292"/>
                <a:ext cx="1368673" cy="1873774"/>
              </a:xfrm>
              <a:custGeom>
                <a:avLst/>
                <a:gdLst>
                  <a:gd name="connsiteX0" fmla="*/ 1304713 w 1368673"/>
                  <a:gd name="connsiteY0" fmla="*/ 1040558 h 1873774"/>
                  <a:gd name="connsiteX1" fmla="*/ 1294998 w 1368673"/>
                  <a:gd name="connsiteY1" fmla="*/ 1035093 h 1873774"/>
                  <a:gd name="connsiteX2" fmla="*/ 1321108 w 1368673"/>
                  <a:gd name="connsiteY2" fmla="*/ 938748 h 1873774"/>
                  <a:gd name="connsiteX3" fmla="*/ 1197843 w 1368673"/>
                  <a:gd name="connsiteY3" fmla="*/ 662058 h 1873774"/>
                  <a:gd name="connsiteX4" fmla="*/ 1197235 w 1368673"/>
                  <a:gd name="connsiteY4" fmla="*/ 464915 h 1873774"/>
                  <a:gd name="connsiteX5" fmla="*/ 956574 w 1368673"/>
                  <a:gd name="connsiteY5" fmla="*/ 60709 h 1873774"/>
                  <a:gd name="connsiteX6" fmla="*/ 951110 w 1368673"/>
                  <a:gd name="connsiteY6" fmla="*/ 31968 h 1873774"/>
                  <a:gd name="connsiteX7" fmla="*/ 923380 w 1368673"/>
                  <a:gd name="connsiteY7" fmla="*/ 5453 h 1873774"/>
                  <a:gd name="connsiteX8" fmla="*/ 576253 w 1368673"/>
                  <a:gd name="connsiteY8" fmla="*/ 84189 h 1873774"/>
                  <a:gd name="connsiteX9" fmla="*/ 573015 w 1368673"/>
                  <a:gd name="connsiteY9" fmla="*/ 95928 h 1873774"/>
                  <a:gd name="connsiteX10" fmla="*/ 584754 w 1368673"/>
                  <a:gd name="connsiteY10" fmla="*/ 99167 h 1873774"/>
                  <a:gd name="connsiteX11" fmla="*/ 920344 w 1368673"/>
                  <a:gd name="connsiteY11" fmla="*/ 22657 h 1873774"/>
                  <a:gd name="connsiteX12" fmla="*/ 934917 w 1368673"/>
                  <a:gd name="connsiteY12" fmla="*/ 38242 h 1873774"/>
                  <a:gd name="connsiteX13" fmla="*/ 912248 w 1368673"/>
                  <a:gd name="connsiteY13" fmla="*/ 175676 h 1873774"/>
                  <a:gd name="connsiteX14" fmla="*/ 893424 w 1368673"/>
                  <a:gd name="connsiteY14" fmla="*/ 185796 h 1873774"/>
                  <a:gd name="connsiteX15" fmla="*/ 667538 w 1368673"/>
                  <a:gd name="connsiteY15" fmla="*/ 242673 h 1873774"/>
                  <a:gd name="connsiteX16" fmla="*/ 281347 w 1368673"/>
                  <a:gd name="connsiteY16" fmla="*/ 698087 h 1873774"/>
                  <a:gd name="connsiteX17" fmla="*/ 144116 w 1368673"/>
                  <a:gd name="connsiteY17" fmla="*/ 661046 h 1873774"/>
                  <a:gd name="connsiteX18" fmla="*/ 132781 w 1368673"/>
                  <a:gd name="connsiteY18" fmla="*/ 630685 h 1873774"/>
                  <a:gd name="connsiteX19" fmla="*/ 516341 w 1368673"/>
                  <a:gd name="connsiteY19" fmla="*/ 143696 h 1873774"/>
                  <a:gd name="connsiteX20" fmla="*/ 518365 w 1368673"/>
                  <a:gd name="connsiteY20" fmla="*/ 131552 h 1873774"/>
                  <a:gd name="connsiteX21" fmla="*/ 506220 w 1368673"/>
                  <a:gd name="connsiteY21" fmla="*/ 129528 h 1873774"/>
                  <a:gd name="connsiteX22" fmla="*/ 117196 w 1368673"/>
                  <a:gd name="connsiteY22" fmla="*/ 623399 h 1873774"/>
                  <a:gd name="connsiteX23" fmla="*/ 131769 w 1368673"/>
                  <a:gd name="connsiteY23" fmla="*/ 672786 h 1873774"/>
                  <a:gd name="connsiteX24" fmla="*/ 140877 w 1368673"/>
                  <a:gd name="connsiteY24" fmla="*/ 681287 h 1873774"/>
                  <a:gd name="connsiteX25" fmla="*/ 58903 w 1368673"/>
                  <a:gd name="connsiteY25" fmla="*/ 1059787 h 1873774"/>
                  <a:gd name="connsiteX26" fmla="*/ 59105 w 1368673"/>
                  <a:gd name="connsiteY26" fmla="*/ 1136094 h 1873774"/>
                  <a:gd name="connsiteX27" fmla="*/ 2432 w 1368673"/>
                  <a:gd name="connsiteY27" fmla="*/ 1260978 h 1873774"/>
                  <a:gd name="connsiteX28" fmla="*/ 5872 w 1368673"/>
                  <a:gd name="connsiteY28" fmla="*/ 1303889 h 1873774"/>
                  <a:gd name="connsiteX29" fmla="*/ 2 w 1368673"/>
                  <a:gd name="connsiteY29" fmla="*/ 1342548 h 1873774"/>
                  <a:gd name="connsiteX30" fmla="*/ 121244 w 1368673"/>
                  <a:gd name="connsiteY30" fmla="*/ 1552443 h 1873774"/>
                  <a:gd name="connsiteX31" fmla="*/ 158891 w 1368673"/>
                  <a:gd name="connsiteY31" fmla="*/ 1567017 h 1873774"/>
                  <a:gd name="connsiteX32" fmla="*/ 241068 w 1368673"/>
                  <a:gd name="connsiteY32" fmla="*/ 1611141 h 1873774"/>
                  <a:gd name="connsiteX33" fmla="*/ 351177 w 1368673"/>
                  <a:gd name="connsiteY33" fmla="*/ 1811119 h 1873774"/>
                  <a:gd name="connsiteX34" fmla="*/ 864480 w 1368673"/>
                  <a:gd name="connsiteY34" fmla="*/ 1816584 h 1873774"/>
                  <a:gd name="connsiteX35" fmla="*/ 864682 w 1368673"/>
                  <a:gd name="connsiteY35" fmla="*/ 1816584 h 1873774"/>
                  <a:gd name="connsiteX36" fmla="*/ 868528 w 1368673"/>
                  <a:gd name="connsiteY36" fmla="*/ 1814560 h 1873774"/>
                  <a:gd name="connsiteX37" fmla="*/ 983090 w 1368673"/>
                  <a:gd name="connsiteY37" fmla="*/ 1683805 h 1873774"/>
                  <a:gd name="connsiteX38" fmla="*/ 986935 w 1368673"/>
                  <a:gd name="connsiteY38" fmla="*/ 1653040 h 1873774"/>
                  <a:gd name="connsiteX39" fmla="*/ 979042 w 1368673"/>
                  <a:gd name="connsiteY39" fmla="*/ 1480589 h 1873774"/>
                  <a:gd name="connsiteX40" fmla="*/ 1056563 w 1368673"/>
                  <a:gd name="connsiteY40" fmla="*/ 1399627 h 1873774"/>
                  <a:gd name="connsiteX41" fmla="*/ 1082269 w 1368673"/>
                  <a:gd name="connsiteY41" fmla="*/ 1384649 h 1873774"/>
                  <a:gd name="connsiteX42" fmla="*/ 1117083 w 1368673"/>
                  <a:gd name="connsiteY42" fmla="*/ 1329797 h 1873774"/>
                  <a:gd name="connsiteX43" fmla="*/ 1306130 w 1368673"/>
                  <a:gd name="connsiteY43" fmla="*/ 1220295 h 1873774"/>
                  <a:gd name="connsiteX44" fmla="*/ 1368674 w 1368673"/>
                  <a:gd name="connsiteY44" fmla="*/ 1130426 h 1873774"/>
                  <a:gd name="connsiteX45" fmla="*/ 1304713 w 1368673"/>
                  <a:gd name="connsiteY45" fmla="*/ 1040558 h 1873774"/>
                  <a:gd name="connsiteX46" fmla="*/ 1269495 w 1368673"/>
                  <a:gd name="connsiteY46" fmla="*/ 1130831 h 1873774"/>
                  <a:gd name="connsiteX47" fmla="*/ 1238931 w 1368673"/>
                  <a:gd name="connsiteY47" fmla="*/ 1171717 h 1873774"/>
                  <a:gd name="connsiteX48" fmla="*/ 1147241 w 1368673"/>
                  <a:gd name="connsiteY48" fmla="*/ 1224950 h 1873774"/>
                  <a:gd name="connsiteX49" fmla="*/ 1170316 w 1368673"/>
                  <a:gd name="connsiteY49" fmla="*/ 1116461 h 1873774"/>
                  <a:gd name="connsiteX50" fmla="*/ 1188532 w 1368673"/>
                  <a:gd name="connsiteY50" fmla="*/ 1108769 h 1873774"/>
                  <a:gd name="connsiteX51" fmla="*/ 1188532 w 1368673"/>
                  <a:gd name="connsiteY51" fmla="*/ 1108769 h 1873774"/>
                  <a:gd name="connsiteX52" fmla="*/ 1230632 w 1368673"/>
                  <a:gd name="connsiteY52" fmla="*/ 1084480 h 1873774"/>
                  <a:gd name="connsiteX53" fmla="*/ 1269495 w 1368673"/>
                  <a:gd name="connsiteY53" fmla="*/ 1130831 h 1873774"/>
                  <a:gd name="connsiteX54" fmla="*/ 1010617 w 1368673"/>
                  <a:gd name="connsiteY54" fmla="*/ 1262395 h 1873774"/>
                  <a:gd name="connsiteX55" fmla="*/ 934310 w 1368673"/>
                  <a:gd name="connsiteY55" fmla="*/ 1306925 h 1873774"/>
                  <a:gd name="connsiteX56" fmla="*/ 900305 w 1368673"/>
                  <a:gd name="connsiteY56" fmla="*/ 1379993 h 1873774"/>
                  <a:gd name="connsiteX57" fmla="*/ 828249 w 1368673"/>
                  <a:gd name="connsiteY57" fmla="*/ 1398615 h 1873774"/>
                  <a:gd name="connsiteX58" fmla="*/ 879863 w 1368673"/>
                  <a:gd name="connsiteY58" fmla="*/ 1162204 h 1873774"/>
                  <a:gd name="connsiteX59" fmla="*/ 871968 w 1368673"/>
                  <a:gd name="connsiteY59" fmla="*/ 1152894 h 1873774"/>
                  <a:gd name="connsiteX60" fmla="*/ 862658 w 1368673"/>
                  <a:gd name="connsiteY60" fmla="*/ 1160787 h 1873774"/>
                  <a:gd name="connsiteX61" fmla="*/ 809020 w 1368673"/>
                  <a:gd name="connsiteY61" fmla="*/ 1402258 h 1873774"/>
                  <a:gd name="connsiteX62" fmla="*/ 501160 w 1368673"/>
                  <a:gd name="connsiteY62" fmla="*/ 1415010 h 1873774"/>
                  <a:gd name="connsiteX63" fmla="*/ 363929 w 1368673"/>
                  <a:gd name="connsiteY63" fmla="*/ 1146012 h 1873774"/>
                  <a:gd name="connsiteX64" fmla="*/ 362512 w 1368673"/>
                  <a:gd name="connsiteY64" fmla="*/ 1129010 h 1873774"/>
                  <a:gd name="connsiteX65" fmla="*/ 562085 w 1368673"/>
                  <a:gd name="connsiteY65" fmla="*/ 1154918 h 1873774"/>
                  <a:gd name="connsiteX66" fmla="*/ 604995 w 1368673"/>
                  <a:gd name="connsiteY66" fmla="*/ 1201066 h 1873774"/>
                  <a:gd name="connsiteX67" fmla="*/ 604995 w 1368673"/>
                  <a:gd name="connsiteY67" fmla="*/ 1386673 h 1873774"/>
                  <a:gd name="connsiteX68" fmla="*/ 613698 w 1368673"/>
                  <a:gd name="connsiteY68" fmla="*/ 1395376 h 1873774"/>
                  <a:gd name="connsiteX69" fmla="*/ 622401 w 1368673"/>
                  <a:gd name="connsiteY69" fmla="*/ 1386673 h 1873774"/>
                  <a:gd name="connsiteX70" fmla="*/ 622401 w 1368673"/>
                  <a:gd name="connsiteY70" fmla="*/ 1201674 h 1873774"/>
                  <a:gd name="connsiteX71" fmla="*/ 669967 w 1368673"/>
                  <a:gd name="connsiteY71" fmla="*/ 1154715 h 1873774"/>
                  <a:gd name="connsiteX72" fmla="*/ 1151289 w 1368673"/>
                  <a:gd name="connsiteY72" fmla="*/ 987123 h 1873774"/>
                  <a:gd name="connsiteX73" fmla="*/ 1151896 w 1368673"/>
                  <a:gd name="connsiteY73" fmla="*/ 991171 h 1873774"/>
                  <a:gd name="connsiteX74" fmla="*/ 1124774 w 1368673"/>
                  <a:gd name="connsiteY74" fmla="*/ 1238309 h 1873774"/>
                  <a:gd name="connsiteX75" fmla="*/ 1082269 w 1368673"/>
                  <a:gd name="connsiteY75" fmla="*/ 1263003 h 1873774"/>
                  <a:gd name="connsiteX76" fmla="*/ 1010617 w 1368673"/>
                  <a:gd name="connsiteY76" fmla="*/ 1262395 h 1873774"/>
                  <a:gd name="connsiteX77" fmla="*/ 389432 w 1368673"/>
                  <a:gd name="connsiteY77" fmla="*/ 1432821 h 1873774"/>
                  <a:gd name="connsiteX78" fmla="*/ 167797 w 1368673"/>
                  <a:gd name="connsiteY78" fmla="*/ 1130224 h 1873774"/>
                  <a:gd name="connsiteX79" fmla="*/ 167595 w 1368673"/>
                  <a:gd name="connsiteY79" fmla="*/ 1096827 h 1873774"/>
                  <a:gd name="connsiteX80" fmla="*/ 332151 w 1368673"/>
                  <a:gd name="connsiteY80" fmla="*/ 1168681 h 1873774"/>
                  <a:gd name="connsiteX81" fmla="*/ 447523 w 1368673"/>
                  <a:gd name="connsiteY81" fmla="*/ 1399829 h 1873774"/>
                  <a:gd name="connsiteX82" fmla="*/ 399755 w 1368673"/>
                  <a:gd name="connsiteY82" fmla="*/ 1545157 h 1873774"/>
                  <a:gd name="connsiteX83" fmla="*/ 374656 w 1368673"/>
                  <a:gd name="connsiteY83" fmla="*/ 1559730 h 1873774"/>
                  <a:gd name="connsiteX84" fmla="*/ 389432 w 1368673"/>
                  <a:gd name="connsiteY84" fmla="*/ 1432821 h 1873774"/>
                  <a:gd name="connsiteX85" fmla="*/ 244104 w 1368673"/>
                  <a:gd name="connsiteY85" fmla="*/ 1522487 h 1873774"/>
                  <a:gd name="connsiteX86" fmla="*/ 250177 w 1368673"/>
                  <a:gd name="connsiteY86" fmla="*/ 1454276 h 1873774"/>
                  <a:gd name="connsiteX87" fmla="*/ 167999 w 1368673"/>
                  <a:gd name="connsiteY87" fmla="*/ 1296602 h 1873774"/>
                  <a:gd name="connsiteX88" fmla="*/ 167999 w 1368673"/>
                  <a:gd name="connsiteY88" fmla="*/ 1255716 h 1873774"/>
                  <a:gd name="connsiteX89" fmla="*/ 168607 w 1368673"/>
                  <a:gd name="connsiteY89" fmla="*/ 1255918 h 1873774"/>
                  <a:gd name="connsiteX90" fmla="*/ 281145 w 1368673"/>
                  <a:gd name="connsiteY90" fmla="*/ 1450431 h 1873774"/>
                  <a:gd name="connsiteX91" fmla="*/ 251189 w 1368673"/>
                  <a:gd name="connsiteY91" fmla="*/ 1518439 h 1873774"/>
                  <a:gd name="connsiteX92" fmla="*/ 244104 w 1368673"/>
                  <a:gd name="connsiteY92" fmla="*/ 1522487 h 1873774"/>
                  <a:gd name="connsiteX93" fmla="*/ 332556 w 1368673"/>
                  <a:gd name="connsiteY93" fmla="*/ 1121521 h 1873774"/>
                  <a:gd name="connsiteX94" fmla="*/ 344700 w 1368673"/>
                  <a:gd name="connsiteY94" fmla="*/ 1124557 h 1873774"/>
                  <a:gd name="connsiteX95" fmla="*/ 345308 w 1368673"/>
                  <a:gd name="connsiteY95" fmla="*/ 1130831 h 1873774"/>
                  <a:gd name="connsiteX96" fmla="*/ 332556 w 1368673"/>
                  <a:gd name="connsiteY96" fmla="*/ 1121521 h 1873774"/>
                  <a:gd name="connsiteX97" fmla="*/ 470395 w 1368673"/>
                  <a:gd name="connsiteY97" fmla="*/ 1532810 h 1873774"/>
                  <a:gd name="connsiteX98" fmla="*/ 535367 w 1368673"/>
                  <a:gd name="connsiteY98" fmla="*/ 1593330 h 1873774"/>
                  <a:gd name="connsiteX99" fmla="*/ 417971 w 1368673"/>
                  <a:gd name="connsiteY99" fmla="*/ 1562564 h 1873774"/>
                  <a:gd name="connsiteX100" fmla="*/ 470395 w 1368673"/>
                  <a:gd name="connsiteY100" fmla="*/ 1532810 h 1873774"/>
                  <a:gd name="connsiteX101" fmla="*/ 481122 w 1368673"/>
                  <a:gd name="connsiteY101" fmla="*/ 1518237 h 1873774"/>
                  <a:gd name="connsiteX102" fmla="*/ 501970 w 1368673"/>
                  <a:gd name="connsiteY102" fmla="*/ 1433024 h 1873774"/>
                  <a:gd name="connsiteX103" fmla="*/ 501970 w 1368673"/>
                  <a:gd name="connsiteY103" fmla="*/ 1432417 h 1873774"/>
                  <a:gd name="connsiteX104" fmla="*/ 801531 w 1368673"/>
                  <a:gd name="connsiteY104" fmla="*/ 1421284 h 1873774"/>
                  <a:gd name="connsiteX105" fmla="*/ 481122 w 1368673"/>
                  <a:gd name="connsiteY105" fmla="*/ 1518237 h 1873774"/>
                  <a:gd name="connsiteX106" fmla="*/ 360083 w 1368673"/>
                  <a:gd name="connsiteY106" fmla="*/ 1056953 h 1873774"/>
                  <a:gd name="connsiteX107" fmla="*/ 604995 w 1368673"/>
                  <a:gd name="connsiteY107" fmla="*/ 515719 h 1873774"/>
                  <a:gd name="connsiteX108" fmla="*/ 604995 w 1368673"/>
                  <a:gd name="connsiteY108" fmla="*/ 783907 h 1873774"/>
                  <a:gd name="connsiteX109" fmla="*/ 425258 w 1368673"/>
                  <a:gd name="connsiteY109" fmla="*/ 766905 h 1873774"/>
                  <a:gd name="connsiteX110" fmla="*/ 415138 w 1368673"/>
                  <a:gd name="connsiteY110" fmla="*/ 773787 h 1873774"/>
                  <a:gd name="connsiteX111" fmla="*/ 422019 w 1368673"/>
                  <a:gd name="connsiteY111" fmla="*/ 783907 h 1873774"/>
                  <a:gd name="connsiteX112" fmla="*/ 604995 w 1368673"/>
                  <a:gd name="connsiteY112" fmla="*/ 801314 h 1873774"/>
                  <a:gd name="connsiteX113" fmla="*/ 604995 w 1368673"/>
                  <a:gd name="connsiteY113" fmla="*/ 1093993 h 1873774"/>
                  <a:gd name="connsiteX114" fmla="*/ 562490 w 1368673"/>
                  <a:gd name="connsiteY114" fmla="*/ 1137511 h 1873774"/>
                  <a:gd name="connsiteX115" fmla="*/ 361703 w 1368673"/>
                  <a:gd name="connsiteY115" fmla="*/ 1110793 h 1873774"/>
                  <a:gd name="connsiteX116" fmla="*/ 360083 w 1368673"/>
                  <a:gd name="connsiteY116" fmla="*/ 1056953 h 1873774"/>
                  <a:gd name="connsiteX117" fmla="*/ 1229823 w 1368673"/>
                  <a:gd name="connsiteY117" fmla="*/ 981860 h 1873774"/>
                  <a:gd name="connsiteX118" fmla="*/ 1172137 w 1368673"/>
                  <a:gd name="connsiteY118" fmla="*/ 1097637 h 1873774"/>
                  <a:gd name="connsiteX119" fmla="*/ 1172542 w 1368673"/>
                  <a:gd name="connsiteY119" fmla="*/ 1032462 h 1873774"/>
                  <a:gd name="connsiteX120" fmla="*/ 1190354 w 1368673"/>
                  <a:gd name="connsiteY120" fmla="*/ 966477 h 1873774"/>
                  <a:gd name="connsiteX121" fmla="*/ 1062635 w 1368673"/>
                  <a:gd name="connsiteY121" fmla="*/ 723387 h 1873774"/>
                  <a:gd name="connsiteX122" fmla="*/ 993008 w 1368673"/>
                  <a:gd name="connsiteY122" fmla="*/ 645664 h 1873774"/>
                  <a:gd name="connsiteX123" fmla="*/ 1229823 w 1368673"/>
                  <a:gd name="connsiteY123" fmla="*/ 981860 h 1873774"/>
                  <a:gd name="connsiteX124" fmla="*/ 669562 w 1368673"/>
                  <a:gd name="connsiteY124" fmla="*/ 1137106 h 1873774"/>
                  <a:gd name="connsiteX125" fmla="*/ 622199 w 1368673"/>
                  <a:gd name="connsiteY125" fmla="*/ 1093386 h 1873774"/>
                  <a:gd name="connsiteX126" fmla="*/ 622199 w 1368673"/>
                  <a:gd name="connsiteY126" fmla="*/ 801112 h 1873774"/>
                  <a:gd name="connsiteX127" fmla="*/ 787160 w 1368673"/>
                  <a:gd name="connsiteY127" fmla="*/ 785526 h 1873774"/>
                  <a:gd name="connsiteX128" fmla="*/ 841000 w 1368673"/>
                  <a:gd name="connsiteY128" fmla="*/ 832080 h 1873774"/>
                  <a:gd name="connsiteX129" fmla="*/ 844239 w 1368673"/>
                  <a:gd name="connsiteY129" fmla="*/ 831675 h 1873774"/>
                  <a:gd name="connsiteX130" fmla="*/ 867516 w 1368673"/>
                  <a:gd name="connsiteY130" fmla="*/ 1051691 h 1873774"/>
                  <a:gd name="connsiteX131" fmla="*/ 876219 w 1368673"/>
                  <a:gd name="connsiteY131" fmla="*/ 1060394 h 1873774"/>
                  <a:gd name="connsiteX132" fmla="*/ 884923 w 1368673"/>
                  <a:gd name="connsiteY132" fmla="*/ 1051691 h 1873774"/>
                  <a:gd name="connsiteX133" fmla="*/ 861241 w 1368673"/>
                  <a:gd name="connsiteY133" fmla="*/ 828032 h 1873774"/>
                  <a:gd name="connsiteX134" fmla="*/ 895650 w 1368673"/>
                  <a:gd name="connsiteY134" fmla="*/ 777430 h 1873774"/>
                  <a:gd name="connsiteX135" fmla="*/ 892209 w 1368673"/>
                  <a:gd name="connsiteY135" fmla="*/ 759011 h 1873774"/>
                  <a:gd name="connsiteX136" fmla="*/ 1021142 w 1368673"/>
                  <a:gd name="connsiteY136" fmla="*/ 700516 h 1873774"/>
                  <a:gd name="connsiteX137" fmla="*/ 1147848 w 1368673"/>
                  <a:gd name="connsiteY137" fmla="*/ 965465 h 1873774"/>
                  <a:gd name="connsiteX138" fmla="*/ 669562 w 1368673"/>
                  <a:gd name="connsiteY138" fmla="*/ 1137106 h 1873774"/>
                  <a:gd name="connsiteX139" fmla="*/ 615925 w 1368673"/>
                  <a:gd name="connsiteY139" fmla="*/ 1184671 h 1873774"/>
                  <a:gd name="connsiteX140" fmla="*/ 578682 w 1368673"/>
                  <a:gd name="connsiteY140" fmla="*/ 1147429 h 1873774"/>
                  <a:gd name="connsiteX141" fmla="*/ 615925 w 1368673"/>
                  <a:gd name="connsiteY141" fmla="*/ 1110186 h 1873774"/>
                  <a:gd name="connsiteX142" fmla="*/ 653168 w 1368673"/>
                  <a:gd name="connsiteY142" fmla="*/ 1147429 h 1873774"/>
                  <a:gd name="connsiteX143" fmla="*/ 615925 w 1368673"/>
                  <a:gd name="connsiteY143" fmla="*/ 1184671 h 1873774"/>
                  <a:gd name="connsiteX144" fmla="*/ 878243 w 1368673"/>
                  <a:gd name="connsiteY144" fmla="*/ 777632 h 1873774"/>
                  <a:gd name="connsiteX145" fmla="*/ 841000 w 1368673"/>
                  <a:gd name="connsiteY145" fmla="*/ 814875 h 1873774"/>
                  <a:gd name="connsiteX146" fmla="*/ 803758 w 1368673"/>
                  <a:gd name="connsiteY146" fmla="*/ 777632 h 1873774"/>
                  <a:gd name="connsiteX147" fmla="*/ 841000 w 1368673"/>
                  <a:gd name="connsiteY147" fmla="*/ 740390 h 1873774"/>
                  <a:gd name="connsiteX148" fmla="*/ 878243 w 1368673"/>
                  <a:gd name="connsiteY148" fmla="*/ 777632 h 1873774"/>
                  <a:gd name="connsiteX149" fmla="*/ 787363 w 1368673"/>
                  <a:gd name="connsiteY149" fmla="*/ 767917 h 1873774"/>
                  <a:gd name="connsiteX150" fmla="*/ 622199 w 1368673"/>
                  <a:gd name="connsiteY150" fmla="*/ 783705 h 1873774"/>
                  <a:gd name="connsiteX151" fmla="*/ 622199 w 1368673"/>
                  <a:gd name="connsiteY151" fmla="*/ 516124 h 1873774"/>
                  <a:gd name="connsiteX152" fmla="*/ 815295 w 1368673"/>
                  <a:gd name="connsiteY152" fmla="*/ 729864 h 1873774"/>
                  <a:gd name="connsiteX153" fmla="*/ 787363 w 1368673"/>
                  <a:gd name="connsiteY153" fmla="*/ 767917 h 1873774"/>
                  <a:gd name="connsiteX154" fmla="*/ 1010009 w 1368673"/>
                  <a:gd name="connsiteY154" fmla="*/ 687157 h 1873774"/>
                  <a:gd name="connsiteX155" fmla="*/ 883708 w 1368673"/>
                  <a:gd name="connsiteY155" fmla="*/ 743831 h 1873774"/>
                  <a:gd name="connsiteX156" fmla="*/ 841203 w 1368673"/>
                  <a:gd name="connsiteY156" fmla="*/ 722983 h 1873774"/>
                  <a:gd name="connsiteX157" fmla="*/ 831892 w 1368673"/>
                  <a:gd name="connsiteY157" fmla="*/ 723995 h 1873774"/>
                  <a:gd name="connsiteX158" fmla="*/ 692232 w 1368673"/>
                  <a:gd name="connsiteY158" fmla="*/ 520981 h 1873774"/>
                  <a:gd name="connsiteX159" fmla="*/ 1010009 w 1368673"/>
                  <a:gd name="connsiteY159" fmla="*/ 687157 h 1873774"/>
                  <a:gd name="connsiteX160" fmla="*/ 1303904 w 1368673"/>
                  <a:gd name="connsiteY160" fmla="*/ 938748 h 1873774"/>
                  <a:gd name="connsiteX161" fmla="*/ 1303904 w 1368673"/>
                  <a:gd name="connsiteY161" fmla="*/ 938748 h 1873774"/>
                  <a:gd name="connsiteX162" fmla="*/ 1253909 w 1368673"/>
                  <a:gd name="connsiteY162" fmla="*/ 1050679 h 1873774"/>
                  <a:gd name="connsiteX163" fmla="*/ 1229013 w 1368673"/>
                  <a:gd name="connsiteY163" fmla="*/ 1065252 h 1873774"/>
                  <a:gd name="connsiteX164" fmla="*/ 1075185 w 1368673"/>
                  <a:gd name="connsiteY164" fmla="*/ 664082 h 1873774"/>
                  <a:gd name="connsiteX165" fmla="*/ 973172 w 1368673"/>
                  <a:gd name="connsiteY165" fmla="*/ 625625 h 1873774"/>
                  <a:gd name="connsiteX166" fmla="*/ 998270 w 1368673"/>
                  <a:gd name="connsiteY166" fmla="*/ 610850 h 1873774"/>
                  <a:gd name="connsiteX167" fmla="*/ 1303904 w 1368673"/>
                  <a:gd name="connsiteY167" fmla="*/ 938748 h 1873774"/>
                  <a:gd name="connsiteX168" fmla="*/ 1180031 w 1368673"/>
                  <a:gd name="connsiteY168" fmla="*/ 464712 h 1873774"/>
                  <a:gd name="connsiteX169" fmla="*/ 1180638 w 1368673"/>
                  <a:gd name="connsiteY169" fmla="*/ 645259 h 1873774"/>
                  <a:gd name="connsiteX170" fmla="*/ 1106558 w 1368673"/>
                  <a:gd name="connsiteY170" fmla="*/ 596681 h 1873774"/>
                  <a:gd name="connsiteX171" fmla="*/ 1105950 w 1368673"/>
                  <a:gd name="connsiteY171" fmla="*/ 465117 h 1873774"/>
                  <a:gd name="connsiteX172" fmla="*/ 943621 w 1368673"/>
                  <a:gd name="connsiteY172" fmla="*/ 152804 h 1873774"/>
                  <a:gd name="connsiteX173" fmla="*/ 957182 w 1368673"/>
                  <a:gd name="connsiteY173" fmla="*/ 79128 h 1873774"/>
                  <a:gd name="connsiteX174" fmla="*/ 1180031 w 1368673"/>
                  <a:gd name="connsiteY174" fmla="*/ 464712 h 1873774"/>
                  <a:gd name="connsiteX175" fmla="*/ 676242 w 1368673"/>
                  <a:gd name="connsiteY175" fmla="*/ 257246 h 1873774"/>
                  <a:gd name="connsiteX176" fmla="*/ 890590 w 1368673"/>
                  <a:gd name="connsiteY176" fmla="*/ 202394 h 1873774"/>
                  <a:gd name="connsiteX177" fmla="*/ 925606 w 1368673"/>
                  <a:gd name="connsiteY177" fmla="*/ 186201 h 1873774"/>
                  <a:gd name="connsiteX178" fmla="*/ 936536 w 1368673"/>
                  <a:gd name="connsiteY178" fmla="*/ 168592 h 1873774"/>
                  <a:gd name="connsiteX179" fmla="*/ 1088543 w 1368673"/>
                  <a:gd name="connsiteY179" fmla="*/ 465319 h 1873774"/>
                  <a:gd name="connsiteX180" fmla="*/ 1089151 w 1368673"/>
                  <a:gd name="connsiteY180" fmla="*/ 590609 h 1873774"/>
                  <a:gd name="connsiteX181" fmla="*/ 989364 w 1368673"/>
                  <a:gd name="connsiteY181" fmla="*/ 596276 h 1873774"/>
                  <a:gd name="connsiteX182" fmla="*/ 956574 w 1368673"/>
                  <a:gd name="connsiteY182" fmla="*/ 615505 h 1873774"/>
                  <a:gd name="connsiteX183" fmla="*/ 613496 w 1368673"/>
                  <a:gd name="connsiteY183" fmla="*/ 497907 h 1873774"/>
                  <a:gd name="connsiteX184" fmla="*/ 383967 w 1368673"/>
                  <a:gd name="connsiteY184" fmla="*/ 547497 h 1873774"/>
                  <a:gd name="connsiteX185" fmla="*/ 676242 w 1368673"/>
                  <a:gd name="connsiteY185" fmla="*/ 257246 h 1873774"/>
                  <a:gd name="connsiteX186" fmla="*/ 297135 w 1368673"/>
                  <a:gd name="connsiteY186" fmla="*/ 704766 h 1873774"/>
                  <a:gd name="connsiteX187" fmla="*/ 366155 w 1368673"/>
                  <a:gd name="connsiteY187" fmla="*/ 575226 h 1873774"/>
                  <a:gd name="connsiteX188" fmla="*/ 537391 w 1368673"/>
                  <a:gd name="connsiteY188" fmla="*/ 520576 h 1873774"/>
                  <a:gd name="connsiteX189" fmla="*/ 342879 w 1368673"/>
                  <a:gd name="connsiteY189" fmla="*/ 1056953 h 1873774"/>
                  <a:gd name="connsiteX190" fmla="*/ 344295 w 1368673"/>
                  <a:gd name="connsiteY190" fmla="*/ 1106340 h 1873774"/>
                  <a:gd name="connsiteX191" fmla="*/ 317983 w 1368673"/>
                  <a:gd name="connsiteY191" fmla="*/ 1099661 h 1873774"/>
                  <a:gd name="connsiteX192" fmla="*/ 307255 w 1368673"/>
                  <a:gd name="connsiteY192" fmla="*/ 1105531 h 1873774"/>
                  <a:gd name="connsiteX193" fmla="*/ 307255 w 1368673"/>
                  <a:gd name="connsiteY193" fmla="*/ 1106340 h 1873774"/>
                  <a:gd name="connsiteX194" fmla="*/ 236008 w 1368673"/>
                  <a:gd name="connsiteY194" fmla="*/ 1085290 h 1873774"/>
                  <a:gd name="connsiteX195" fmla="*/ 167393 w 1368673"/>
                  <a:gd name="connsiteY195" fmla="*/ 1078408 h 1873774"/>
                  <a:gd name="connsiteX196" fmla="*/ 167393 w 1368673"/>
                  <a:gd name="connsiteY196" fmla="*/ 1059180 h 1873774"/>
                  <a:gd name="connsiteX197" fmla="*/ 239044 w 1368673"/>
                  <a:gd name="connsiteY197" fmla="*/ 725007 h 1873774"/>
                  <a:gd name="connsiteX198" fmla="*/ 244914 w 1368673"/>
                  <a:gd name="connsiteY198" fmla="*/ 725614 h 1873774"/>
                  <a:gd name="connsiteX199" fmla="*/ 344903 w 1368673"/>
                  <a:gd name="connsiteY199" fmla="*/ 764476 h 1873774"/>
                  <a:gd name="connsiteX200" fmla="*/ 355630 w 1368673"/>
                  <a:gd name="connsiteY200" fmla="*/ 758606 h 1873774"/>
                  <a:gd name="connsiteX201" fmla="*/ 349760 w 1368673"/>
                  <a:gd name="connsiteY201" fmla="*/ 747879 h 1873774"/>
                  <a:gd name="connsiteX202" fmla="*/ 278513 w 1368673"/>
                  <a:gd name="connsiteY202" fmla="*/ 721566 h 1873774"/>
                  <a:gd name="connsiteX203" fmla="*/ 297135 w 1368673"/>
                  <a:gd name="connsiteY203" fmla="*/ 704766 h 1873774"/>
                  <a:gd name="connsiteX204" fmla="*/ 154843 w 1368673"/>
                  <a:gd name="connsiteY204" fmla="*/ 692015 h 1873774"/>
                  <a:gd name="connsiteX205" fmla="*/ 221637 w 1368673"/>
                  <a:gd name="connsiteY205" fmla="*/ 721971 h 1873774"/>
                  <a:gd name="connsiteX206" fmla="*/ 149985 w 1368673"/>
                  <a:gd name="connsiteY206" fmla="*/ 1059584 h 1873774"/>
                  <a:gd name="connsiteX207" fmla="*/ 150998 w 1368673"/>
                  <a:gd name="connsiteY207" fmla="*/ 1387280 h 1873774"/>
                  <a:gd name="connsiteX208" fmla="*/ 113957 w 1368673"/>
                  <a:gd name="connsiteY208" fmla="*/ 1424320 h 1873774"/>
                  <a:gd name="connsiteX209" fmla="*/ 76917 w 1368673"/>
                  <a:gd name="connsiteY209" fmla="*/ 1387685 h 1873774"/>
                  <a:gd name="connsiteX210" fmla="*/ 75905 w 1368673"/>
                  <a:gd name="connsiteY210" fmla="*/ 1059787 h 1873774"/>
                  <a:gd name="connsiteX211" fmla="*/ 154843 w 1368673"/>
                  <a:gd name="connsiteY211" fmla="*/ 692015 h 1873774"/>
                  <a:gd name="connsiteX212" fmla="*/ 58903 w 1368673"/>
                  <a:gd name="connsiteY212" fmla="*/ 1156537 h 1873774"/>
                  <a:gd name="connsiteX213" fmla="*/ 59105 w 1368673"/>
                  <a:gd name="connsiteY213" fmla="*/ 1247620 h 1873774"/>
                  <a:gd name="connsiteX214" fmla="*/ 20243 w 1368673"/>
                  <a:gd name="connsiteY214" fmla="*/ 1275147 h 1873774"/>
                  <a:gd name="connsiteX215" fmla="*/ 19636 w 1368673"/>
                  <a:gd name="connsiteY215" fmla="*/ 1275754 h 1873774"/>
                  <a:gd name="connsiteX216" fmla="*/ 19231 w 1368673"/>
                  <a:gd name="connsiteY216" fmla="*/ 1260978 h 1873774"/>
                  <a:gd name="connsiteX217" fmla="*/ 58903 w 1368673"/>
                  <a:gd name="connsiteY217" fmla="*/ 1156537 h 1873774"/>
                  <a:gd name="connsiteX218" fmla="*/ 17207 w 1368673"/>
                  <a:gd name="connsiteY218" fmla="*/ 1342548 h 1873774"/>
                  <a:gd name="connsiteX219" fmla="*/ 59307 w 1368673"/>
                  <a:gd name="connsiteY219" fmla="*/ 1270289 h 1873774"/>
                  <a:gd name="connsiteX220" fmla="*/ 59712 w 1368673"/>
                  <a:gd name="connsiteY220" fmla="*/ 1387685 h 1873774"/>
                  <a:gd name="connsiteX221" fmla="*/ 113957 w 1368673"/>
                  <a:gd name="connsiteY221" fmla="*/ 1441727 h 1873774"/>
                  <a:gd name="connsiteX222" fmla="*/ 168202 w 1368673"/>
                  <a:gd name="connsiteY222" fmla="*/ 1387482 h 1873774"/>
                  <a:gd name="connsiteX223" fmla="*/ 168202 w 1368673"/>
                  <a:gd name="connsiteY223" fmla="*/ 1387482 h 1873774"/>
                  <a:gd name="connsiteX224" fmla="*/ 168202 w 1368673"/>
                  <a:gd name="connsiteY224" fmla="*/ 1387482 h 1873774"/>
                  <a:gd name="connsiteX225" fmla="*/ 168202 w 1368673"/>
                  <a:gd name="connsiteY225" fmla="*/ 1387280 h 1873774"/>
                  <a:gd name="connsiteX226" fmla="*/ 167999 w 1368673"/>
                  <a:gd name="connsiteY226" fmla="*/ 1321903 h 1873774"/>
                  <a:gd name="connsiteX227" fmla="*/ 232972 w 1368673"/>
                  <a:gd name="connsiteY227" fmla="*/ 1457313 h 1873774"/>
                  <a:gd name="connsiteX228" fmla="*/ 129745 w 1368673"/>
                  <a:gd name="connsiteY228" fmla="*/ 1537870 h 1873774"/>
                  <a:gd name="connsiteX229" fmla="*/ 17207 w 1368673"/>
                  <a:gd name="connsiteY229" fmla="*/ 1342548 h 1873774"/>
                  <a:gd name="connsiteX230" fmla="*/ 190062 w 1368673"/>
                  <a:gd name="connsiteY230" fmla="*/ 1568434 h 1873774"/>
                  <a:gd name="connsiteX231" fmla="*/ 259892 w 1368673"/>
                  <a:gd name="connsiteY231" fmla="*/ 1533215 h 1873774"/>
                  <a:gd name="connsiteX232" fmla="*/ 298349 w 1368673"/>
                  <a:gd name="connsiteY232" fmla="*/ 1450431 h 1873774"/>
                  <a:gd name="connsiteX233" fmla="*/ 167999 w 1368673"/>
                  <a:gd name="connsiteY233" fmla="*/ 1235880 h 1873774"/>
                  <a:gd name="connsiteX234" fmla="*/ 167797 w 1368673"/>
                  <a:gd name="connsiteY234" fmla="*/ 1149250 h 1873774"/>
                  <a:gd name="connsiteX235" fmla="*/ 372430 w 1368673"/>
                  <a:gd name="connsiteY235" fmla="*/ 1435858 h 1873774"/>
                  <a:gd name="connsiteX236" fmla="*/ 347736 w 1368673"/>
                  <a:gd name="connsiteY236" fmla="*/ 1569243 h 1873774"/>
                  <a:gd name="connsiteX237" fmla="*/ 190062 w 1368673"/>
                  <a:gd name="connsiteY237" fmla="*/ 1568434 h 1873774"/>
                  <a:gd name="connsiteX238" fmla="*/ 359881 w 1368673"/>
                  <a:gd name="connsiteY238" fmla="*/ 1796141 h 1873774"/>
                  <a:gd name="connsiteX239" fmla="*/ 264952 w 1368673"/>
                  <a:gd name="connsiteY239" fmla="*/ 1693318 h 1873774"/>
                  <a:gd name="connsiteX240" fmla="*/ 279728 w 1368673"/>
                  <a:gd name="connsiteY240" fmla="*/ 1684817 h 1873774"/>
                  <a:gd name="connsiteX241" fmla="*/ 282966 w 1368673"/>
                  <a:gd name="connsiteY241" fmla="*/ 1673078 h 1873774"/>
                  <a:gd name="connsiteX242" fmla="*/ 271227 w 1368673"/>
                  <a:gd name="connsiteY242" fmla="*/ 1669839 h 1873774"/>
                  <a:gd name="connsiteX243" fmla="*/ 260904 w 1368673"/>
                  <a:gd name="connsiteY243" fmla="*/ 1675911 h 1873774"/>
                  <a:gd name="connsiteX244" fmla="*/ 258273 w 1368673"/>
                  <a:gd name="connsiteY244" fmla="*/ 1615189 h 1873774"/>
                  <a:gd name="connsiteX245" fmla="*/ 274870 w 1368673"/>
                  <a:gd name="connsiteY245" fmla="*/ 1616606 h 1873774"/>
                  <a:gd name="connsiteX246" fmla="*/ 350772 w 1368673"/>
                  <a:gd name="connsiteY246" fmla="*/ 1680567 h 1873774"/>
                  <a:gd name="connsiteX247" fmla="*/ 851728 w 1368673"/>
                  <a:gd name="connsiteY247" fmla="*/ 1692711 h 1873774"/>
                  <a:gd name="connsiteX248" fmla="*/ 851728 w 1368673"/>
                  <a:gd name="connsiteY248" fmla="*/ 1803427 h 1873774"/>
                  <a:gd name="connsiteX249" fmla="*/ 359881 w 1368673"/>
                  <a:gd name="connsiteY249" fmla="*/ 1796141 h 1873774"/>
                  <a:gd name="connsiteX250" fmla="*/ 856383 w 1368673"/>
                  <a:gd name="connsiteY250" fmla="*/ 1670851 h 1873774"/>
                  <a:gd name="connsiteX251" fmla="*/ 855979 w 1368673"/>
                  <a:gd name="connsiteY251" fmla="*/ 1671054 h 1873774"/>
                  <a:gd name="connsiteX252" fmla="*/ 359476 w 1368673"/>
                  <a:gd name="connsiteY252" fmla="*/ 1665589 h 1873774"/>
                  <a:gd name="connsiteX253" fmla="*/ 296325 w 1368673"/>
                  <a:gd name="connsiteY253" fmla="*/ 1614785 h 1873774"/>
                  <a:gd name="connsiteX254" fmla="*/ 351380 w 1368673"/>
                  <a:gd name="connsiteY254" fmla="*/ 1592925 h 1873774"/>
                  <a:gd name="connsiteX255" fmla="*/ 391052 w 1368673"/>
                  <a:gd name="connsiteY255" fmla="*/ 1570053 h 1873774"/>
                  <a:gd name="connsiteX256" fmla="*/ 910628 w 1368673"/>
                  <a:gd name="connsiteY256" fmla="*/ 1531596 h 1873774"/>
                  <a:gd name="connsiteX257" fmla="*/ 964468 w 1368673"/>
                  <a:gd name="connsiteY257" fmla="*/ 1492734 h 1873774"/>
                  <a:gd name="connsiteX258" fmla="*/ 856383 w 1368673"/>
                  <a:gd name="connsiteY258" fmla="*/ 1670851 h 1873774"/>
                  <a:gd name="connsiteX259" fmla="*/ 901317 w 1368673"/>
                  <a:gd name="connsiteY259" fmla="*/ 1517022 h 1873774"/>
                  <a:gd name="connsiteX260" fmla="*/ 689398 w 1368673"/>
                  <a:gd name="connsiteY260" fmla="*/ 1594139 h 1873774"/>
                  <a:gd name="connsiteX261" fmla="*/ 821165 w 1368673"/>
                  <a:gd name="connsiteY261" fmla="*/ 1417439 h 1873774"/>
                  <a:gd name="connsiteX262" fmla="*/ 905568 w 1368673"/>
                  <a:gd name="connsiteY262" fmla="*/ 1396388 h 1873774"/>
                  <a:gd name="connsiteX263" fmla="*/ 1005759 w 1368673"/>
                  <a:gd name="connsiteY263" fmla="*/ 1429178 h 1873774"/>
                  <a:gd name="connsiteX264" fmla="*/ 1011427 w 1368673"/>
                  <a:gd name="connsiteY264" fmla="*/ 1425737 h 1873774"/>
                  <a:gd name="connsiteX265" fmla="*/ 901317 w 1368673"/>
                  <a:gd name="connsiteY265" fmla="*/ 1517022 h 1873774"/>
                  <a:gd name="connsiteX266" fmla="*/ 1073363 w 1368673"/>
                  <a:gd name="connsiteY266" fmla="*/ 1369873 h 1873774"/>
                  <a:gd name="connsiteX267" fmla="*/ 997056 w 1368673"/>
                  <a:gd name="connsiteY267" fmla="*/ 1414402 h 1873774"/>
                  <a:gd name="connsiteX268" fmla="*/ 918927 w 1368673"/>
                  <a:gd name="connsiteY268" fmla="*/ 1384042 h 1873774"/>
                  <a:gd name="connsiteX269" fmla="*/ 918927 w 1368673"/>
                  <a:gd name="connsiteY269" fmla="*/ 1383434 h 1873774"/>
                  <a:gd name="connsiteX270" fmla="*/ 918725 w 1368673"/>
                  <a:gd name="connsiteY270" fmla="*/ 1383232 h 1873774"/>
                  <a:gd name="connsiteX271" fmla="*/ 943013 w 1368673"/>
                  <a:gd name="connsiteY271" fmla="*/ 1321903 h 1873774"/>
                  <a:gd name="connsiteX272" fmla="*/ 1019320 w 1368673"/>
                  <a:gd name="connsiteY272" fmla="*/ 1277374 h 1873774"/>
                  <a:gd name="connsiteX273" fmla="*/ 1092591 w 1368673"/>
                  <a:gd name="connsiteY273" fmla="*/ 1296602 h 1873774"/>
                  <a:gd name="connsiteX274" fmla="*/ 1073363 w 1368673"/>
                  <a:gd name="connsiteY274" fmla="*/ 1369873 h 1873774"/>
                  <a:gd name="connsiteX275" fmla="*/ 1297022 w 1368673"/>
                  <a:gd name="connsiteY275" fmla="*/ 1205519 h 1873774"/>
                  <a:gd name="connsiteX276" fmla="*/ 1115666 w 1368673"/>
                  <a:gd name="connsiteY276" fmla="*/ 1310568 h 1873774"/>
                  <a:gd name="connsiteX277" fmla="*/ 1107570 w 1368673"/>
                  <a:gd name="connsiteY277" fmla="*/ 1287899 h 1873774"/>
                  <a:gd name="connsiteX278" fmla="*/ 1096842 w 1368673"/>
                  <a:gd name="connsiteY278" fmla="*/ 1274337 h 1873774"/>
                  <a:gd name="connsiteX279" fmla="*/ 1247432 w 1368673"/>
                  <a:gd name="connsiteY279" fmla="*/ 1186695 h 1873774"/>
                  <a:gd name="connsiteX280" fmla="*/ 1286699 w 1368673"/>
                  <a:gd name="connsiteY280" fmla="*/ 1131034 h 1873774"/>
                  <a:gd name="connsiteX281" fmla="*/ 1247837 w 1368673"/>
                  <a:gd name="connsiteY281" fmla="*/ 1074360 h 1873774"/>
                  <a:gd name="connsiteX282" fmla="*/ 1284068 w 1368673"/>
                  <a:gd name="connsiteY282" fmla="*/ 1048654 h 1873774"/>
                  <a:gd name="connsiteX283" fmla="*/ 1296010 w 1368673"/>
                  <a:gd name="connsiteY283" fmla="*/ 1055536 h 1873774"/>
                  <a:gd name="connsiteX284" fmla="*/ 1351064 w 1368673"/>
                  <a:gd name="connsiteY284" fmla="*/ 1130831 h 1873774"/>
                  <a:gd name="connsiteX285" fmla="*/ 1297022 w 1368673"/>
                  <a:gd name="connsiteY285" fmla="*/ 1205519 h 1873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</a:cxnLst>
                <a:rect l="l" t="t" r="r" b="b"/>
                <a:pathLst>
                  <a:path w="1368673" h="1873774">
                    <a:moveTo>
                      <a:pt x="1304713" y="1040558"/>
                    </a:moveTo>
                    <a:lnTo>
                      <a:pt x="1294998" y="1035093"/>
                    </a:lnTo>
                    <a:cubicBezTo>
                      <a:pt x="1311797" y="1010804"/>
                      <a:pt x="1321108" y="978015"/>
                      <a:pt x="1321108" y="938748"/>
                    </a:cubicBezTo>
                    <a:cubicBezTo>
                      <a:pt x="1321310" y="844831"/>
                      <a:pt x="1270102" y="734925"/>
                      <a:pt x="1197843" y="662058"/>
                    </a:cubicBezTo>
                    <a:lnTo>
                      <a:pt x="1197235" y="464915"/>
                    </a:lnTo>
                    <a:cubicBezTo>
                      <a:pt x="1196831" y="286392"/>
                      <a:pt x="1126596" y="110501"/>
                      <a:pt x="956574" y="60709"/>
                    </a:cubicBezTo>
                    <a:cubicBezTo>
                      <a:pt x="955765" y="49982"/>
                      <a:pt x="954146" y="40064"/>
                      <a:pt x="951110" y="31968"/>
                    </a:cubicBezTo>
                    <a:cubicBezTo>
                      <a:pt x="943823" y="12537"/>
                      <a:pt x="931881" y="6869"/>
                      <a:pt x="923380" y="5453"/>
                    </a:cubicBezTo>
                    <a:cubicBezTo>
                      <a:pt x="815497" y="-12562"/>
                      <a:pt x="697292" y="14156"/>
                      <a:pt x="576253" y="84189"/>
                    </a:cubicBezTo>
                    <a:cubicBezTo>
                      <a:pt x="572205" y="86617"/>
                      <a:pt x="570788" y="91880"/>
                      <a:pt x="573015" y="95928"/>
                    </a:cubicBezTo>
                    <a:cubicBezTo>
                      <a:pt x="575443" y="99976"/>
                      <a:pt x="580706" y="101393"/>
                      <a:pt x="584754" y="99167"/>
                    </a:cubicBezTo>
                    <a:cubicBezTo>
                      <a:pt x="702150" y="31361"/>
                      <a:pt x="816509" y="5250"/>
                      <a:pt x="920344" y="22657"/>
                    </a:cubicBezTo>
                    <a:cubicBezTo>
                      <a:pt x="926416" y="23669"/>
                      <a:pt x="931274" y="28932"/>
                      <a:pt x="934917" y="38242"/>
                    </a:cubicBezTo>
                    <a:cubicBezTo>
                      <a:pt x="947871" y="72651"/>
                      <a:pt x="935524" y="147137"/>
                      <a:pt x="912248" y="175676"/>
                    </a:cubicBezTo>
                    <a:cubicBezTo>
                      <a:pt x="905973" y="183368"/>
                      <a:pt x="899496" y="186809"/>
                      <a:pt x="893424" y="185796"/>
                    </a:cubicBezTo>
                    <a:cubicBezTo>
                      <a:pt x="815699" y="173652"/>
                      <a:pt x="735344" y="203608"/>
                      <a:pt x="667538" y="242673"/>
                    </a:cubicBezTo>
                    <a:cubicBezTo>
                      <a:pt x="499744" y="339625"/>
                      <a:pt x="359679" y="523410"/>
                      <a:pt x="281347" y="698087"/>
                    </a:cubicBezTo>
                    <a:cubicBezTo>
                      <a:pt x="268191" y="727233"/>
                      <a:pt x="178930" y="697884"/>
                      <a:pt x="144116" y="661046"/>
                    </a:cubicBezTo>
                    <a:cubicBezTo>
                      <a:pt x="136424" y="652950"/>
                      <a:pt x="128126" y="641008"/>
                      <a:pt x="132781" y="630685"/>
                    </a:cubicBezTo>
                    <a:cubicBezTo>
                      <a:pt x="222852" y="432125"/>
                      <a:pt x="362715" y="254615"/>
                      <a:pt x="516341" y="143696"/>
                    </a:cubicBezTo>
                    <a:cubicBezTo>
                      <a:pt x="520186" y="140862"/>
                      <a:pt x="520996" y="135600"/>
                      <a:pt x="518365" y="131552"/>
                    </a:cubicBezTo>
                    <a:cubicBezTo>
                      <a:pt x="515531" y="127706"/>
                      <a:pt x="510066" y="126896"/>
                      <a:pt x="506220" y="129528"/>
                    </a:cubicBezTo>
                    <a:cubicBezTo>
                      <a:pt x="350165" y="242065"/>
                      <a:pt x="208481" y="422005"/>
                      <a:pt x="117196" y="623399"/>
                    </a:cubicBezTo>
                    <a:cubicBezTo>
                      <a:pt x="112338" y="633924"/>
                      <a:pt x="111124" y="650926"/>
                      <a:pt x="131769" y="672786"/>
                    </a:cubicBezTo>
                    <a:cubicBezTo>
                      <a:pt x="134400" y="675620"/>
                      <a:pt x="137638" y="678453"/>
                      <a:pt x="140877" y="681287"/>
                    </a:cubicBezTo>
                    <a:cubicBezTo>
                      <a:pt x="87037" y="811637"/>
                      <a:pt x="58498" y="942391"/>
                      <a:pt x="58903" y="1059787"/>
                    </a:cubicBezTo>
                    <a:lnTo>
                      <a:pt x="59105" y="1136094"/>
                    </a:lnTo>
                    <a:cubicBezTo>
                      <a:pt x="23482" y="1157751"/>
                      <a:pt x="2836" y="1202686"/>
                      <a:pt x="2432" y="1260978"/>
                    </a:cubicBezTo>
                    <a:cubicBezTo>
                      <a:pt x="2432" y="1275552"/>
                      <a:pt x="3646" y="1289923"/>
                      <a:pt x="5872" y="1303889"/>
                    </a:cubicBezTo>
                    <a:cubicBezTo>
                      <a:pt x="2026" y="1315223"/>
                      <a:pt x="2" y="1328177"/>
                      <a:pt x="2" y="1342548"/>
                    </a:cubicBezTo>
                    <a:cubicBezTo>
                      <a:pt x="-402" y="1419463"/>
                      <a:pt x="54045" y="1513582"/>
                      <a:pt x="121244" y="1552443"/>
                    </a:cubicBezTo>
                    <a:cubicBezTo>
                      <a:pt x="134400" y="1559933"/>
                      <a:pt x="147152" y="1564588"/>
                      <a:pt x="158891" y="1567017"/>
                    </a:cubicBezTo>
                    <a:cubicBezTo>
                      <a:pt x="183585" y="1586853"/>
                      <a:pt x="210910" y="1602640"/>
                      <a:pt x="241068" y="1611141"/>
                    </a:cubicBezTo>
                    <a:cubicBezTo>
                      <a:pt x="242485" y="1676114"/>
                      <a:pt x="230139" y="1739872"/>
                      <a:pt x="351177" y="1811119"/>
                    </a:cubicBezTo>
                    <a:cubicBezTo>
                      <a:pt x="491243" y="1892486"/>
                      <a:pt x="717938" y="1894915"/>
                      <a:pt x="864480" y="1816584"/>
                    </a:cubicBezTo>
                    <a:cubicBezTo>
                      <a:pt x="864480" y="1816584"/>
                      <a:pt x="864480" y="1816584"/>
                      <a:pt x="864682" y="1816584"/>
                    </a:cubicBezTo>
                    <a:lnTo>
                      <a:pt x="868528" y="1814560"/>
                    </a:lnTo>
                    <a:cubicBezTo>
                      <a:pt x="918117" y="1789664"/>
                      <a:pt x="969731" y="1741896"/>
                      <a:pt x="983090" y="1683805"/>
                    </a:cubicBezTo>
                    <a:cubicBezTo>
                      <a:pt x="984507" y="1677328"/>
                      <a:pt x="987543" y="1660326"/>
                      <a:pt x="986935" y="1653040"/>
                    </a:cubicBezTo>
                    <a:cubicBezTo>
                      <a:pt x="984709" y="1548800"/>
                      <a:pt x="991388" y="1517832"/>
                      <a:pt x="979042" y="1480589"/>
                    </a:cubicBezTo>
                    <a:cubicBezTo>
                      <a:pt x="1007379" y="1456300"/>
                      <a:pt x="1033286" y="1429381"/>
                      <a:pt x="1056563" y="1399627"/>
                    </a:cubicBezTo>
                    <a:lnTo>
                      <a:pt x="1082269" y="1384649"/>
                    </a:lnTo>
                    <a:cubicBezTo>
                      <a:pt x="1102914" y="1372707"/>
                      <a:pt x="1115059" y="1351859"/>
                      <a:pt x="1117083" y="1329797"/>
                    </a:cubicBezTo>
                    <a:lnTo>
                      <a:pt x="1306130" y="1220295"/>
                    </a:lnTo>
                    <a:cubicBezTo>
                      <a:pt x="1346611" y="1196613"/>
                      <a:pt x="1368674" y="1164835"/>
                      <a:pt x="1368674" y="1130426"/>
                    </a:cubicBezTo>
                    <a:cubicBezTo>
                      <a:pt x="1368269" y="1096220"/>
                      <a:pt x="1345599" y="1064240"/>
                      <a:pt x="1304713" y="1040558"/>
                    </a:cubicBezTo>
                    <a:close/>
                    <a:moveTo>
                      <a:pt x="1269495" y="1130831"/>
                    </a:moveTo>
                    <a:cubicBezTo>
                      <a:pt x="1269495" y="1146012"/>
                      <a:pt x="1258564" y="1160383"/>
                      <a:pt x="1238931" y="1171717"/>
                    </a:cubicBezTo>
                    <a:lnTo>
                      <a:pt x="1147241" y="1224950"/>
                    </a:lnTo>
                    <a:cubicBezTo>
                      <a:pt x="1158576" y="1189732"/>
                      <a:pt x="1166268" y="1153501"/>
                      <a:pt x="1170316" y="1116461"/>
                    </a:cubicBezTo>
                    <a:cubicBezTo>
                      <a:pt x="1173352" y="1115449"/>
                      <a:pt x="1174971" y="1115044"/>
                      <a:pt x="1188532" y="1108769"/>
                    </a:cubicBezTo>
                    <a:cubicBezTo>
                      <a:pt x="1188532" y="1108769"/>
                      <a:pt x="1188532" y="1108769"/>
                      <a:pt x="1188532" y="1108769"/>
                    </a:cubicBezTo>
                    <a:lnTo>
                      <a:pt x="1230632" y="1084480"/>
                    </a:lnTo>
                    <a:cubicBezTo>
                      <a:pt x="1234074" y="1087112"/>
                      <a:pt x="1269495" y="1102090"/>
                      <a:pt x="1269495" y="1130831"/>
                    </a:cubicBezTo>
                    <a:close/>
                    <a:moveTo>
                      <a:pt x="1010617" y="1262395"/>
                    </a:moveTo>
                    <a:lnTo>
                      <a:pt x="934310" y="1306925"/>
                    </a:lnTo>
                    <a:cubicBezTo>
                      <a:pt x="908200" y="1322105"/>
                      <a:pt x="895650" y="1351657"/>
                      <a:pt x="900305" y="1379993"/>
                    </a:cubicBezTo>
                    <a:cubicBezTo>
                      <a:pt x="877029" y="1387078"/>
                      <a:pt x="853145" y="1393352"/>
                      <a:pt x="828249" y="1398615"/>
                    </a:cubicBezTo>
                    <a:cubicBezTo>
                      <a:pt x="853550" y="1331011"/>
                      <a:pt x="871766" y="1250858"/>
                      <a:pt x="879863" y="1162204"/>
                    </a:cubicBezTo>
                    <a:cubicBezTo>
                      <a:pt x="880267" y="1157549"/>
                      <a:pt x="876827" y="1153298"/>
                      <a:pt x="871968" y="1152894"/>
                    </a:cubicBezTo>
                    <a:cubicBezTo>
                      <a:pt x="867718" y="1152691"/>
                      <a:pt x="863063" y="1155930"/>
                      <a:pt x="862658" y="1160787"/>
                    </a:cubicBezTo>
                    <a:cubicBezTo>
                      <a:pt x="854359" y="1252073"/>
                      <a:pt x="835333" y="1334250"/>
                      <a:pt x="809020" y="1402258"/>
                    </a:cubicBezTo>
                    <a:cubicBezTo>
                      <a:pt x="698102" y="1423713"/>
                      <a:pt x="602161" y="1425535"/>
                      <a:pt x="501160" y="1415010"/>
                    </a:cubicBezTo>
                    <a:cubicBezTo>
                      <a:pt x="494886" y="1319676"/>
                      <a:pt x="438617" y="1211996"/>
                      <a:pt x="363929" y="1146012"/>
                    </a:cubicBezTo>
                    <a:cubicBezTo>
                      <a:pt x="363524" y="1140344"/>
                      <a:pt x="362917" y="1134677"/>
                      <a:pt x="362512" y="1129010"/>
                    </a:cubicBezTo>
                    <a:cubicBezTo>
                      <a:pt x="425461" y="1143380"/>
                      <a:pt x="492255" y="1152084"/>
                      <a:pt x="562085" y="1154918"/>
                    </a:cubicBezTo>
                    <a:cubicBezTo>
                      <a:pt x="565323" y="1177790"/>
                      <a:pt x="582528" y="1196411"/>
                      <a:pt x="604995" y="1201066"/>
                    </a:cubicBezTo>
                    <a:lnTo>
                      <a:pt x="604995" y="1386673"/>
                    </a:lnTo>
                    <a:cubicBezTo>
                      <a:pt x="604995" y="1391530"/>
                      <a:pt x="608840" y="1395376"/>
                      <a:pt x="613698" y="1395376"/>
                    </a:cubicBezTo>
                    <a:cubicBezTo>
                      <a:pt x="618556" y="1395376"/>
                      <a:pt x="622401" y="1391530"/>
                      <a:pt x="622401" y="1386673"/>
                    </a:cubicBezTo>
                    <a:lnTo>
                      <a:pt x="622401" y="1201674"/>
                    </a:lnTo>
                    <a:cubicBezTo>
                      <a:pt x="647095" y="1198840"/>
                      <a:pt x="666729" y="1179409"/>
                      <a:pt x="669967" y="1154715"/>
                    </a:cubicBezTo>
                    <a:cubicBezTo>
                      <a:pt x="874397" y="1144190"/>
                      <a:pt x="1055754" y="1080635"/>
                      <a:pt x="1151289" y="987123"/>
                    </a:cubicBezTo>
                    <a:cubicBezTo>
                      <a:pt x="1151492" y="988540"/>
                      <a:pt x="1151694" y="989754"/>
                      <a:pt x="1151896" y="991171"/>
                    </a:cubicBezTo>
                    <a:cubicBezTo>
                      <a:pt x="1161814" y="1074765"/>
                      <a:pt x="1154325" y="1156739"/>
                      <a:pt x="1124774" y="1238309"/>
                    </a:cubicBezTo>
                    <a:lnTo>
                      <a:pt x="1082269" y="1263003"/>
                    </a:lnTo>
                    <a:cubicBezTo>
                      <a:pt x="1060814" y="1250251"/>
                      <a:pt x="1033489" y="1249037"/>
                      <a:pt x="1010617" y="1262395"/>
                    </a:cubicBezTo>
                    <a:close/>
                    <a:moveTo>
                      <a:pt x="389432" y="1432821"/>
                    </a:moveTo>
                    <a:cubicBezTo>
                      <a:pt x="368787" y="1291947"/>
                      <a:pt x="259892" y="1162002"/>
                      <a:pt x="167797" y="1130224"/>
                    </a:cubicBezTo>
                    <a:cubicBezTo>
                      <a:pt x="167797" y="1126783"/>
                      <a:pt x="167595" y="1093386"/>
                      <a:pt x="167595" y="1096827"/>
                    </a:cubicBezTo>
                    <a:cubicBezTo>
                      <a:pt x="226293" y="1084076"/>
                      <a:pt x="290051" y="1126176"/>
                      <a:pt x="332151" y="1168681"/>
                    </a:cubicBezTo>
                    <a:cubicBezTo>
                      <a:pt x="436795" y="1274945"/>
                      <a:pt x="448737" y="1403270"/>
                      <a:pt x="447523" y="1399829"/>
                    </a:cubicBezTo>
                    <a:cubicBezTo>
                      <a:pt x="455214" y="1452455"/>
                      <a:pt x="445903" y="1517832"/>
                      <a:pt x="399755" y="1545157"/>
                    </a:cubicBezTo>
                    <a:lnTo>
                      <a:pt x="374656" y="1559730"/>
                    </a:lnTo>
                    <a:cubicBezTo>
                      <a:pt x="395504" y="1520261"/>
                      <a:pt x="395504" y="1460754"/>
                      <a:pt x="389432" y="1432821"/>
                    </a:cubicBezTo>
                    <a:close/>
                    <a:moveTo>
                      <a:pt x="244104" y="1522487"/>
                    </a:moveTo>
                    <a:cubicBezTo>
                      <a:pt x="252201" y="1501437"/>
                      <a:pt x="253213" y="1476744"/>
                      <a:pt x="250177" y="1454276"/>
                    </a:cubicBezTo>
                    <a:cubicBezTo>
                      <a:pt x="243295" y="1401044"/>
                      <a:pt x="210707" y="1336678"/>
                      <a:pt x="167999" y="1296602"/>
                    </a:cubicBezTo>
                    <a:cubicBezTo>
                      <a:pt x="167999" y="1293161"/>
                      <a:pt x="167999" y="1252073"/>
                      <a:pt x="167999" y="1255716"/>
                    </a:cubicBezTo>
                    <a:cubicBezTo>
                      <a:pt x="168202" y="1255918"/>
                      <a:pt x="168405" y="1255918"/>
                      <a:pt x="168607" y="1255918"/>
                    </a:cubicBezTo>
                    <a:cubicBezTo>
                      <a:pt x="230745" y="1291542"/>
                      <a:pt x="281145" y="1378779"/>
                      <a:pt x="281145" y="1450431"/>
                    </a:cubicBezTo>
                    <a:cubicBezTo>
                      <a:pt x="281145" y="1482613"/>
                      <a:pt x="270417" y="1506902"/>
                      <a:pt x="251189" y="1518439"/>
                    </a:cubicBezTo>
                    <a:lnTo>
                      <a:pt x="244104" y="1522487"/>
                    </a:lnTo>
                    <a:close/>
                    <a:moveTo>
                      <a:pt x="332556" y="1121521"/>
                    </a:moveTo>
                    <a:cubicBezTo>
                      <a:pt x="336604" y="1122533"/>
                      <a:pt x="340652" y="1123545"/>
                      <a:pt x="344700" y="1124557"/>
                    </a:cubicBezTo>
                    <a:cubicBezTo>
                      <a:pt x="344903" y="1126581"/>
                      <a:pt x="345105" y="1128605"/>
                      <a:pt x="345308" y="1130831"/>
                    </a:cubicBezTo>
                    <a:cubicBezTo>
                      <a:pt x="341057" y="1127593"/>
                      <a:pt x="336807" y="1124354"/>
                      <a:pt x="332556" y="1121521"/>
                    </a:cubicBezTo>
                    <a:close/>
                    <a:moveTo>
                      <a:pt x="470395" y="1532810"/>
                    </a:moveTo>
                    <a:cubicBezTo>
                      <a:pt x="490837" y="1559123"/>
                      <a:pt x="512495" y="1579364"/>
                      <a:pt x="535367" y="1593330"/>
                    </a:cubicBezTo>
                    <a:cubicBezTo>
                      <a:pt x="495291" y="1587460"/>
                      <a:pt x="456024" y="1577340"/>
                      <a:pt x="417971" y="1562564"/>
                    </a:cubicBezTo>
                    <a:cubicBezTo>
                      <a:pt x="438819" y="1558718"/>
                      <a:pt x="456631" y="1548800"/>
                      <a:pt x="470395" y="1532810"/>
                    </a:cubicBezTo>
                    <a:close/>
                    <a:moveTo>
                      <a:pt x="481122" y="1518237"/>
                    </a:moveTo>
                    <a:cubicBezTo>
                      <a:pt x="494279" y="1496579"/>
                      <a:pt x="501768" y="1468040"/>
                      <a:pt x="501970" y="1433024"/>
                    </a:cubicBezTo>
                    <a:cubicBezTo>
                      <a:pt x="501970" y="1432821"/>
                      <a:pt x="501970" y="1432619"/>
                      <a:pt x="501970" y="1432417"/>
                    </a:cubicBezTo>
                    <a:cubicBezTo>
                      <a:pt x="595077" y="1441930"/>
                      <a:pt x="687981" y="1441930"/>
                      <a:pt x="801531" y="1421284"/>
                    </a:cubicBezTo>
                    <a:cubicBezTo>
                      <a:pt x="726236" y="1597580"/>
                      <a:pt x="593255" y="1667613"/>
                      <a:pt x="481122" y="1518237"/>
                    </a:cubicBezTo>
                    <a:close/>
                    <a:moveTo>
                      <a:pt x="360083" y="1056953"/>
                    </a:moveTo>
                    <a:cubicBezTo>
                      <a:pt x="360083" y="764274"/>
                      <a:pt x="469180" y="525637"/>
                      <a:pt x="604995" y="515719"/>
                    </a:cubicBezTo>
                    <a:lnTo>
                      <a:pt x="604995" y="783907"/>
                    </a:lnTo>
                    <a:cubicBezTo>
                      <a:pt x="544070" y="783705"/>
                      <a:pt x="483146" y="778037"/>
                      <a:pt x="425258" y="766905"/>
                    </a:cubicBezTo>
                    <a:cubicBezTo>
                      <a:pt x="420603" y="766095"/>
                      <a:pt x="415947" y="769131"/>
                      <a:pt x="415138" y="773787"/>
                    </a:cubicBezTo>
                    <a:cubicBezTo>
                      <a:pt x="414328" y="778442"/>
                      <a:pt x="417364" y="783097"/>
                      <a:pt x="422019" y="783907"/>
                    </a:cubicBezTo>
                    <a:cubicBezTo>
                      <a:pt x="480920" y="795242"/>
                      <a:pt x="542451" y="800909"/>
                      <a:pt x="604995" y="801314"/>
                    </a:cubicBezTo>
                    <a:lnTo>
                      <a:pt x="604995" y="1093993"/>
                    </a:lnTo>
                    <a:cubicBezTo>
                      <a:pt x="583337" y="1098446"/>
                      <a:pt x="566335" y="1115853"/>
                      <a:pt x="562490" y="1137511"/>
                    </a:cubicBezTo>
                    <a:cubicBezTo>
                      <a:pt x="492052" y="1134677"/>
                      <a:pt x="424651" y="1125569"/>
                      <a:pt x="361703" y="1110793"/>
                    </a:cubicBezTo>
                    <a:cubicBezTo>
                      <a:pt x="360691" y="1093184"/>
                      <a:pt x="360083" y="1075170"/>
                      <a:pt x="360083" y="1056953"/>
                    </a:cubicBezTo>
                    <a:close/>
                    <a:moveTo>
                      <a:pt x="1229823" y="981860"/>
                    </a:moveTo>
                    <a:cubicBezTo>
                      <a:pt x="1229418" y="1028616"/>
                      <a:pt x="1214440" y="1078610"/>
                      <a:pt x="1172137" y="1097637"/>
                    </a:cubicBezTo>
                    <a:cubicBezTo>
                      <a:pt x="1173554" y="1076789"/>
                      <a:pt x="1173959" y="1053310"/>
                      <a:pt x="1172542" y="1032462"/>
                    </a:cubicBezTo>
                    <a:cubicBezTo>
                      <a:pt x="1188330" y="1010197"/>
                      <a:pt x="1190354" y="979229"/>
                      <a:pt x="1190354" y="966477"/>
                    </a:cubicBezTo>
                    <a:cubicBezTo>
                      <a:pt x="1190758" y="882074"/>
                      <a:pt x="1135907" y="777835"/>
                      <a:pt x="1062635" y="723387"/>
                    </a:cubicBezTo>
                    <a:cubicBezTo>
                      <a:pt x="1042800" y="696467"/>
                      <a:pt x="1012843" y="664082"/>
                      <a:pt x="993008" y="645664"/>
                    </a:cubicBezTo>
                    <a:cubicBezTo>
                      <a:pt x="1105950" y="668333"/>
                      <a:pt x="1230025" y="836128"/>
                      <a:pt x="1229823" y="981860"/>
                    </a:cubicBezTo>
                    <a:close/>
                    <a:moveTo>
                      <a:pt x="669562" y="1137106"/>
                    </a:moveTo>
                    <a:cubicBezTo>
                      <a:pt x="665109" y="1114032"/>
                      <a:pt x="646083" y="1096220"/>
                      <a:pt x="622199" y="1093386"/>
                    </a:cubicBezTo>
                    <a:lnTo>
                      <a:pt x="622199" y="801112"/>
                    </a:lnTo>
                    <a:cubicBezTo>
                      <a:pt x="678266" y="800504"/>
                      <a:pt x="733725" y="795242"/>
                      <a:pt x="787160" y="785526"/>
                    </a:cubicBezTo>
                    <a:cubicBezTo>
                      <a:pt x="791006" y="811839"/>
                      <a:pt x="813675" y="832080"/>
                      <a:pt x="841000" y="832080"/>
                    </a:cubicBezTo>
                    <a:cubicBezTo>
                      <a:pt x="842215" y="832080"/>
                      <a:pt x="843227" y="831877"/>
                      <a:pt x="844239" y="831675"/>
                    </a:cubicBezTo>
                    <a:cubicBezTo>
                      <a:pt x="859217" y="901505"/>
                      <a:pt x="867111" y="975586"/>
                      <a:pt x="867516" y="1051691"/>
                    </a:cubicBezTo>
                    <a:cubicBezTo>
                      <a:pt x="867516" y="1056548"/>
                      <a:pt x="871361" y="1060394"/>
                      <a:pt x="876219" y="1060394"/>
                    </a:cubicBezTo>
                    <a:cubicBezTo>
                      <a:pt x="881684" y="1060192"/>
                      <a:pt x="884923" y="1056548"/>
                      <a:pt x="884923" y="1051691"/>
                    </a:cubicBezTo>
                    <a:cubicBezTo>
                      <a:pt x="884518" y="974169"/>
                      <a:pt x="876624" y="899076"/>
                      <a:pt x="861241" y="828032"/>
                    </a:cubicBezTo>
                    <a:cubicBezTo>
                      <a:pt x="881279" y="819935"/>
                      <a:pt x="895650" y="800302"/>
                      <a:pt x="895650" y="777430"/>
                    </a:cubicBezTo>
                    <a:cubicBezTo>
                      <a:pt x="895650" y="770953"/>
                      <a:pt x="894233" y="764678"/>
                      <a:pt x="892209" y="759011"/>
                    </a:cubicBezTo>
                    <a:cubicBezTo>
                      <a:pt x="941597" y="743223"/>
                      <a:pt x="984911" y="723590"/>
                      <a:pt x="1021142" y="700516"/>
                    </a:cubicBezTo>
                    <a:cubicBezTo>
                      <a:pt x="1087936" y="776823"/>
                      <a:pt x="1130644" y="862643"/>
                      <a:pt x="1147848" y="965465"/>
                    </a:cubicBezTo>
                    <a:cubicBezTo>
                      <a:pt x="1058182" y="1061001"/>
                      <a:pt x="876219" y="1126378"/>
                      <a:pt x="669562" y="1137106"/>
                    </a:cubicBezTo>
                    <a:close/>
                    <a:moveTo>
                      <a:pt x="615925" y="1184671"/>
                    </a:moveTo>
                    <a:cubicBezTo>
                      <a:pt x="595279" y="1184671"/>
                      <a:pt x="578682" y="1167872"/>
                      <a:pt x="578682" y="1147429"/>
                    </a:cubicBezTo>
                    <a:cubicBezTo>
                      <a:pt x="578682" y="1126986"/>
                      <a:pt x="595482" y="1110186"/>
                      <a:pt x="615925" y="1110186"/>
                    </a:cubicBezTo>
                    <a:cubicBezTo>
                      <a:pt x="636368" y="1110186"/>
                      <a:pt x="653168" y="1126986"/>
                      <a:pt x="653168" y="1147429"/>
                    </a:cubicBezTo>
                    <a:cubicBezTo>
                      <a:pt x="653168" y="1167872"/>
                      <a:pt x="636570" y="1184671"/>
                      <a:pt x="615925" y="1184671"/>
                    </a:cubicBezTo>
                    <a:close/>
                    <a:moveTo>
                      <a:pt x="878243" y="777632"/>
                    </a:moveTo>
                    <a:cubicBezTo>
                      <a:pt x="878243" y="798278"/>
                      <a:pt x="861443" y="814875"/>
                      <a:pt x="841000" y="814875"/>
                    </a:cubicBezTo>
                    <a:cubicBezTo>
                      <a:pt x="820355" y="814875"/>
                      <a:pt x="803758" y="798075"/>
                      <a:pt x="803758" y="777632"/>
                    </a:cubicBezTo>
                    <a:cubicBezTo>
                      <a:pt x="803758" y="757189"/>
                      <a:pt x="820558" y="740390"/>
                      <a:pt x="841000" y="740390"/>
                    </a:cubicBezTo>
                    <a:cubicBezTo>
                      <a:pt x="861646" y="740187"/>
                      <a:pt x="878243" y="756987"/>
                      <a:pt x="878243" y="777632"/>
                    </a:cubicBezTo>
                    <a:close/>
                    <a:moveTo>
                      <a:pt x="787363" y="767917"/>
                    </a:moveTo>
                    <a:cubicBezTo>
                      <a:pt x="733928" y="777835"/>
                      <a:pt x="678063" y="782895"/>
                      <a:pt x="622199" y="783705"/>
                    </a:cubicBezTo>
                    <a:lnTo>
                      <a:pt x="622199" y="516124"/>
                    </a:lnTo>
                    <a:cubicBezTo>
                      <a:pt x="697494" y="521791"/>
                      <a:pt x="768741" y="600324"/>
                      <a:pt x="815295" y="729864"/>
                    </a:cubicBezTo>
                    <a:cubicBezTo>
                      <a:pt x="800924" y="737556"/>
                      <a:pt x="790399" y="751320"/>
                      <a:pt x="787363" y="767917"/>
                    </a:cubicBezTo>
                    <a:close/>
                    <a:moveTo>
                      <a:pt x="1010009" y="687157"/>
                    </a:moveTo>
                    <a:cubicBezTo>
                      <a:pt x="974588" y="709624"/>
                      <a:pt x="932286" y="728650"/>
                      <a:pt x="883708" y="743831"/>
                    </a:cubicBezTo>
                    <a:cubicBezTo>
                      <a:pt x="873790" y="731281"/>
                      <a:pt x="858407" y="722983"/>
                      <a:pt x="841203" y="722983"/>
                    </a:cubicBezTo>
                    <a:cubicBezTo>
                      <a:pt x="837964" y="722983"/>
                      <a:pt x="834928" y="723387"/>
                      <a:pt x="831892" y="723995"/>
                    </a:cubicBezTo>
                    <a:cubicBezTo>
                      <a:pt x="796471" y="624816"/>
                      <a:pt x="747691" y="554783"/>
                      <a:pt x="692232" y="520981"/>
                    </a:cubicBezTo>
                    <a:cubicBezTo>
                      <a:pt x="816711" y="538793"/>
                      <a:pt x="927226" y="598503"/>
                      <a:pt x="1010009" y="687157"/>
                    </a:cubicBezTo>
                    <a:close/>
                    <a:moveTo>
                      <a:pt x="1303904" y="938748"/>
                    </a:moveTo>
                    <a:lnTo>
                      <a:pt x="1303904" y="938748"/>
                    </a:lnTo>
                    <a:cubicBezTo>
                      <a:pt x="1303904" y="982063"/>
                      <a:pt x="1291557" y="1029021"/>
                      <a:pt x="1253909" y="1050679"/>
                    </a:cubicBezTo>
                    <a:lnTo>
                      <a:pt x="1229013" y="1065252"/>
                    </a:lnTo>
                    <a:cubicBezTo>
                      <a:pt x="1288116" y="951702"/>
                      <a:pt x="1196831" y="747676"/>
                      <a:pt x="1075185" y="664082"/>
                    </a:cubicBezTo>
                    <a:cubicBezTo>
                      <a:pt x="1036322" y="637365"/>
                      <a:pt x="1000699" y="626637"/>
                      <a:pt x="973172" y="625625"/>
                    </a:cubicBezTo>
                    <a:lnTo>
                      <a:pt x="998270" y="610850"/>
                    </a:lnTo>
                    <a:cubicBezTo>
                      <a:pt x="1104128" y="549318"/>
                      <a:pt x="1304308" y="747474"/>
                      <a:pt x="1303904" y="938748"/>
                    </a:cubicBezTo>
                    <a:close/>
                    <a:moveTo>
                      <a:pt x="1180031" y="464712"/>
                    </a:moveTo>
                    <a:lnTo>
                      <a:pt x="1180638" y="645259"/>
                    </a:lnTo>
                    <a:cubicBezTo>
                      <a:pt x="1159183" y="626232"/>
                      <a:pt x="1133275" y="608218"/>
                      <a:pt x="1106558" y="596681"/>
                    </a:cubicBezTo>
                    <a:lnTo>
                      <a:pt x="1105950" y="465117"/>
                    </a:lnTo>
                    <a:cubicBezTo>
                      <a:pt x="1105546" y="334160"/>
                      <a:pt x="1065874" y="201179"/>
                      <a:pt x="943621" y="152804"/>
                    </a:cubicBezTo>
                    <a:cubicBezTo>
                      <a:pt x="951919" y="130540"/>
                      <a:pt x="956777" y="103620"/>
                      <a:pt x="957182" y="79128"/>
                    </a:cubicBezTo>
                    <a:cubicBezTo>
                      <a:pt x="1115261" y="129325"/>
                      <a:pt x="1179626" y="293881"/>
                      <a:pt x="1180031" y="464712"/>
                    </a:cubicBezTo>
                    <a:close/>
                    <a:moveTo>
                      <a:pt x="676242" y="257246"/>
                    </a:moveTo>
                    <a:cubicBezTo>
                      <a:pt x="740809" y="220003"/>
                      <a:pt x="817521" y="191059"/>
                      <a:pt x="890590" y="202394"/>
                    </a:cubicBezTo>
                    <a:cubicBezTo>
                      <a:pt x="899293" y="203811"/>
                      <a:pt x="912450" y="202191"/>
                      <a:pt x="925606" y="186201"/>
                    </a:cubicBezTo>
                    <a:cubicBezTo>
                      <a:pt x="929654" y="181344"/>
                      <a:pt x="933298" y="175069"/>
                      <a:pt x="936536" y="168592"/>
                    </a:cubicBezTo>
                    <a:cubicBezTo>
                      <a:pt x="1051705" y="213931"/>
                      <a:pt x="1088341" y="341447"/>
                      <a:pt x="1088543" y="465319"/>
                    </a:cubicBezTo>
                    <a:lnTo>
                      <a:pt x="1089151" y="590609"/>
                    </a:lnTo>
                    <a:cubicBezTo>
                      <a:pt x="1051705" y="578262"/>
                      <a:pt x="1017296" y="580084"/>
                      <a:pt x="989364" y="596276"/>
                    </a:cubicBezTo>
                    <a:lnTo>
                      <a:pt x="956574" y="615505"/>
                    </a:lnTo>
                    <a:cubicBezTo>
                      <a:pt x="857598" y="538591"/>
                      <a:pt x="739190" y="497907"/>
                      <a:pt x="613496" y="497907"/>
                    </a:cubicBezTo>
                    <a:cubicBezTo>
                      <a:pt x="534760" y="497907"/>
                      <a:pt x="456024" y="515112"/>
                      <a:pt x="383967" y="547497"/>
                    </a:cubicBezTo>
                    <a:cubicBezTo>
                      <a:pt x="465739" y="422814"/>
                      <a:pt x="568562" y="319385"/>
                      <a:pt x="676242" y="257246"/>
                    </a:cubicBezTo>
                    <a:close/>
                    <a:moveTo>
                      <a:pt x="297135" y="704766"/>
                    </a:moveTo>
                    <a:cubicBezTo>
                      <a:pt x="317173" y="659832"/>
                      <a:pt x="340652" y="616719"/>
                      <a:pt x="366155" y="575226"/>
                    </a:cubicBezTo>
                    <a:cubicBezTo>
                      <a:pt x="419793" y="547497"/>
                      <a:pt x="477884" y="529280"/>
                      <a:pt x="537391" y="520576"/>
                    </a:cubicBezTo>
                    <a:cubicBezTo>
                      <a:pt x="425055" y="588990"/>
                      <a:pt x="342879" y="803338"/>
                      <a:pt x="342879" y="1056953"/>
                    </a:cubicBezTo>
                    <a:cubicBezTo>
                      <a:pt x="342879" y="1073550"/>
                      <a:pt x="343486" y="1089945"/>
                      <a:pt x="344295" y="1106340"/>
                    </a:cubicBezTo>
                    <a:cubicBezTo>
                      <a:pt x="335592" y="1104114"/>
                      <a:pt x="326484" y="1102292"/>
                      <a:pt x="317983" y="1099661"/>
                    </a:cubicBezTo>
                    <a:cubicBezTo>
                      <a:pt x="313327" y="1098244"/>
                      <a:pt x="308672" y="1101078"/>
                      <a:pt x="307255" y="1105531"/>
                    </a:cubicBezTo>
                    <a:cubicBezTo>
                      <a:pt x="307255" y="1105733"/>
                      <a:pt x="307458" y="1105935"/>
                      <a:pt x="307255" y="1106340"/>
                    </a:cubicBezTo>
                    <a:cubicBezTo>
                      <a:pt x="281752" y="1092981"/>
                      <a:pt x="257666" y="1085897"/>
                      <a:pt x="236008" y="1085290"/>
                    </a:cubicBezTo>
                    <a:cubicBezTo>
                      <a:pt x="215768" y="1078610"/>
                      <a:pt x="193300" y="1073550"/>
                      <a:pt x="167393" y="1078408"/>
                    </a:cubicBezTo>
                    <a:lnTo>
                      <a:pt x="167393" y="1059180"/>
                    </a:lnTo>
                    <a:cubicBezTo>
                      <a:pt x="166987" y="956155"/>
                      <a:pt x="191883" y="840783"/>
                      <a:pt x="239044" y="725007"/>
                    </a:cubicBezTo>
                    <a:cubicBezTo>
                      <a:pt x="241068" y="725209"/>
                      <a:pt x="242890" y="725412"/>
                      <a:pt x="244914" y="725614"/>
                    </a:cubicBezTo>
                    <a:cubicBezTo>
                      <a:pt x="276287" y="740997"/>
                      <a:pt x="309886" y="754153"/>
                      <a:pt x="344903" y="764476"/>
                    </a:cubicBezTo>
                    <a:cubicBezTo>
                      <a:pt x="349558" y="765893"/>
                      <a:pt x="354213" y="763262"/>
                      <a:pt x="355630" y="758606"/>
                    </a:cubicBezTo>
                    <a:cubicBezTo>
                      <a:pt x="357047" y="753951"/>
                      <a:pt x="354416" y="749296"/>
                      <a:pt x="349760" y="747879"/>
                    </a:cubicBezTo>
                    <a:cubicBezTo>
                      <a:pt x="325067" y="740592"/>
                      <a:pt x="301385" y="731484"/>
                      <a:pt x="278513" y="721566"/>
                    </a:cubicBezTo>
                    <a:cubicBezTo>
                      <a:pt x="288431" y="717518"/>
                      <a:pt x="294301" y="711041"/>
                      <a:pt x="297135" y="704766"/>
                    </a:cubicBezTo>
                    <a:close/>
                    <a:moveTo>
                      <a:pt x="154843" y="692015"/>
                    </a:moveTo>
                    <a:cubicBezTo>
                      <a:pt x="173667" y="704766"/>
                      <a:pt x="197348" y="715696"/>
                      <a:pt x="221637" y="721971"/>
                    </a:cubicBezTo>
                    <a:cubicBezTo>
                      <a:pt x="174477" y="838759"/>
                      <a:pt x="149581" y="955345"/>
                      <a:pt x="149985" y="1059584"/>
                    </a:cubicBezTo>
                    <a:cubicBezTo>
                      <a:pt x="149985" y="1063228"/>
                      <a:pt x="150998" y="1409140"/>
                      <a:pt x="150998" y="1387280"/>
                    </a:cubicBezTo>
                    <a:cubicBezTo>
                      <a:pt x="150998" y="1407723"/>
                      <a:pt x="134400" y="1424320"/>
                      <a:pt x="113957" y="1424320"/>
                    </a:cubicBezTo>
                    <a:cubicBezTo>
                      <a:pt x="93514" y="1424320"/>
                      <a:pt x="76917" y="1407926"/>
                      <a:pt x="76917" y="1387685"/>
                    </a:cubicBezTo>
                    <a:cubicBezTo>
                      <a:pt x="75905" y="1058370"/>
                      <a:pt x="75905" y="1058775"/>
                      <a:pt x="75905" y="1059787"/>
                    </a:cubicBezTo>
                    <a:cubicBezTo>
                      <a:pt x="75702" y="945630"/>
                      <a:pt x="103027" y="818721"/>
                      <a:pt x="154843" y="692015"/>
                    </a:cubicBezTo>
                    <a:close/>
                    <a:moveTo>
                      <a:pt x="58903" y="1156537"/>
                    </a:moveTo>
                    <a:lnTo>
                      <a:pt x="59105" y="1247620"/>
                    </a:lnTo>
                    <a:cubicBezTo>
                      <a:pt x="44937" y="1255918"/>
                      <a:pt x="29958" y="1263205"/>
                      <a:pt x="20243" y="1275147"/>
                    </a:cubicBezTo>
                    <a:cubicBezTo>
                      <a:pt x="20041" y="1275349"/>
                      <a:pt x="19838" y="1275552"/>
                      <a:pt x="19636" y="1275754"/>
                    </a:cubicBezTo>
                    <a:cubicBezTo>
                      <a:pt x="19433" y="1270896"/>
                      <a:pt x="19231" y="1266039"/>
                      <a:pt x="19231" y="1260978"/>
                    </a:cubicBezTo>
                    <a:cubicBezTo>
                      <a:pt x="19838" y="1214020"/>
                      <a:pt x="34007" y="1176980"/>
                      <a:pt x="58903" y="1156537"/>
                    </a:cubicBezTo>
                    <a:close/>
                    <a:moveTo>
                      <a:pt x="17207" y="1342548"/>
                    </a:moveTo>
                    <a:cubicBezTo>
                      <a:pt x="17207" y="1310366"/>
                      <a:pt x="27530" y="1280005"/>
                      <a:pt x="59307" y="1270289"/>
                    </a:cubicBezTo>
                    <a:lnTo>
                      <a:pt x="59712" y="1387685"/>
                    </a:lnTo>
                    <a:cubicBezTo>
                      <a:pt x="59712" y="1417439"/>
                      <a:pt x="84001" y="1441727"/>
                      <a:pt x="113957" y="1441727"/>
                    </a:cubicBezTo>
                    <a:cubicBezTo>
                      <a:pt x="143913" y="1441727"/>
                      <a:pt x="168202" y="1417439"/>
                      <a:pt x="168202" y="1387482"/>
                    </a:cubicBezTo>
                    <a:lnTo>
                      <a:pt x="168202" y="1387482"/>
                    </a:lnTo>
                    <a:lnTo>
                      <a:pt x="168202" y="1387482"/>
                    </a:lnTo>
                    <a:lnTo>
                      <a:pt x="168202" y="1387280"/>
                    </a:lnTo>
                    <a:lnTo>
                      <a:pt x="167999" y="1321903"/>
                    </a:lnTo>
                    <a:cubicBezTo>
                      <a:pt x="204028" y="1361170"/>
                      <a:pt x="227507" y="1413593"/>
                      <a:pt x="232972" y="1457313"/>
                    </a:cubicBezTo>
                    <a:cubicBezTo>
                      <a:pt x="243092" y="1539085"/>
                      <a:pt x="194920" y="1574911"/>
                      <a:pt x="129745" y="1537870"/>
                    </a:cubicBezTo>
                    <a:cubicBezTo>
                      <a:pt x="67404" y="1501235"/>
                      <a:pt x="16802" y="1413795"/>
                      <a:pt x="17207" y="1342548"/>
                    </a:cubicBezTo>
                    <a:close/>
                    <a:moveTo>
                      <a:pt x="190062" y="1568434"/>
                    </a:moveTo>
                    <a:cubicBezTo>
                      <a:pt x="212731" y="1564790"/>
                      <a:pt x="235603" y="1545562"/>
                      <a:pt x="259892" y="1533215"/>
                    </a:cubicBezTo>
                    <a:cubicBezTo>
                      <a:pt x="284788" y="1518439"/>
                      <a:pt x="298349" y="1488888"/>
                      <a:pt x="298349" y="1450431"/>
                    </a:cubicBezTo>
                    <a:cubicBezTo>
                      <a:pt x="298349" y="1374124"/>
                      <a:pt x="244509" y="1275349"/>
                      <a:pt x="167999" y="1235880"/>
                    </a:cubicBezTo>
                    <a:lnTo>
                      <a:pt x="167797" y="1149250"/>
                    </a:lnTo>
                    <a:cubicBezTo>
                      <a:pt x="255844" y="1183659"/>
                      <a:pt x="353201" y="1305913"/>
                      <a:pt x="372430" y="1435858"/>
                    </a:cubicBezTo>
                    <a:cubicBezTo>
                      <a:pt x="379919" y="1479982"/>
                      <a:pt x="376073" y="1536049"/>
                      <a:pt x="347736" y="1569243"/>
                    </a:cubicBezTo>
                    <a:cubicBezTo>
                      <a:pt x="307458" y="1616809"/>
                      <a:pt x="242485" y="1602640"/>
                      <a:pt x="190062" y="1568434"/>
                    </a:cubicBezTo>
                    <a:close/>
                    <a:moveTo>
                      <a:pt x="359881" y="1796141"/>
                    </a:moveTo>
                    <a:cubicBezTo>
                      <a:pt x="310494" y="1766994"/>
                      <a:pt x="278109" y="1731776"/>
                      <a:pt x="264952" y="1693318"/>
                    </a:cubicBezTo>
                    <a:lnTo>
                      <a:pt x="279728" y="1684817"/>
                    </a:lnTo>
                    <a:cubicBezTo>
                      <a:pt x="283776" y="1682388"/>
                      <a:pt x="285193" y="1677126"/>
                      <a:pt x="282966" y="1673078"/>
                    </a:cubicBezTo>
                    <a:cubicBezTo>
                      <a:pt x="280538" y="1669030"/>
                      <a:pt x="275275" y="1667410"/>
                      <a:pt x="271227" y="1669839"/>
                    </a:cubicBezTo>
                    <a:lnTo>
                      <a:pt x="260904" y="1675911"/>
                    </a:lnTo>
                    <a:cubicBezTo>
                      <a:pt x="256249" y="1650206"/>
                      <a:pt x="259285" y="1659516"/>
                      <a:pt x="258273" y="1615189"/>
                    </a:cubicBezTo>
                    <a:cubicBezTo>
                      <a:pt x="263940" y="1616201"/>
                      <a:pt x="269405" y="1616404"/>
                      <a:pt x="274870" y="1616606"/>
                    </a:cubicBezTo>
                    <a:cubicBezTo>
                      <a:pt x="298147" y="1645955"/>
                      <a:pt x="330532" y="1668827"/>
                      <a:pt x="350772" y="1680567"/>
                    </a:cubicBezTo>
                    <a:cubicBezTo>
                      <a:pt x="483956" y="1757886"/>
                      <a:pt x="701947" y="1765982"/>
                      <a:pt x="851728" y="1692711"/>
                    </a:cubicBezTo>
                    <a:lnTo>
                      <a:pt x="851728" y="1803427"/>
                    </a:lnTo>
                    <a:cubicBezTo>
                      <a:pt x="710853" y="1876496"/>
                      <a:pt x="494279" y="1874269"/>
                      <a:pt x="359881" y="1796141"/>
                    </a:cubicBezTo>
                    <a:close/>
                    <a:moveTo>
                      <a:pt x="856383" y="1670851"/>
                    </a:moveTo>
                    <a:cubicBezTo>
                      <a:pt x="856181" y="1670851"/>
                      <a:pt x="856181" y="1671054"/>
                      <a:pt x="855979" y="1671054"/>
                    </a:cubicBezTo>
                    <a:cubicBezTo>
                      <a:pt x="715306" y="1746349"/>
                      <a:pt x="495493" y="1744729"/>
                      <a:pt x="359476" y="1665589"/>
                    </a:cubicBezTo>
                    <a:cubicBezTo>
                      <a:pt x="338628" y="1653444"/>
                      <a:pt x="314137" y="1635228"/>
                      <a:pt x="296325" y="1614785"/>
                    </a:cubicBezTo>
                    <a:cubicBezTo>
                      <a:pt x="311708" y="1612558"/>
                      <a:pt x="328508" y="1607296"/>
                      <a:pt x="351380" y="1592925"/>
                    </a:cubicBezTo>
                    <a:lnTo>
                      <a:pt x="391052" y="1570053"/>
                    </a:lnTo>
                    <a:cubicBezTo>
                      <a:pt x="561073" y="1644336"/>
                      <a:pt x="755383" y="1628346"/>
                      <a:pt x="910628" y="1531596"/>
                    </a:cubicBezTo>
                    <a:cubicBezTo>
                      <a:pt x="929452" y="1519856"/>
                      <a:pt x="947264" y="1506497"/>
                      <a:pt x="964468" y="1492734"/>
                    </a:cubicBezTo>
                    <a:cubicBezTo>
                      <a:pt x="987543" y="1578149"/>
                      <a:pt x="919939" y="1626322"/>
                      <a:pt x="856383" y="1670851"/>
                    </a:cubicBezTo>
                    <a:close/>
                    <a:moveTo>
                      <a:pt x="901317" y="1517022"/>
                    </a:moveTo>
                    <a:cubicBezTo>
                      <a:pt x="836547" y="1557504"/>
                      <a:pt x="764491" y="1583614"/>
                      <a:pt x="689398" y="1594139"/>
                    </a:cubicBezTo>
                    <a:cubicBezTo>
                      <a:pt x="741214" y="1562969"/>
                      <a:pt x="786958" y="1501032"/>
                      <a:pt x="821165" y="1417439"/>
                    </a:cubicBezTo>
                    <a:cubicBezTo>
                      <a:pt x="850109" y="1411569"/>
                      <a:pt x="878445" y="1404687"/>
                      <a:pt x="905568" y="1396388"/>
                    </a:cubicBezTo>
                    <a:cubicBezTo>
                      <a:pt x="923582" y="1437274"/>
                      <a:pt x="970945" y="1449621"/>
                      <a:pt x="1005759" y="1429178"/>
                    </a:cubicBezTo>
                    <a:lnTo>
                      <a:pt x="1011427" y="1425737"/>
                    </a:lnTo>
                    <a:cubicBezTo>
                      <a:pt x="978839" y="1460956"/>
                      <a:pt x="942001" y="1491519"/>
                      <a:pt x="901317" y="1517022"/>
                    </a:cubicBezTo>
                    <a:close/>
                    <a:moveTo>
                      <a:pt x="1073363" y="1369873"/>
                    </a:moveTo>
                    <a:lnTo>
                      <a:pt x="997056" y="1414402"/>
                    </a:lnTo>
                    <a:cubicBezTo>
                      <a:pt x="969933" y="1430190"/>
                      <a:pt x="929654" y="1418248"/>
                      <a:pt x="918927" y="1384042"/>
                    </a:cubicBezTo>
                    <a:cubicBezTo>
                      <a:pt x="918927" y="1383839"/>
                      <a:pt x="919129" y="1383637"/>
                      <a:pt x="918927" y="1383434"/>
                    </a:cubicBezTo>
                    <a:cubicBezTo>
                      <a:pt x="918927" y="1383232"/>
                      <a:pt x="918725" y="1383232"/>
                      <a:pt x="918725" y="1383232"/>
                    </a:cubicBezTo>
                    <a:cubicBezTo>
                      <a:pt x="912045" y="1360158"/>
                      <a:pt x="921356" y="1334452"/>
                      <a:pt x="943013" y="1321903"/>
                    </a:cubicBezTo>
                    <a:lnTo>
                      <a:pt x="1019320" y="1277374"/>
                    </a:lnTo>
                    <a:cubicBezTo>
                      <a:pt x="1045228" y="1262395"/>
                      <a:pt x="1077816" y="1271504"/>
                      <a:pt x="1092591" y="1296602"/>
                    </a:cubicBezTo>
                    <a:cubicBezTo>
                      <a:pt x="1107570" y="1322105"/>
                      <a:pt x="1098866" y="1355097"/>
                      <a:pt x="1073363" y="1369873"/>
                    </a:cubicBezTo>
                    <a:close/>
                    <a:moveTo>
                      <a:pt x="1297022" y="1205519"/>
                    </a:moveTo>
                    <a:lnTo>
                      <a:pt x="1115666" y="1310568"/>
                    </a:lnTo>
                    <a:cubicBezTo>
                      <a:pt x="1114249" y="1302877"/>
                      <a:pt x="1111618" y="1295185"/>
                      <a:pt x="1107570" y="1287899"/>
                    </a:cubicBezTo>
                    <a:cubicBezTo>
                      <a:pt x="1104534" y="1282838"/>
                      <a:pt x="1100890" y="1278386"/>
                      <a:pt x="1096842" y="1274337"/>
                    </a:cubicBezTo>
                    <a:lnTo>
                      <a:pt x="1247432" y="1186695"/>
                    </a:lnTo>
                    <a:cubicBezTo>
                      <a:pt x="1272531" y="1172325"/>
                      <a:pt x="1286497" y="1152489"/>
                      <a:pt x="1286699" y="1131034"/>
                    </a:cubicBezTo>
                    <a:cubicBezTo>
                      <a:pt x="1286699" y="1109376"/>
                      <a:pt x="1272936" y="1089338"/>
                      <a:pt x="1247837" y="1074360"/>
                    </a:cubicBezTo>
                    <a:cubicBezTo>
                      <a:pt x="1255124" y="1069705"/>
                      <a:pt x="1268483" y="1064442"/>
                      <a:pt x="1284068" y="1048654"/>
                    </a:cubicBezTo>
                    <a:lnTo>
                      <a:pt x="1296010" y="1055536"/>
                    </a:lnTo>
                    <a:cubicBezTo>
                      <a:pt x="1331431" y="1075979"/>
                      <a:pt x="1350862" y="1102697"/>
                      <a:pt x="1351064" y="1130831"/>
                    </a:cubicBezTo>
                    <a:cubicBezTo>
                      <a:pt x="1351064" y="1158561"/>
                      <a:pt x="1331835" y="1185279"/>
                      <a:pt x="1297022" y="120551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0BEF5586-3FC2-B268-5569-F5BC465C96C2}"/>
                  </a:ext>
                </a:extLst>
              </p:cNvPr>
              <p:cNvSpPr/>
              <p:nvPr/>
            </p:nvSpPr>
            <p:spPr>
              <a:xfrm>
                <a:off x="5869352" y="6031559"/>
                <a:ext cx="733925" cy="996517"/>
              </a:xfrm>
              <a:custGeom>
                <a:avLst/>
                <a:gdLst>
                  <a:gd name="connsiteX0" fmla="*/ 1214 w 733925"/>
                  <a:gd name="connsiteY0" fmla="*/ 982193 h 996517"/>
                  <a:gd name="connsiteX1" fmla="*/ 32385 w 733925"/>
                  <a:gd name="connsiteY1" fmla="*/ 983002 h 996517"/>
                  <a:gd name="connsiteX2" fmla="*/ 105049 w 733925"/>
                  <a:gd name="connsiteY2" fmla="*/ 826340 h 996517"/>
                  <a:gd name="connsiteX3" fmla="*/ 128123 w 733925"/>
                  <a:gd name="connsiteY3" fmla="*/ 799217 h 996517"/>
                  <a:gd name="connsiteX4" fmla="*/ 249162 w 733925"/>
                  <a:gd name="connsiteY4" fmla="*/ 729387 h 996517"/>
                  <a:gd name="connsiteX5" fmla="*/ 252401 w 733925"/>
                  <a:gd name="connsiteY5" fmla="*/ 717648 h 996517"/>
                  <a:gd name="connsiteX6" fmla="*/ 240661 w 733925"/>
                  <a:gd name="connsiteY6" fmla="*/ 714409 h 996517"/>
                  <a:gd name="connsiteX7" fmla="*/ 119622 w 733925"/>
                  <a:gd name="connsiteY7" fmla="*/ 784239 h 996517"/>
                  <a:gd name="connsiteX8" fmla="*/ 89463 w 733925"/>
                  <a:gd name="connsiteY8" fmla="*/ 819053 h 996517"/>
                  <a:gd name="connsiteX9" fmla="*/ 18621 w 733925"/>
                  <a:gd name="connsiteY9" fmla="*/ 971870 h 996517"/>
                  <a:gd name="connsiteX10" fmla="*/ 17205 w 733925"/>
                  <a:gd name="connsiteY10" fmla="*/ 447840 h 996517"/>
                  <a:gd name="connsiteX11" fmla="*/ 49185 w 733925"/>
                  <a:gd name="connsiteY11" fmla="*/ 392786 h 996517"/>
                  <a:gd name="connsiteX12" fmla="*/ 692634 w 733925"/>
                  <a:gd name="connsiteY12" fmla="*/ 21168 h 996517"/>
                  <a:gd name="connsiteX13" fmla="*/ 716113 w 733925"/>
                  <a:gd name="connsiteY13" fmla="*/ 34122 h 996517"/>
                  <a:gd name="connsiteX14" fmla="*/ 716518 w 733925"/>
                  <a:gd name="connsiteY14" fmla="*/ 153744 h 996517"/>
                  <a:gd name="connsiteX15" fmla="*/ 725221 w 733925"/>
                  <a:gd name="connsiteY15" fmla="*/ 162447 h 996517"/>
                  <a:gd name="connsiteX16" fmla="*/ 725221 w 733925"/>
                  <a:gd name="connsiteY16" fmla="*/ 162447 h 996517"/>
                  <a:gd name="connsiteX17" fmla="*/ 733925 w 733925"/>
                  <a:gd name="connsiteY17" fmla="*/ 153744 h 996517"/>
                  <a:gd name="connsiteX18" fmla="*/ 733520 w 733925"/>
                  <a:gd name="connsiteY18" fmla="*/ 34122 h 996517"/>
                  <a:gd name="connsiteX19" fmla="*/ 684133 w 733925"/>
                  <a:gd name="connsiteY19" fmla="*/ 6190 h 996517"/>
                  <a:gd name="connsiteX20" fmla="*/ 40684 w 733925"/>
                  <a:gd name="connsiteY20" fmla="*/ 377807 h 996517"/>
                  <a:gd name="connsiteX21" fmla="*/ 0 w 733925"/>
                  <a:gd name="connsiteY21" fmla="*/ 447840 h 996517"/>
                  <a:gd name="connsiteX22" fmla="*/ 1214 w 733925"/>
                  <a:gd name="connsiteY22" fmla="*/ 982193 h 99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33925" h="996517">
                    <a:moveTo>
                      <a:pt x="1214" y="982193"/>
                    </a:moveTo>
                    <a:cubicBezTo>
                      <a:pt x="1214" y="999802"/>
                      <a:pt x="23277" y="1002433"/>
                      <a:pt x="32385" y="983002"/>
                    </a:cubicBezTo>
                    <a:lnTo>
                      <a:pt x="105049" y="826340"/>
                    </a:lnTo>
                    <a:cubicBezTo>
                      <a:pt x="110514" y="814398"/>
                      <a:pt x="119217" y="804278"/>
                      <a:pt x="128123" y="799217"/>
                    </a:cubicBezTo>
                    <a:lnTo>
                      <a:pt x="249162" y="729387"/>
                    </a:lnTo>
                    <a:cubicBezTo>
                      <a:pt x="253210" y="726958"/>
                      <a:pt x="254627" y="721696"/>
                      <a:pt x="252401" y="717648"/>
                    </a:cubicBezTo>
                    <a:cubicBezTo>
                      <a:pt x="249972" y="713397"/>
                      <a:pt x="244709" y="712183"/>
                      <a:pt x="240661" y="714409"/>
                    </a:cubicBezTo>
                    <a:lnTo>
                      <a:pt x="119622" y="784239"/>
                    </a:lnTo>
                    <a:cubicBezTo>
                      <a:pt x="107680" y="791121"/>
                      <a:pt x="96750" y="803873"/>
                      <a:pt x="89463" y="819053"/>
                    </a:cubicBezTo>
                    <a:lnTo>
                      <a:pt x="18621" y="971870"/>
                    </a:lnTo>
                    <a:lnTo>
                      <a:pt x="17205" y="447840"/>
                    </a:lnTo>
                    <a:cubicBezTo>
                      <a:pt x="17205" y="428004"/>
                      <a:pt x="31778" y="402906"/>
                      <a:pt x="49185" y="392786"/>
                    </a:cubicBezTo>
                    <a:lnTo>
                      <a:pt x="692634" y="21168"/>
                    </a:lnTo>
                    <a:cubicBezTo>
                      <a:pt x="706398" y="13274"/>
                      <a:pt x="716113" y="17524"/>
                      <a:pt x="716113" y="34122"/>
                    </a:cubicBezTo>
                    <a:lnTo>
                      <a:pt x="716518" y="153744"/>
                    </a:lnTo>
                    <a:cubicBezTo>
                      <a:pt x="716518" y="158602"/>
                      <a:pt x="720364" y="162447"/>
                      <a:pt x="725221" y="162447"/>
                    </a:cubicBezTo>
                    <a:lnTo>
                      <a:pt x="725221" y="162447"/>
                    </a:lnTo>
                    <a:cubicBezTo>
                      <a:pt x="730079" y="162447"/>
                      <a:pt x="733925" y="158602"/>
                      <a:pt x="733925" y="153744"/>
                    </a:cubicBezTo>
                    <a:lnTo>
                      <a:pt x="733520" y="34122"/>
                    </a:lnTo>
                    <a:cubicBezTo>
                      <a:pt x="733520" y="5583"/>
                      <a:pt x="710648" y="-9193"/>
                      <a:pt x="684133" y="6190"/>
                    </a:cubicBezTo>
                    <a:lnTo>
                      <a:pt x="40684" y="377807"/>
                    </a:lnTo>
                    <a:cubicBezTo>
                      <a:pt x="17812" y="390964"/>
                      <a:pt x="0" y="421730"/>
                      <a:pt x="0" y="447840"/>
                    </a:cubicBezTo>
                    <a:lnTo>
                      <a:pt x="1214" y="982193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C66C4C65-4203-2CA2-CD6C-28D45B835BC2}"/>
                  </a:ext>
                </a:extLst>
              </p:cNvPr>
              <p:cNvSpPr/>
              <p:nvPr/>
            </p:nvSpPr>
            <p:spPr>
              <a:xfrm>
                <a:off x="6159968" y="6251287"/>
                <a:ext cx="443715" cy="479268"/>
              </a:xfrm>
              <a:custGeom>
                <a:avLst/>
                <a:gdLst>
                  <a:gd name="connsiteX0" fmla="*/ 13196 w 443715"/>
                  <a:gd name="connsiteY0" fmla="*/ 478084 h 479268"/>
                  <a:gd name="connsiteX1" fmla="*/ 403232 w 443715"/>
                  <a:gd name="connsiteY1" fmla="*/ 253008 h 479268"/>
                  <a:gd name="connsiteX2" fmla="*/ 443714 w 443715"/>
                  <a:gd name="connsiteY2" fmla="*/ 182975 h 479268"/>
                  <a:gd name="connsiteX3" fmla="*/ 443309 w 443715"/>
                  <a:gd name="connsiteY3" fmla="*/ 8704 h 479268"/>
                  <a:gd name="connsiteX4" fmla="*/ 434605 w 443715"/>
                  <a:gd name="connsiteY4" fmla="*/ 0 h 479268"/>
                  <a:gd name="connsiteX5" fmla="*/ 434605 w 443715"/>
                  <a:gd name="connsiteY5" fmla="*/ 0 h 479268"/>
                  <a:gd name="connsiteX6" fmla="*/ 425902 w 443715"/>
                  <a:gd name="connsiteY6" fmla="*/ 8704 h 479268"/>
                  <a:gd name="connsiteX7" fmla="*/ 426307 w 443715"/>
                  <a:gd name="connsiteY7" fmla="*/ 182975 h 479268"/>
                  <a:gd name="connsiteX8" fmla="*/ 394327 w 443715"/>
                  <a:gd name="connsiteY8" fmla="*/ 238030 h 479268"/>
                  <a:gd name="connsiteX9" fmla="*/ 4290 w 443715"/>
                  <a:gd name="connsiteY9" fmla="*/ 463106 h 479268"/>
                  <a:gd name="connsiteX10" fmla="*/ 1051 w 443715"/>
                  <a:gd name="connsiteY10" fmla="*/ 474845 h 479268"/>
                  <a:gd name="connsiteX11" fmla="*/ 13196 w 443715"/>
                  <a:gd name="connsiteY11" fmla="*/ 478084 h 479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3715" h="479268">
                    <a:moveTo>
                      <a:pt x="13196" y="478084"/>
                    </a:moveTo>
                    <a:lnTo>
                      <a:pt x="403232" y="253008"/>
                    </a:lnTo>
                    <a:cubicBezTo>
                      <a:pt x="426104" y="239851"/>
                      <a:pt x="443916" y="209086"/>
                      <a:pt x="443714" y="182975"/>
                    </a:cubicBezTo>
                    <a:lnTo>
                      <a:pt x="443309" y="8704"/>
                    </a:lnTo>
                    <a:cubicBezTo>
                      <a:pt x="443309" y="3846"/>
                      <a:pt x="439463" y="0"/>
                      <a:pt x="434605" y="0"/>
                    </a:cubicBezTo>
                    <a:lnTo>
                      <a:pt x="434605" y="0"/>
                    </a:lnTo>
                    <a:cubicBezTo>
                      <a:pt x="429748" y="0"/>
                      <a:pt x="425902" y="3846"/>
                      <a:pt x="425902" y="8704"/>
                    </a:cubicBezTo>
                    <a:lnTo>
                      <a:pt x="426307" y="182975"/>
                    </a:lnTo>
                    <a:cubicBezTo>
                      <a:pt x="426307" y="202811"/>
                      <a:pt x="411734" y="227909"/>
                      <a:pt x="394327" y="238030"/>
                    </a:cubicBezTo>
                    <a:lnTo>
                      <a:pt x="4290" y="463106"/>
                    </a:lnTo>
                    <a:cubicBezTo>
                      <a:pt x="242" y="465534"/>
                      <a:pt x="-1175" y="470797"/>
                      <a:pt x="1051" y="474845"/>
                    </a:cubicBezTo>
                    <a:cubicBezTo>
                      <a:pt x="3885" y="479096"/>
                      <a:pt x="9148" y="480513"/>
                      <a:pt x="13196" y="47808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328FC241-6647-0F87-C7B7-947A290BE532}"/>
                  </a:ext>
                </a:extLst>
              </p:cNvPr>
              <p:cNvSpPr/>
              <p:nvPr/>
            </p:nvSpPr>
            <p:spPr>
              <a:xfrm>
                <a:off x="6197211" y="6300343"/>
                <a:ext cx="147158" cy="92263"/>
              </a:xfrm>
              <a:custGeom>
                <a:avLst/>
                <a:gdLst>
                  <a:gd name="connsiteX0" fmla="*/ 145974 w 147158"/>
                  <a:gd name="connsiteY0" fmla="*/ 4380 h 92263"/>
                  <a:gd name="connsiteX1" fmla="*/ 134235 w 147158"/>
                  <a:gd name="connsiteY1" fmla="*/ 1141 h 92263"/>
                  <a:gd name="connsiteX2" fmla="*/ 4290 w 147158"/>
                  <a:gd name="connsiteY2" fmla="*/ 76234 h 92263"/>
                  <a:gd name="connsiteX3" fmla="*/ 1051 w 147158"/>
                  <a:gd name="connsiteY3" fmla="*/ 87974 h 92263"/>
                  <a:gd name="connsiteX4" fmla="*/ 12791 w 147158"/>
                  <a:gd name="connsiteY4" fmla="*/ 91212 h 92263"/>
                  <a:gd name="connsiteX5" fmla="*/ 142736 w 147158"/>
                  <a:gd name="connsiteY5" fmla="*/ 16119 h 92263"/>
                  <a:gd name="connsiteX6" fmla="*/ 145974 w 147158"/>
                  <a:gd name="connsiteY6" fmla="*/ 4380 h 92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158" h="92263">
                    <a:moveTo>
                      <a:pt x="145974" y="4380"/>
                    </a:moveTo>
                    <a:cubicBezTo>
                      <a:pt x="143545" y="332"/>
                      <a:pt x="138283" y="-1288"/>
                      <a:pt x="134235" y="1141"/>
                    </a:cubicBezTo>
                    <a:lnTo>
                      <a:pt x="4290" y="76234"/>
                    </a:lnTo>
                    <a:cubicBezTo>
                      <a:pt x="242" y="78663"/>
                      <a:pt x="-1175" y="83925"/>
                      <a:pt x="1051" y="87974"/>
                    </a:cubicBezTo>
                    <a:cubicBezTo>
                      <a:pt x="3480" y="92022"/>
                      <a:pt x="8743" y="93438"/>
                      <a:pt x="12791" y="91212"/>
                    </a:cubicBezTo>
                    <a:lnTo>
                      <a:pt x="142736" y="16119"/>
                    </a:lnTo>
                    <a:cubicBezTo>
                      <a:pt x="146986" y="13893"/>
                      <a:pt x="148403" y="8630"/>
                      <a:pt x="145974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9DA71AC1-49AD-0DA9-11E4-8AF1C0623DC7}"/>
                  </a:ext>
                </a:extLst>
              </p:cNvPr>
              <p:cNvSpPr/>
              <p:nvPr/>
            </p:nvSpPr>
            <p:spPr>
              <a:xfrm>
                <a:off x="6370673" y="6198377"/>
                <a:ext cx="150397" cy="94038"/>
              </a:xfrm>
              <a:custGeom>
                <a:avLst/>
                <a:gdLst>
                  <a:gd name="connsiteX0" fmla="*/ 149213 w 150397"/>
                  <a:gd name="connsiteY0" fmla="*/ 4333 h 94038"/>
                  <a:gd name="connsiteX1" fmla="*/ 137473 w 150397"/>
                  <a:gd name="connsiteY1" fmla="*/ 1095 h 94038"/>
                  <a:gd name="connsiteX2" fmla="*/ 4290 w 150397"/>
                  <a:gd name="connsiteY2" fmla="*/ 78009 h 94038"/>
                  <a:gd name="connsiteX3" fmla="*/ 1051 w 150397"/>
                  <a:gd name="connsiteY3" fmla="*/ 89749 h 94038"/>
                  <a:gd name="connsiteX4" fmla="*/ 12791 w 150397"/>
                  <a:gd name="connsiteY4" fmla="*/ 92987 h 94038"/>
                  <a:gd name="connsiteX5" fmla="*/ 145974 w 150397"/>
                  <a:gd name="connsiteY5" fmla="*/ 16073 h 94038"/>
                  <a:gd name="connsiteX6" fmla="*/ 149213 w 150397"/>
                  <a:gd name="connsiteY6" fmla="*/ 4333 h 94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397" h="94038">
                    <a:moveTo>
                      <a:pt x="149213" y="4333"/>
                    </a:moveTo>
                    <a:cubicBezTo>
                      <a:pt x="146784" y="83"/>
                      <a:pt x="141521" y="-1132"/>
                      <a:pt x="137473" y="1095"/>
                    </a:cubicBezTo>
                    <a:lnTo>
                      <a:pt x="4290" y="78009"/>
                    </a:lnTo>
                    <a:cubicBezTo>
                      <a:pt x="242" y="80438"/>
                      <a:pt x="-1175" y="85701"/>
                      <a:pt x="1051" y="89749"/>
                    </a:cubicBezTo>
                    <a:cubicBezTo>
                      <a:pt x="3480" y="93797"/>
                      <a:pt x="8743" y="95213"/>
                      <a:pt x="12791" y="92987"/>
                    </a:cubicBezTo>
                    <a:lnTo>
                      <a:pt x="145974" y="16073"/>
                    </a:lnTo>
                    <a:cubicBezTo>
                      <a:pt x="150225" y="13846"/>
                      <a:pt x="151642" y="8584"/>
                      <a:pt x="149213" y="433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C759CDE-2548-12BC-9587-2F298CF63D4E}"/>
                  </a:ext>
                </a:extLst>
              </p:cNvPr>
              <p:cNvSpPr/>
              <p:nvPr/>
            </p:nvSpPr>
            <p:spPr>
              <a:xfrm>
                <a:off x="6303069" y="6299895"/>
                <a:ext cx="217867" cy="133326"/>
              </a:xfrm>
              <a:custGeom>
                <a:avLst/>
                <a:gdLst>
                  <a:gd name="connsiteX0" fmla="*/ 12791 w 217867"/>
                  <a:gd name="connsiteY0" fmla="*/ 132142 h 133326"/>
                  <a:gd name="connsiteX1" fmla="*/ 213578 w 217867"/>
                  <a:gd name="connsiteY1" fmla="*/ 16163 h 133326"/>
                  <a:gd name="connsiteX2" fmla="*/ 216817 w 217867"/>
                  <a:gd name="connsiteY2" fmla="*/ 4423 h 133326"/>
                  <a:gd name="connsiteX3" fmla="*/ 205077 w 217867"/>
                  <a:gd name="connsiteY3" fmla="*/ 1185 h 133326"/>
                  <a:gd name="connsiteX4" fmla="*/ 4290 w 217867"/>
                  <a:gd name="connsiteY4" fmla="*/ 117163 h 133326"/>
                  <a:gd name="connsiteX5" fmla="*/ 1051 w 217867"/>
                  <a:gd name="connsiteY5" fmla="*/ 128903 h 133326"/>
                  <a:gd name="connsiteX6" fmla="*/ 12791 w 217867"/>
                  <a:gd name="connsiteY6" fmla="*/ 132142 h 13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867" h="133326">
                    <a:moveTo>
                      <a:pt x="12791" y="132142"/>
                    </a:moveTo>
                    <a:lnTo>
                      <a:pt x="213578" y="16163"/>
                    </a:lnTo>
                    <a:cubicBezTo>
                      <a:pt x="217626" y="13734"/>
                      <a:pt x="219043" y="8471"/>
                      <a:pt x="216817" y="4423"/>
                    </a:cubicBezTo>
                    <a:cubicBezTo>
                      <a:pt x="214388" y="172"/>
                      <a:pt x="209125" y="-1244"/>
                      <a:pt x="205077" y="1185"/>
                    </a:cubicBezTo>
                    <a:lnTo>
                      <a:pt x="4290" y="117163"/>
                    </a:lnTo>
                    <a:cubicBezTo>
                      <a:pt x="242" y="119592"/>
                      <a:pt x="-1175" y="124855"/>
                      <a:pt x="1051" y="128903"/>
                    </a:cubicBezTo>
                    <a:cubicBezTo>
                      <a:pt x="3480" y="133154"/>
                      <a:pt x="8743" y="134570"/>
                      <a:pt x="12791" y="13214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20BAF8E8-0925-3C46-7F2C-FCF4829973CF}"/>
                  </a:ext>
                </a:extLst>
              </p:cNvPr>
              <p:cNvSpPr/>
              <p:nvPr/>
            </p:nvSpPr>
            <p:spPr>
              <a:xfrm>
                <a:off x="6197211" y="6446032"/>
                <a:ext cx="70515" cy="48182"/>
              </a:xfrm>
              <a:custGeom>
                <a:avLst/>
                <a:gdLst>
                  <a:gd name="connsiteX0" fmla="*/ 57725 w 70515"/>
                  <a:gd name="connsiteY0" fmla="*/ 1185 h 48182"/>
                  <a:gd name="connsiteX1" fmla="*/ 4290 w 70515"/>
                  <a:gd name="connsiteY1" fmla="*/ 32153 h 48182"/>
                  <a:gd name="connsiteX2" fmla="*/ 1051 w 70515"/>
                  <a:gd name="connsiteY2" fmla="*/ 43892 h 48182"/>
                  <a:gd name="connsiteX3" fmla="*/ 12791 w 70515"/>
                  <a:gd name="connsiteY3" fmla="*/ 47131 h 48182"/>
                  <a:gd name="connsiteX4" fmla="*/ 66226 w 70515"/>
                  <a:gd name="connsiteY4" fmla="*/ 16163 h 48182"/>
                  <a:gd name="connsiteX5" fmla="*/ 69465 w 70515"/>
                  <a:gd name="connsiteY5" fmla="*/ 4423 h 48182"/>
                  <a:gd name="connsiteX6" fmla="*/ 57725 w 70515"/>
                  <a:gd name="connsiteY6" fmla="*/ 1185 h 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515" h="48182">
                    <a:moveTo>
                      <a:pt x="57725" y="1185"/>
                    </a:moveTo>
                    <a:lnTo>
                      <a:pt x="4290" y="32153"/>
                    </a:lnTo>
                    <a:cubicBezTo>
                      <a:pt x="242" y="34582"/>
                      <a:pt x="-1175" y="39844"/>
                      <a:pt x="1051" y="43892"/>
                    </a:cubicBezTo>
                    <a:cubicBezTo>
                      <a:pt x="3480" y="47940"/>
                      <a:pt x="8743" y="49357"/>
                      <a:pt x="12791" y="47131"/>
                    </a:cubicBezTo>
                    <a:lnTo>
                      <a:pt x="66226" y="16163"/>
                    </a:lnTo>
                    <a:cubicBezTo>
                      <a:pt x="70274" y="13734"/>
                      <a:pt x="71691" y="8471"/>
                      <a:pt x="69465" y="4423"/>
                    </a:cubicBezTo>
                    <a:cubicBezTo>
                      <a:pt x="67036" y="173"/>
                      <a:pt x="61773" y="-1244"/>
                      <a:pt x="57725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9B3B7A2D-4B18-0B1F-021C-4DCE581CF294}"/>
                  </a:ext>
                </a:extLst>
              </p:cNvPr>
              <p:cNvSpPr/>
              <p:nvPr/>
            </p:nvSpPr>
            <p:spPr>
              <a:xfrm>
                <a:off x="5937523" y="6401344"/>
                <a:ext cx="583546" cy="344056"/>
              </a:xfrm>
              <a:custGeom>
                <a:avLst/>
                <a:gdLst>
                  <a:gd name="connsiteX0" fmla="*/ 582362 w 583546"/>
                  <a:gd name="connsiteY0" fmla="*/ 4380 h 344056"/>
                  <a:gd name="connsiteX1" fmla="*/ 570623 w 583546"/>
                  <a:gd name="connsiteY1" fmla="*/ 1141 h 344056"/>
                  <a:gd name="connsiteX2" fmla="*/ 4290 w 583546"/>
                  <a:gd name="connsiteY2" fmla="*/ 328027 h 344056"/>
                  <a:gd name="connsiteX3" fmla="*/ 1051 w 583546"/>
                  <a:gd name="connsiteY3" fmla="*/ 339767 h 344056"/>
                  <a:gd name="connsiteX4" fmla="*/ 12791 w 583546"/>
                  <a:gd name="connsiteY4" fmla="*/ 343005 h 344056"/>
                  <a:gd name="connsiteX5" fmla="*/ 579124 w 583546"/>
                  <a:gd name="connsiteY5" fmla="*/ 16119 h 344056"/>
                  <a:gd name="connsiteX6" fmla="*/ 582362 w 583546"/>
                  <a:gd name="connsiteY6" fmla="*/ 4380 h 34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3546" h="344056">
                    <a:moveTo>
                      <a:pt x="582362" y="4380"/>
                    </a:moveTo>
                    <a:cubicBezTo>
                      <a:pt x="579933" y="332"/>
                      <a:pt x="574671" y="-1288"/>
                      <a:pt x="570623" y="1141"/>
                    </a:cubicBezTo>
                    <a:lnTo>
                      <a:pt x="4290" y="328027"/>
                    </a:lnTo>
                    <a:cubicBezTo>
                      <a:pt x="242" y="330456"/>
                      <a:pt x="-1175" y="335719"/>
                      <a:pt x="1051" y="339767"/>
                    </a:cubicBezTo>
                    <a:cubicBezTo>
                      <a:pt x="3480" y="343815"/>
                      <a:pt x="8743" y="345232"/>
                      <a:pt x="12791" y="343005"/>
                    </a:cubicBezTo>
                    <a:lnTo>
                      <a:pt x="579124" y="16119"/>
                    </a:lnTo>
                    <a:cubicBezTo>
                      <a:pt x="583374" y="13893"/>
                      <a:pt x="584791" y="8428"/>
                      <a:pt x="582362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EC968540-D0C0-4FF2-D1AD-8367D7AF77E0}"/>
                  </a:ext>
                </a:extLst>
              </p:cNvPr>
              <p:cNvSpPr/>
              <p:nvPr/>
            </p:nvSpPr>
            <p:spPr>
              <a:xfrm>
                <a:off x="6392167" y="5213955"/>
                <a:ext cx="694860" cy="827385"/>
              </a:xfrm>
              <a:custGeom>
                <a:avLst/>
                <a:gdLst>
                  <a:gd name="connsiteX0" fmla="*/ 252198 w 694860"/>
                  <a:gd name="connsiteY0" fmla="*/ 694861 h 827385"/>
                  <a:gd name="connsiteX1" fmla="*/ 240459 w 694860"/>
                  <a:gd name="connsiteY1" fmla="*/ 691623 h 827385"/>
                  <a:gd name="connsiteX2" fmla="*/ 38862 w 694860"/>
                  <a:gd name="connsiteY2" fmla="*/ 808411 h 827385"/>
                  <a:gd name="connsiteX3" fmla="*/ 18419 w 694860"/>
                  <a:gd name="connsiteY3" fmla="*/ 796671 h 827385"/>
                  <a:gd name="connsiteX4" fmla="*/ 17002 w 694860"/>
                  <a:gd name="connsiteY4" fmla="*/ 425458 h 827385"/>
                  <a:gd name="connsiteX5" fmla="*/ 48982 w 694860"/>
                  <a:gd name="connsiteY5" fmla="*/ 370202 h 827385"/>
                  <a:gd name="connsiteX6" fmla="*/ 653570 w 694860"/>
                  <a:gd name="connsiteY6" fmla="*/ 21253 h 827385"/>
                  <a:gd name="connsiteX7" fmla="*/ 677049 w 694860"/>
                  <a:gd name="connsiteY7" fmla="*/ 34005 h 827385"/>
                  <a:gd name="connsiteX8" fmla="*/ 677454 w 694860"/>
                  <a:gd name="connsiteY8" fmla="*/ 153627 h 827385"/>
                  <a:gd name="connsiteX9" fmla="*/ 686157 w 694860"/>
                  <a:gd name="connsiteY9" fmla="*/ 162330 h 827385"/>
                  <a:gd name="connsiteX10" fmla="*/ 686157 w 694860"/>
                  <a:gd name="connsiteY10" fmla="*/ 162330 h 827385"/>
                  <a:gd name="connsiteX11" fmla="*/ 694861 w 694860"/>
                  <a:gd name="connsiteY11" fmla="*/ 153627 h 827385"/>
                  <a:gd name="connsiteX12" fmla="*/ 694456 w 694860"/>
                  <a:gd name="connsiteY12" fmla="*/ 34005 h 827385"/>
                  <a:gd name="connsiteX13" fmla="*/ 645271 w 694860"/>
                  <a:gd name="connsiteY13" fmla="*/ 6073 h 827385"/>
                  <a:gd name="connsiteX14" fmla="*/ 40481 w 694860"/>
                  <a:gd name="connsiteY14" fmla="*/ 355021 h 827385"/>
                  <a:gd name="connsiteX15" fmla="*/ 0 w 694860"/>
                  <a:gd name="connsiteY15" fmla="*/ 426268 h 827385"/>
                  <a:gd name="connsiteX16" fmla="*/ 1417 w 694860"/>
                  <a:gd name="connsiteY16" fmla="*/ 796469 h 827385"/>
                  <a:gd name="connsiteX17" fmla="*/ 47768 w 694860"/>
                  <a:gd name="connsiteY17" fmla="*/ 823187 h 827385"/>
                  <a:gd name="connsiteX18" fmla="*/ 249365 w 694860"/>
                  <a:gd name="connsiteY18" fmla="*/ 706398 h 827385"/>
                  <a:gd name="connsiteX19" fmla="*/ 252198 w 694860"/>
                  <a:gd name="connsiteY19" fmla="*/ 694861 h 827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94860" h="827385">
                    <a:moveTo>
                      <a:pt x="252198" y="694861"/>
                    </a:moveTo>
                    <a:cubicBezTo>
                      <a:pt x="249769" y="690813"/>
                      <a:pt x="244507" y="689396"/>
                      <a:pt x="240459" y="691623"/>
                    </a:cubicBezTo>
                    <a:lnTo>
                      <a:pt x="38862" y="808411"/>
                    </a:lnTo>
                    <a:cubicBezTo>
                      <a:pt x="29754" y="813674"/>
                      <a:pt x="18419" y="806994"/>
                      <a:pt x="18419" y="796671"/>
                    </a:cubicBezTo>
                    <a:lnTo>
                      <a:pt x="17002" y="425458"/>
                    </a:lnTo>
                    <a:cubicBezTo>
                      <a:pt x="17002" y="405623"/>
                      <a:pt x="31576" y="380322"/>
                      <a:pt x="48982" y="370202"/>
                    </a:cubicBezTo>
                    <a:lnTo>
                      <a:pt x="653570" y="21253"/>
                    </a:lnTo>
                    <a:cubicBezTo>
                      <a:pt x="668346" y="13157"/>
                      <a:pt x="677049" y="18015"/>
                      <a:pt x="677049" y="34005"/>
                    </a:cubicBezTo>
                    <a:lnTo>
                      <a:pt x="677454" y="153627"/>
                    </a:lnTo>
                    <a:cubicBezTo>
                      <a:pt x="677454" y="158485"/>
                      <a:pt x="681300" y="162330"/>
                      <a:pt x="686157" y="162330"/>
                    </a:cubicBezTo>
                    <a:lnTo>
                      <a:pt x="686157" y="162330"/>
                    </a:lnTo>
                    <a:cubicBezTo>
                      <a:pt x="691015" y="162330"/>
                      <a:pt x="694861" y="158485"/>
                      <a:pt x="694861" y="153627"/>
                    </a:cubicBezTo>
                    <a:lnTo>
                      <a:pt x="694456" y="34005"/>
                    </a:lnTo>
                    <a:cubicBezTo>
                      <a:pt x="694456" y="7287"/>
                      <a:pt x="673406" y="-9715"/>
                      <a:pt x="645271" y="6073"/>
                    </a:cubicBezTo>
                    <a:lnTo>
                      <a:pt x="40481" y="355021"/>
                    </a:lnTo>
                    <a:cubicBezTo>
                      <a:pt x="17812" y="368380"/>
                      <a:pt x="0" y="399146"/>
                      <a:pt x="0" y="426268"/>
                    </a:cubicBezTo>
                    <a:lnTo>
                      <a:pt x="1417" y="796469"/>
                    </a:lnTo>
                    <a:cubicBezTo>
                      <a:pt x="1619" y="820151"/>
                      <a:pt x="27325" y="835129"/>
                      <a:pt x="47768" y="823187"/>
                    </a:cubicBezTo>
                    <a:lnTo>
                      <a:pt x="249365" y="706398"/>
                    </a:lnTo>
                    <a:cubicBezTo>
                      <a:pt x="253210" y="704172"/>
                      <a:pt x="254627" y="698909"/>
                      <a:pt x="252198" y="69486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83D77ADB-2CAF-AD5C-669D-6417828A47C0}"/>
                  </a:ext>
                </a:extLst>
              </p:cNvPr>
              <p:cNvSpPr/>
              <p:nvPr/>
            </p:nvSpPr>
            <p:spPr>
              <a:xfrm>
                <a:off x="6720026" y="5460201"/>
                <a:ext cx="147158" cy="92216"/>
              </a:xfrm>
              <a:custGeom>
                <a:avLst/>
                <a:gdLst>
                  <a:gd name="connsiteX0" fmla="*/ 145974 w 147158"/>
                  <a:gd name="connsiteY0" fmla="*/ 4333 h 92216"/>
                  <a:gd name="connsiteX1" fmla="*/ 134235 w 147158"/>
                  <a:gd name="connsiteY1" fmla="*/ 1095 h 92216"/>
                  <a:gd name="connsiteX2" fmla="*/ 4290 w 147158"/>
                  <a:gd name="connsiteY2" fmla="*/ 76187 h 92216"/>
                  <a:gd name="connsiteX3" fmla="*/ 1051 w 147158"/>
                  <a:gd name="connsiteY3" fmla="*/ 87927 h 92216"/>
                  <a:gd name="connsiteX4" fmla="*/ 12791 w 147158"/>
                  <a:gd name="connsiteY4" fmla="*/ 91165 h 92216"/>
                  <a:gd name="connsiteX5" fmla="*/ 142736 w 147158"/>
                  <a:gd name="connsiteY5" fmla="*/ 16073 h 92216"/>
                  <a:gd name="connsiteX6" fmla="*/ 145974 w 147158"/>
                  <a:gd name="connsiteY6" fmla="*/ 4333 h 92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158" h="92216">
                    <a:moveTo>
                      <a:pt x="145974" y="4333"/>
                    </a:moveTo>
                    <a:cubicBezTo>
                      <a:pt x="143545" y="83"/>
                      <a:pt x="138283" y="-1132"/>
                      <a:pt x="134235" y="1095"/>
                    </a:cubicBezTo>
                    <a:lnTo>
                      <a:pt x="4290" y="76187"/>
                    </a:lnTo>
                    <a:cubicBezTo>
                      <a:pt x="242" y="78616"/>
                      <a:pt x="-1175" y="83879"/>
                      <a:pt x="1051" y="87927"/>
                    </a:cubicBezTo>
                    <a:cubicBezTo>
                      <a:pt x="3480" y="91975"/>
                      <a:pt x="8743" y="93392"/>
                      <a:pt x="12791" y="91165"/>
                    </a:cubicBezTo>
                    <a:lnTo>
                      <a:pt x="142736" y="16073"/>
                    </a:lnTo>
                    <a:cubicBezTo>
                      <a:pt x="146986" y="13846"/>
                      <a:pt x="148403" y="8584"/>
                      <a:pt x="145974" y="433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A5A7EEA0-780E-149B-02DB-8729827DDCEF}"/>
                  </a:ext>
                </a:extLst>
              </p:cNvPr>
              <p:cNvSpPr/>
              <p:nvPr/>
            </p:nvSpPr>
            <p:spPr>
              <a:xfrm>
                <a:off x="6893488" y="5380811"/>
                <a:ext cx="111199" cy="71415"/>
              </a:xfrm>
              <a:custGeom>
                <a:avLst/>
                <a:gdLst>
                  <a:gd name="connsiteX0" fmla="*/ 110148 w 111199"/>
                  <a:gd name="connsiteY0" fmla="*/ 4380 h 71415"/>
                  <a:gd name="connsiteX1" fmla="*/ 98409 w 111199"/>
                  <a:gd name="connsiteY1" fmla="*/ 1141 h 71415"/>
                  <a:gd name="connsiteX2" fmla="*/ 4290 w 111199"/>
                  <a:gd name="connsiteY2" fmla="*/ 55386 h 71415"/>
                  <a:gd name="connsiteX3" fmla="*/ 1051 w 111199"/>
                  <a:gd name="connsiteY3" fmla="*/ 67126 h 71415"/>
                  <a:gd name="connsiteX4" fmla="*/ 12791 w 111199"/>
                  <a:gd name="connsiteY4" fmla="*/ 70364 h 71415"/>
                  <a:gd name="connsiteX5" fmla="*/ 106910 w 111199"/>
                  <a:gd name="connsiteY5" fmla="*/ 16119 h 71415"/>
                  <a:gd name="connsiteX6" fmla="*/ 110148 w 111199"/>
                  <a:gd name="connsiteY6" fmla="*/ 4380 h 71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199" h="71415">
                    <a:moveTo>
                      <a:pt x="110148" y="4380"/>
                    </a:moveTo>
                    <a:cubicBezTo>
                      <a:pt x="107719" y="332"/>
                      <a:pt x="102457" y="-1288"/>
                      <a:pt x="98409" y="1141"/>
                    </a:cubicBezTo>
                    <a:lnTo>
                      <a:pt x="4290" y="55386"/>
                    </a:lnTo>
                    <a:cubicBezTo>
                      <a:pt x="242" y="57815"/>
                      <a:pt x="-1175" y="63078"/>
                      <a:pt x="1051" y="67126"/>
                    </a:cubicBezTo>
                    <a:cubicBezTo>
                      <a:pt x="3480" y="71174"/>
                      <a:pt x="8743" y="72591"/>
                      <a:pt x="12791" y="70364"/>
                    </a:cubicBezTo>
                    <a:lnTo>
                      <a:pt x="106910" y="16119"/>
                    </a:lnTo>
                    <a:cubicBezTo>
                      <a:pt x="110958" y="13690"/>
                      <a:pt x="112375" y="8428"/>
                      <a:pt x="110148" y="438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4D2D80EB-C44D-68A2-E343-28FEEC7BE44E}"/>
                  </a:ext>
                </a:extLst>
              </p:cNvPr>
              <p:cNvSpPr/>
              <p:nvPr/>
            </p:nvSpPr>
            <p:spPr>
              <a:xfrm>
                <a:off x="6812728" y="5482217"/>
                <a:ext cx="191757" cy="118304"/>
              </a:xfrm>
              <a:custGeom>
                <a:avLst/>
                <a:gdLst>
                  <a:gd name="connsiteX0" fmla="*/ 12791 w 191757"/>
                  <a:gd name="connsiteY0" fmla="*/ 117120 h 118304"/>
                  <a:gd name="connsiteX1" fmla="*/ 187467 w 191757"/>
                  <a:gd name="connsiteY1" fmla="*/ 16119 h 118304"/>
                  <a:gd name="connsiteX2" fmla="*/ 190706 w 191757"/>
                  <a:gd name="connsiteY2" fmla="*/ 4380 h 118304"/>
                  <a:gd name="connsiteX3" fmla="*/ 178966 w 191757"/>
                  <a:gd name="connsiteY3" fmla="*/ 1141 h 118304"/>
                  <a:gd name="connsiteX4" fmla="*/ 4290 w 191757"/>
                  <a:gd name="connsiteY4" fmla="*/ 102142 h 118304"/>
                  <a:gd name="connsiteX5" fmla="*/ 1051 w 191757"/>
                  <a:gd name="connsiteY5" fmla="*/ 113882 h 118304"/>
                  <a:gd name="connsiteX6" fmla="*/ 12791 w 191757"/>
                  <a:gd name="connsiteY6" fmla="*/ 117120 h 118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757" h="118304">
                    <a:moveTo>
                      <a:pt x="12791" y="117120"/>
                    </a:moveTo>
                    <a:lnTo>
                      <a:pt x="187467" y="16119"/>
                    </a:lnTo>
                    <a:cubicBezTo>
                      <a:pt x="191516" y="13690"/>
                      <a:pt x="192933" y="8428"/>
                      <a:pt x="190706" y="4380"/>
                    </a:cubicBezTo>
                    <a:cubicBezTo>
                      <a:pt x="188277" y="332"/>
                      <a:pt x="183015" y="-1288"/>
                      <a:pt x="178966" y="1141"/>
                    </a:cubicBezTo>
                    <a:lnTo>
                      <a:pt x="4290" y="102142"/>
                    </a:lnTo>
                    <a:cubicBezTo>
                      <a:pt x="242" y="104571"/>
                      <a:pt x="-1175" y="109833"/>
                      <a:pt x="1051" y="113882"/>
                    </a:cubicBezTo>
                    <a:cubicBezTo>
                      <a:pt x="3480" y="118132"/>
                      <a:pt x="8743" y="119549"/>
                      <a:pt x="12791" y="11712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DC50DD25-B8EF-D119-E89E-5D7C332E3CF4}"/>
                  </a:ext>
                </a:extLst>
              </p:cNvPr>
              <p:cNvSpPr/>
              <p:nvPr/>
            </p:nvSpPr>
            <p:spPr>
              <a:xfrm>
                <a:off x="6719740" y="5605887"/>
                <a:ext cx="70802" cy="48346"/>
              </a:xfrm>
              <a:custGeom>
                <a:avLst/>
                <a:gdLst>
                  <a:gd name="connsiteX0" fmla="*/ 57809 w 70802"/>
                  <a:gd name="connsiteY0" fmla="*/ 1141 h 48346"/>
                  <a:gd name="connsiteX1" fmla="*/ 4374 w 70802"/>
                  <a:gd name="connsiteY1" fmla="*/ 32109 h 48346"/>
                  <a:gd name="connsiteX2" fmla="*/ 13077 w 70802"/>
                  <a:gd name="connsiteY2" fmla="*/ 47087 h 48346"/>
                  <a:gd name="connsiteX3" fmla="*/ 66513 w 70802"/>
                  <a:gd name="connsiteY3" fmla="*/ 16119 h 48346"/>
                  <a:gd name="connsiteX4" fmla="*/ 69751 w 70802"/>
                  <a:gd name="connsiteY4" fmla="*/ 4380 h 48346"/>
                  <a:gd name="connsiteX5" fmla="*/ 57809 w 70802"/>
                  <a:gd name="connsiteY5" fmla="*/ 1141 h 48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802" h="48346">
                    <a:moveTo>
                      <a:pt x="57809" y="1141"/>
                    </a:moveTo>
                    <a:lnTo>
                      <a:pt x="4374" y="32109"/>
                    </a:lnTo>
                    <a:cubicBezTo>
                      <a:pt x="-5544" y="37777"/>
                      <a:pt x="3159" y="52755"/>
                      <a:pt x="13077" y="47087"/>
                    </a:cubicBezTo>
                    <a:lnTo>
                      <a:pt x="66513" y="16119"/>
                    </a:lnTo>
                    <a:cubicBezTo>
                      <a:pt x="70561" y="13690"/>
                      <a:pt x="71977" y="8428"/>
                      <a:pt x="69751" y="4380"/>
                    </a:cubicBezTo>
                    <a:cubicBezTo>
                      <a:pt x="67322" y="332"/>
                      <a:pt x="62059" y="-1288"/>
                      <a:pt x="57809" y="114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70DA5B3F-D30F-BB22-8FD2-2CACDEC86528}"/>
                  </a:ext>
                </a:extLst>
              </p:cNvPr>
              <p:cNvSpPr/>
              <p:nvPr/>
            </p:nvSpPr>
            <p:spPr>
              <a:xfrm>
                <a:off x="6460339" y="5583579"/>
                <a:ext cx="544349" cy="321632"/>
              </a:xfrm>
              <a:custGeom>
                <a:avLst/>
                <a:gdLst>
                  <a:gd name="connsiteX0" fmla="*/ 543298 w 544349"/>
                  <a:gd name="connsiteY0" fmla="*/ 4423 h 321632"/>
                  <a:gd name="connsiteX1" fmla="*/ 531558 w 544349"/>
                  <a:gd name="connsiteY1" fmla="*/ 1185 h 321632"/>
                  <a:gd name="connsiteX2" fmla="*/ 4290 w 544349"/>
                  <a:gd name="connsiteY2" fmla="*/ 305604 h 321632"/>
                  <a:gd name="connsiteX3" fmla="*/ 1051 w 544349"/>
                  <a:gd name="connsiteY3" fmla="*/ 317343 h 321632"/>
                  <a:gd name="connsiteX4" fmla="*/ 12791 w 544349"/>
                  <a:gd name="connsiteY4" fmla="*/ 320582 h 321632"/>
                  <a:gd name="connsiteX5" fmla="*/ 540059 w 544349"/>
                  <a:gd name="connsiteY5" fmla="*/ 16163 h 321632"/>
                  <a:gd name="connsiteX6" fmla="*/ 543298 w 544349"/>
                  <a:gd name="connsiteY6" fmla="*/ 4423 h 32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44349" h="321632">
                    <a:moveTo>
                      <a:pt x="543298" y="4423"/>
                    </a:moveTo>
                    <a:cubicBezTo>
                      <a:pt x="540869" y="173"/>
                      <a:pt x="535606" y="-1244"/>
                      <a:pt x="531558" y="1185"/>
                    </a:cubicBezTo>
                    <a:lnTo>
                      <a:pt x="4290" y="305604"/>
                    </a:lnTo>
                    <a:cubicBezTo>
                      <a:pt x="242" y="308033"/>
                      <a:pt x="-1175" y="313295"/>
                      <a:pt x="1051" y="317343"/>
                    </a:cubicBezTo>
                    <a:cubicBezTo>
                      <a:pt x="3480" y="321391"/>
                      <a:pt x="8743" y="322808"/>
                      <a:pt x="12791" y="320582"/>
                    </a:cubicBezTo>
                    <a:lnTo>
                      <a:pt x="540059" y="16163"/>
                    </a:lnTo>
                    <a:cubicBezTo>
                      <a:pt x="544107" y="13936"/>
                      <a:pt x="545524" y="8674"/>
                      <a:pt x="543298" y="442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A7E9D10B-BA3A-AC30-3907-8FBA9313B9D6}"/>
                  </a:ext>
                </a:extLst>
              </p:cNvPr>
              <p:cNvSpPr/>
              <p:nvPr/>
            </p:nvSpPr>
            <p:spPr>
              <a:xfrm>
                <a:off x="6683188" y="5433566"/>
                <a:ext cx="404447" cy="456801"/>
              </a:xfrm>
              <a:custGeom>
                <a:avLst/>
                <a:gdLst>
                  <a:gd name="connsiteX0" fmla="*/ 12791 w 404447"/>
                  <a:gd name="connsiteY0" fmla="*/ 455617 h 456801"/>
                  <a:gd name="connsiteX1" fmla="*/ 289480 w 404447"/>
                  <a:gd name="connsiteY1" fmla="*/ 295918 h 456801"/>
                  <a:gd name="connsiteX2" fmla="*/ 312757 w 404447"/>
                  <a:gd name="connsiteY2" fmla="*/ 295918 h 456801"/>
                  <a:gd name="connsiteX3" fmla="*/ 377122 w 404447"/>
                  <a:gd name="connsiteY3" fmla="*/ 332958 h 456801"/>
                  <a:gd name="connsiteX4" fmla="*/ 404447 w 404447"/>
                  <a:gd name="connsiteY4" fmla="*/ 317171 h 456801"/>
                  <a:gd name="connsiteX5" fmla="*/ 404042 w 404447"/>
                  <a:gd name="connsiteY5" fmla="*/ 8704 h 456801"/>
                  <a:gd name="connsiteX6" fmla="*/ 395339 w 404447"/>
                  <a:gd name="connsiteY6" fmla="*/ 0 h 456801"/>
                  <a:gd name="connsiteX7" fmla="*/ 395339 w 404447"/>
                  <a:gd name="connsiteY7" fmla="*/ 0 h 456801"/>
                  <a:gd name="connsiteX8" fmla="*/ 386635 w 404447"/>
                  <a:gd name="connsiteY8" fmla="*/ 8704 h 456801"/>
                  <a:gd name="connsiteX9" fmla="*/ 385826 w 404447"/>
                  <a:gd name="connsiteY9" fmla="*/ 317980 h 456801"/>
                  <a:gd name="connsiteX10" fmla="*/ 321461 w 404447"/>
                  <a:gd name="connsiteY10" fmla="*/ 280940 h 456801"/>
                  <a:gd name="connsiteX11" fmla="*/ 280979 w 404447"/>
                  <a:gd name="connsiteY11" fmla="*/ 280940 h 456801"/>
                  <a:gd name="connsiteX12" fmla="*/ 4290 w 404447"/>
                  <a:gd name="connsiteY12" fmla="*/ 440638 h 456801"/>
                  <a:gd name="connsiteX13" fmla="*/ 1051 w 404447"/>
                  <a:gd name="connsiteY13" fmla="*/ 452378 h 456801"/>
                  <a:gd name="connsiteX14" fmla="*/ 12791 w 404447"/>
                  <a:gd name="connsiteY14" fmla="*/ 455617 h 45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04447" h="456801">
                    <a:moveTo>
                      <a:pt x="12791" y="455617"/>
                    </a:moveTo>
                    <a:lnTo>
                      <a:pt x="289480" y="295918"/>
                    </a:lnTo>
                    <a:cubicBezTo>
                      <a:pt x="296564" y="291870"/>
                      <a:pt x="305470" y="291870"/>
                      <a:pt x="312757" y="295918"/>
                    </a:cubicBezTo>
                    <a:lnTo>
                      <a:pt x="377122" y="332958"/>
                    </a:lnTo>
                    <a:cubicBezTo>
                      <a:pt x="389267" y="340043"/>
                      <a:pt x="404447" y="331339"/>
                      <a:pt x="404447" y="317171"/>
                    </a:cubicBezTo>
                    <a:lnTo>
                      <a:pt x="404042" y="8704"/>
                    </a:lnTo>
                    <a:cubicBezTo>
                      <a:pt x="404042" y="3846"/>
                      <a:pt x="400196" y="0"/>
                      <a:pt x="395339" y="0"/>
                    </a:cubicBezTo>
                    <a:lnTo>
                      <a:pt x="395339" y="0"/>
                    </a:lnTo>
                    <a:cubicBezTo>
                      <a:pt x="390481" y="0"/>
                      <a:pt x="386635" y="3846"/>
                      <a:pt x="386635" y="8704"/>
                    </a:cubicBezTo>
                    <a:lnTo>
                      <a:pt x="385826" y="317980"/>
                    </a:lnTo>
                    <a:lnTo>
                      <a:pt x="321461" y="280940"/>
                    </a:lnTo>
                    <a:cubicBezTo>
                      <a:pt x="308911" y="273653"/>
                      <a:pt x="293528" y="273653"/>
                      <a:pt x="280979" y="280940"/>
                    </a:cubicBezTo>
                    <a:lnTo>
                      <a:pt x="4290" y="440638"/>
                    </a:lnTo>
                    <a:cubicBezTo>
                      <a:pt x="242" y="443067"/>
                      <a:pt x="-1175" y="448330"/>
                      <a:pt x="1051" y="452378"/>
                    </a:cubicBezTo>
                    <a:cubicBezTo>
                      <a:pt x="3278" y="456629"/>
                      <a:pt x="8540" y="458045"/>
                      <a:pt x="12791" y="45561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F1E0425C-673C-2271-42E1-45AC85597089}"/>
                  </a:ext>
                </a:extLst>
              </p:cNvPr>
              <p:cNvSpPr/>
              <p:nvPr/>
            </p:nvSpPr>
            <p:spPr>
              <a:xfrm>
                <a:off x="5869150" y="5069879"/>
                <a:ext cx="695265" cy="886449"/>
              </a:xfrm>
              <a:custGeom>
                <a:avLst/>
                <a:gdLst>
                  <a:gd name="connsiteX0" fmla="*/ 645069 w 695265"/>
                  <a:gd name="connsiteY0" fmla="*/ 6237 h 886449"/>
                  <a:gd name="connsiteX1" fmla="*/ 40684 w 695265"/>
                  <a:gd name="connsiteY1" fmla="*/ 355186 h 886449"/>
                  <a:gd name="connsiteX2" fmla="*/ 0 w 695265"/>
                  <a:gd name="connsiteY2" fmla="*/ 425218 h 886449"/>
                  <a:gd name="connsiteX3" fmla="*/ 1619 w 695265"/>
                  <a:gd name="connsiteY3" fmla="*/ 872131 h 886449"/>
                  <a:gd name="connsiteX4" fmla="*/ 32790 w 695265"/>
                  <a:gd name="connsiteY4" fmla="*/ 872941 h 886449"/>
                  <a:gd name="connsiteX5" fmla="*/ 105454 w 695265"/>
                  <a:gd name="connsiteY5" fmla="*/ 716278 h 886449"/>
                  <a:gd name="connsiteX6" fmla="*/ 128528 w 695265"/>
                  <a:gd name="connsiteY6" fmla="*/ 689156 h 886449"/>
                  <a:gd name="connsiteX7" fmla="*/ 249567 w 695265"/>
                  <a:gd name="connsiteY7" fmla="*/ 619326 h 886449"/>
                  <a:gd name="connsiteX8" fmla="*/ 252805 w 695265"/>
                  <a:gd name="connsiteY8" fmla="*/ 607586 h 886449"/>
                  <a:gd name="connsiteX9" fmla="*/ 241066 w 695265"/>
                  <a:gd name="connsiteY9" fmla="*/ 604348 h 886449"/>
                  <a:gd name="connsiteX10" fmla="*/ 120027 w 695265"/>
                  <a:gd name="connsiteY10" fmla="*/ 674178 h 886449"/>
                  <a:gd name="connsiteX11" fmla="*/ 89868 w 695265"/>
                  <a:gd name="connsiteY11" fmla="*/ 708992 h 886449"/>
                  <a:gd name="connsiteX12" fmla="*/ 19026 w 695265"/>
                  <a:gd name="connsiteY12" fmla="*/ 861808 h 886449"/>
                  <a:gd name="connsiteX13" fmla="*/ 17609 w 695265"/>
                  <a:gd name="connsiteY13" fmla="*/ 425218 h 886449"/>
                  <a:gd name="connsiteX14" fmla="*/ 49590 w 695265"/>
                  <a:gd name="connsiteY14" fmla="*/ 370164 h 886449"/>
                  <a:gd name="connsiteX15" fmla="*/ 653975 w 695265"/>
                  <a:gd name="connsiteY15" fmla="*/ 21215 h 886449"/>
                  <a:gd name="connsiteX16" fmla="*/ 677454 w 695265"/>
                  <a:gd name="connsiteY16" fmla="*/ 34169 h 886449"/>
                  <a:gd name="connsiteX17" fmla="*/ 677858 w 695265"/>
                  <a:gd name="connsiteY17" fmla="*/ 153791 h 886449"/>
                  <a:gd name="connsiteX18" fmla="*/ 686562 w 695265"/>
                  <a:gd name="connsiteY18" fmla="*/ 162495 h 886449"/>
                  <a:gd name="connsiteX19" fmla="*/ 686562 w 695265"/>
                  <a:gd name="connsiteY19" fmla="*/ 162495 h 886449"/>
                  <a:gd name="connsiteX20" fmla="*/ 695266 w 695265"/>
                  <a:gd name="connsiteY20" fmla="*/ 153791 h 886449"/>
                  <a:gd name="connsiteX21" fmla="*/ 694861 w 695265"/>
                  <a:gd name="connsiteY21" fmla="*/ 34169 h 886449"/>
                  <a:gd name="connsiteX22" fmla="*/ 645069 w 695265"/>
                  <a:gd name="connsiteY22" fmla="*/ 6237 h 88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95265" h="886449">
                    <a:moveTo>
                      <a:pt x="645069" y="6237"/>
                    </a:moveTo>
                    <a:lnTo>
                      <a:pt x="40684" y="355186"/>
                    </a:lnTo>
                    <a:cubicBezTo>
                      <a:pt x="17812" y="368342"/>
                      <a:pt x="0" y="399108"/>
                      <a:pt x="0" y="425218"/>
                    </a:cubicBezTo>
                    <a:lnTo>
                      <a:pt x="1619" y="872131"/>
                    </a:lnTo>
                    <a:cubicBezTo>
                      <a:pt x="1619" y="889943"/>
                      <a:pt x="23681" y="892169"/>
                      <a:pt x="32790" y="872941"/>
                    </a:cubicBezTo>
                    <a:lnTo>
                      <a:pt x="105454" y="716278"/>
                    </a:lnTo>
                    <a:cubicBezTo>
                      <a:pt x="110918" y="704336"/>
                      <a:pt x="119622" y="694216"/>
                      <a:pt x="128528" y="689156"/>
                    </a:cubicBezTo>
                    <a:lnTo>
                      <a:pt x="249567" y="619326"/>
                    </a:lnTo>
                    <a:cubicBezTo>
                      <a:pt x="253615" y="616897"/>
                      <a:pt x="255032" y="611634"/>
                      <a:pt x="252805" y="607586"/>
                    </a:cubicBezTo>
                    <a:cubicBezTo>
                      <a:pt x="250376" y="603336"/>
                      <a:pt x="245114" y="601919"/>
                      <a:pt x="241066" y="604348"/>
                    </a:cubicBezTo>
                    <a:lnTo>
                      <a:pt x="120027" y="674178"/>
                    </a:lnTo>
                    <a:cubicBezTo>
                      <a:pt x="108085" y="681060"/>
                      <a:pt x="96952" y="693811"/>
                      <a:pt x="89868" y="708992"/>
                    </a:cubicBezTo>
                    <a:lnTo>
                      <a:pt x="19026" y="861808"/>
                    </a:lnTo>
                    <a:lnTo>
                      <a:pt x="17609" y="425218"/>
                    </a:lnTo>
                    <a:cubicBezTo>
                      <a:pt x="17609" y="405382"/>
                      <a:pt x="32182" y="380284"/>
                      <a:pt x="49590" y="370164"/>
                    </a:cubicBezTo>
                    <a:lnTo>
                      <a:pt x="653975" y="21215"/>
                    </a:lnTo>
                    <a:cubicBezTo>
                      <a:pt x="668143" y="13119"/>
                      <a:pt x="677454" y="17977"/>
                      <a:pt x="677454" y="34169"/>
                    </a:cubicBezTo>
                    <a:lnTo>
                      <a:pt x="677858" y="153791"/>
                    </a:lnTo>
                    <a:cubicBezTo>
                      <a:pt x="677858" y="158649"/>
                      <a:pt x="681704" y="162495"/>
                      <a:pt x="686562" y="162495"/>
                    </a:cubicBezTo>
                    <a:lnTo>
                      <a:pt x="686562" y="162495"/>
                    </a:lnTo>
                    <a:cubicBezTo>
                      <a:pt x="691420" y="162495"/>
                      <a:pt x="695266" y="158649"/>
                      <a:pt x="695266" y="153791"/>
                    </a:cubicBezTo>
                    <a:lnTo>
                      <a:pt x="694861" y="34169"/>
                    </a:lnTo>
                    <a:cubicBezTo>
                      <a:pt x="694456" y="4820"/>
                      <a:pt x="670977" y="-8943"/>
                      <a:pt x="645069" y="623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7E2309E-8EF6-A4C3-638E-FD0468AE0F79}"/>
                  </a:ext>
                </a:extLst>
              </p:cNvPr>
              <p:cNvSpPr/>
              <p:nvPr/>
            </p:nvSpPr>
            <p:spPr>
              <a:xfrm>
                <a:off x="6160239" y="5289655"/>
                <a:ext cx="404377" cy="369025"/>
              </a:xfrm>
              <a:custGeom>
                <a:avLst/>
                <a:gdLst>
                  <a:gd name="connsiteX0" fmla="*/ 1185 w 404377"/>
                  <a:gd name="connsiteY0" fmla="*/ 364736 h 369025"/>
                  <a:gd name="connsiteX1" fmla="*/ 12924 w 404377"/>
                  <a:gd name="connsiteY1" fmla="*/ 367975 h 369025"/>
                  <a:gd name="connsiteX2" fmla="*/ 363694 w 404377"/>
                  <a:gd name="connsiteY2" fmla="*/ 165366 h 369025"/>
                  <a:gd name="connsiteX3" fmla="*/ 404378 w 404377"/>
                  <a:gd name="connsiteY3" fmla="*/ 95333 h 369025"/>
                  <a:gd name="connsiteX4" fmla="*/ 403771 w 404377"/>
                  <a:gd name="connsiteY4" fmla="*/ 8501 h 369025"/>
                  <a:gd name="connsiteX5" fmla="*/ 395067 w 404377"/>
                  <a:gd name="connsiteY5" fmla="*/ 0 h 369025"/>
                  <a:gd name="connsiteX6" fmla="*/ 395067 w 404377"/>
                  <a:gd name="connsiteY6" fmla="*/ 0 h 369025"/>
                  <a:gd name="connsiteX7" fmla="*/ 386566 w 404377"/>
                  <a:gd name="connsiteY7" fmla="*/ 8703 h 369025"/>
                  <a:gd name="connsiteX8" fmla="*/ 387173 w 404377"/>
                  <a:gd name="connsiteY8" fmla="*/ 95536 h 369025"/>
                  <a:gd name="connsiteX9" fmla="*/ 355193 w 404377"/>
                  <a:gd name="connsiteY9" fmla="*/ 150590 h 369025"/>
                  <a:gd name="connsiteX10" fmla="*/ 4423 w 404377"/>
                  <a:gd name="connsiteY10" fmla="*/ 353199 h 369025"/>
                  <a:gd name="connsiteX11" fmla="*/ 1185 w 404377"/>
                  <a:gd name="connsiteY11" fmla="*/ 364736 h 369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4377" h="369025">
                    <a:moveTo>
                      <a:pt x="1185" y="364736"/>
                    </a:moveTo>
                    <a:cubicBezTo>
                      <a:pt x="3614" y="368784"/>
                      <a:pt x="8876" y="370201"/>
                      <a:pt x="12924" y="367975"/>
                    </a:cubicBezTo>
                    <a:lnTo>
                      <a:pt x="363694" y="165366"/>
                    </a:lnTo>
                    <a:cubicBezTo>
                      <a:pt x="386566" y="152210"/>
                      <a:pt x="404378" y="121444"/>
                      <a:pt x="404378" y="95333"/>
                    </a:cubicBezTo>
                    <a:lnTo>
                      <a:pt x="403771" y="8501"/>
                    </a:lnTo>
                    <a:cubicBezTo>
                      <a:pt x="403771" y="3643"/>
                      <a:pt x="399925" y="0"/>
                      <a:pt x="395067" y="0"/>
                    </a:cubicBezTo>
                    <a:cubicBezTo>
                      <a:pt x="395067" y="0"/>
                      <a:pt x="395067" y="0"/>
                      <a:pt x="395067" y="0"/>
                    </a:cubicBezTo>
                    <a:cubicBezTo>
                      <a:pt x="390209" y="0"/>
                      <a:pt x="386364" y="3846"/>
                      <a:pt x="386566" y="8703"/>
                    </a:cubicBezTo>
                    <a:lnTo>
                      <a:pt x="387173" y="95536"/>
                    </a:lnTo>
                    <a:cubicBezTo>
                      <a:pt x="387173" y="115372"/>
                      <a:pt x="372600" y="140470"/>
                      <a:pt x="355193" y="150590"/>
                    </a:cubicBezTo>
                    <a:lnTo>
                      <a:pt x="4423" y="353199"/>
                    </a:lnTo>
                    <a:cubicBezTo>
                      <a:pt x="172" y="355223"/>
                      <a:pt x="-1244" y="360688"/>
                      <a:pt x="1185" y="36473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EC3B8ACE-3B62-E024-BB61-695C313C232A}"/>
                  </a:ext>
                </a:extLst>
              </p:cNvPr>
              <p:cNvSpPr/>
              <p:nvPr/>
            </p:nvSpPr>
            <p:spPr>
              <a:xfrm>
                <a:off x="6197127" y="5315998"/>
                <a:ext cx="147311" cy="92514"/>
              </a:xfrm>
              <a:custGeom>
                <a:avLst/>
                <a:gdLst>
                  <a:gd name="connsiteX0" fmla="*/ 134319 w 147311"/>
                  <a:gd name="connsiteY0" fmla="*/ 1185 h 92514"/>
                  <a:gd name="connsiteX1" fmla="*/ 4374 w 147311"/>
                  <a:gd name="connsiteY1" fmla="*/ 76277 h 92514"/>
                  <a:gd name="connsiteX2" fmla="*/ 13077 w 147311"/>
                  <a:gd name="connsiteY2" fmla="*/ 91255 h 92514"/>
                  <a:gd name="connsiteX3" fmla="*/ 143022 w 147311"/>
                  <a:gd name="connsiteY3" fmla="*/ 16163 h 92514"/>
                  <a:gd name="connsiteX4" fmla="*/ 146261 w 147311"/>
                  <a:gd name="connsiteY4" fmla="*/ 4423 h 92514"/>
                  <a:gd name="connsiteX5" fmla="*/ 134319 w 147311"/>
                  <a:gd name="connsiteY5" fmla="*/ 1185 h 9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7311" h="92514">
                    <a:moveTo>
                      <a:pt x="134319" y="1185"/>
                    </a:moveTo>
                    <a:lnTo>
                      <a:pt x="4374" y="76277"/>
                    </a:lnTo>
                    <a:cubicBezTo>
                      <a:pt x="-5544" y="81945"/>
                      <a:pt x="3159" y="96923"/>
                      <a:pt x="13077" y="91255"/>
                    </a:cubicBezTo>
                    <a:lnTo>
                      <a:pt x="143022" y="16163"/>
                    </a:lnTo>
                    <a:cubicBezTo>
                      <a:pt x="147070" y="13734"/>
                      <a:pt x="148487" y="8471"/>
                      <a:pt x="146261" y="4423"/>
                    </a:cubicBezTo>
                    <a:cubicBezTo>
                      <a:pt x="143832" y="172"/>
                      <a:pt x="138367" y="-1244"/>
                      <a:pt x="134319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83D9F51F-4826-3ADA-F6CF-C96CBF113FC6}"/>
                  </a:ext>
                </a:extLst>
              </p:cNvPr>
              <p:cNvSpPr/>
              <p:nvPr/>
            </p:nvSpPr>
            <p:spPr>
              <a:xfrm>
                <a:off x="6370875" y="5236655"/>
                <a:ext cx="111199" cy="71591"/>
              </a:xfrm>
              <a:custGeom>
                <a:avLst/>
                <a:gdLst>
                  <a:gd name="connsiteX0" fmla="*/ 12791 w 111199"/>
                  <a:gd name="connsiteY0" fmla="*/ 70407 h 71591"/>
                  <a:gd name="connsiteX1" fmla="*/ 106910 w 111199"/>
                  <a:gd name="connsiteY1" fmla="*/ 16163 h 71591"/>
                  <a:gd name="connsiteX2" fmla="*/ 110148 w 111199"/>
                  <a:gd name="connsiteY2" fmla="*/ 4423 h 71591"/>
                  <a:gd name="connsiteX3" fmla="*/ 98409 w 111199"/>
                  <a:gd name="connsiteY3" fmla="*/ 1185 h 71591"/>
                  <a:gd name="connsiteX4" fmla="*/ 4290 w 111199"/>
                  <a:gd name="connsiteY4" fmla="*/ 55429 h 71591"/>
                  <a:gd name="connsiteX5" fmla="*/ 1051 w 111199"/>
                  <a:gd name="connsiteY5" fmla="*/ 67169 h 71591"/>
                  <a:gd name="connsiteX6" fmla="*/ 12791 w 111199"/>
                  <a:gd name="connsiteY6" fmla="*/ 70407 h 7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199" h="71591">
                    <a:moveTo>
                      <a:pt x="12791" y="70407"/>
                    </a:moveTo>
                    <a:lnTo>
                      <a:pt x="106910" y="16163"/>
                    </a:lnTo>
                    <a:cubicBezTo>
                      <a:pt x="110958" y="13734"/>
                      <a:pt x="112375" y="8471"/>
                      <a:pt x="110148" y="4423"/>
                    </a:cubicBezTo>
                    <a:cubicBezTo>
                      <a:pt x="107720" y="173"/>
                      <a:pt x="102457" y="-1244"/>
                      <a:pt x="98409" y="1185"/>
                    </a:cubicBezTo>
                    <a:lnTo>
                      <a:pt x="4290" y="55429"/>
                    </a:lnTo>
                    <a:cubicBezTo>
                      <a:pt x="242" y="57858"/>
                      <a:pt x="-1175" y="63121"/>
                      <a:pt x="1051" y="67169"/>
                    </a:cubicBezTo>
                    <a:cubicBezTo>
                      <a:pt x="3278" y="71419"/>
                      <a:pt x="8540" y="72836"/>
                      <a:pt x="12791" y="7040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2E981B14-1E96-9222-7C68-B326353307DD}"/>
                  </a:ext>
                </a:extLst>
              </p:cNvPr>
              <p:cNvSpPr/>
              <p:nvPr/>
            </p:nvSpPr>
            <p:spPr>
              <a:xfrm>
                <a:off x="6302936" y="5338263"/>
                <a:ext cx="178936" cy="110523"/>
              </a:xfrm>
              <a:custGeom>
                <a:avLst/>
                <a:gdLst>
                  <a:gd name="connsiteX0" fmla="*/ 1185 w 178936"/>
                  <a:gd name="connsiteY0" fmla="*/ 106233 h 110523"/>
                  <a:gd name="connsiteX1" fmla="*/ 12924 w 178936"/>
                  <a:gd name="connsiteY1" fmla="*/ 109472 h 110523"/>
                  <a:gd name="connsiteX2" fmla="*/ 174647 w 178936"/>
                  <a:gd name="connsiteY2" fmla="*/ 16163 h 110523"/>
                  <a:gd name="connsiteX3" fmla="*/ 177885 w 178936"/>
                  <a:gd name="connsiteY3" fmla="*/ 4423 h 110523"/>
                  <a:gd name="connsiteX4" fmla="*/ 166146 w 178936"/>
                  <a:gd name="connsiteY4" fmla="*/ 1185 h 110523"/>
                  <a:gd name="connsiteX5" fmla="*/ 4423 w 178936"/>
                  <a:gd name="connsiteY5" fmla="*/ 94494 h 110523"/>
                  <a:gd name="connsiteX6" fmla="*/ 1185 w 178936"/>
                  <a:gd name="connsiteY6" fmla="*/ 106233 h 110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936" h="110523">
                    <a:moveTo>
                      <a:pt x="1185" y="106233"/>
                    </a:moveTo>
                    <a:cubicBezTo>
                      <a:pt x="3614" y="110282"/>
                      <a:pt x="8876" y="111698"/>
                      <a:pt x="12924" y="109472"/>
                    </a:cubicBezTo>
                    <a:lnTo>
                      <a:pt x="174647" y="16163"/>
                    </a:lnTo>
                    <a:cubicBezTo>
                      <a:pt x="178695" y="13734"/>
                      <a:pt x="180112" y="8471"/>
                      <a:pt x="177885" y="4423"/>
                    </a:cubicBezTo>
                    <a:cubicBezTo>
                      <a:pt x="175456" y="172"/>
                      <a:pt x="170194" y="-1244"/>
                      <a:pt x="166146" y="1185"/>
                    </a:cubicBezTo>
                    <a:lnTo>
                      <a:pt x="4423" y="94494"/>
                    </a:lnTo>
                    <a:cubicBezTo>
                      <a:pt x="172" y="96720"/>
                      <a:pt x="-1244" y="102185"/>
                      <a:pt x="1185" y="10623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9FC298FD-12C9-3457-6BB4-B327FE142EA4}"/>
                  </a:ext>
                </a:extLst>
              </p:cNvPr>
              <p:cNvSpPr/>
              <p:nvPr/>
            </p:nvSpPr>
            <p:spPr>
              <a:xfrm>
                <a:off x="6197077" y="5461730"/>
                <a:ext cx="70649" cy="48182"/>
              </a:xfrm>
              <a:custGeom>
                <a:avLst/>
                <a:gdLst>
                  <a:gd name="connsiteX0" fmla="*/ 1185 w 70649"/>
                  <a:gd name="connsiteY0" fmla="*/ 43892 h 48182"/>
                  <a:gd name="connsiteX1" fmla="*/ 12924 w 70649"/>
                  <a:gd name="connsiteY1" fmla="*/ 47131 h 48182"/>
                  <a:gd name="connsiteX2" fmla="*/ 66359 w 70649"/>
                  <a:gd name="connsiteY2" fmla="*/ 16163 h 48182"/>
                  <a:gd name="connsiteX3" fmla="*/ 69598 w 70649"/>
                  <a:gd name="connsiteY3" fmla="*/ 4423 h 48182"/>
                  <a:gd name="connsiteX4" fmla="*/ 57858 w 70649"/>
                  <a:gd name="connsiteY4" fmla="*/ 1185 h 48182"/>
                  <a:gd name="connsiteX5" fmla="*/ 4423 w 70649"/>
                  <a:gd name="connsiteY5" fmla="*/ 32153 h 48182"/>
                  <a:gd name="connsiteX6" fmla="*/ 1185 w 70649"/>
                  <a:gd name="connsiteY6" fmla="*/ 43892 h 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649" h="48182">
                    <a:moveTo>
                      <a:pt x="1185" y="43892"/>
                    </a:moveTo>
                    <a:cubicBezTo>
                      <a:pt x="3613" y="47940"/>
                      <a:pt x="8876" y="49357"/>
                      <a:pt x="12924" y="47131"/>
                    </a:cubicBezTo>
                    <a:lnTo>
                      <a:pt x="66359" y="16163"/>
                    </a:lnTo>
                    <a:cubicBezTo>
                      <a:pt x="70407" y="13734"/>
                      <a:pt x="71824" y="8471"/>
                      <a:pt x="69598" y="4423"/>
                    </a:cubicBezTo>
                    <a:cubicBezTo>
                      <a:pt x="67169" y="172"/>
                      <a:pt x="61907" y="-1244"/>
                      <a:pt x="57858" y="1185"/>
                    </a:cubicBezTo>
                    <a:lnTo>
                      <a:pt x="4423" y="32153"/>
                    </a:lnTo>
                    <a:cubicBezTo>
                      <a:pt x="173" y="34379"/>
                      <a:pt x="-1244" y="39844"/>
                      <a:pt x="1185" y="438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8A6AB110-0697-3FF6-7278-F47C76BE247F}"/>
                  </a:ext>
                </a:extLst>
              </p:cNvPr>
              <p:cNvSpPr/>
              <p:nvPr/>
            </p:nvSpPr>
            <p:spPr>
              <a:xfrm>
                <a:off x="6831824" y="6687636"/>
                <a:ext cx="44469" cy="33001"/>
              </a:xfrm>
              <a:custGeom>
                <a:avLst/>
                <a:gdLst>
                  <a:gd name="connsiteX0" fmla="*/ 1185 w 44469"/>
                  <a:gd name="connsiteY0" fmla="*/ 4290 h 33001"/>
                  <a:gd name="connsiteX1" fmla="*/ 4423 w 44469"/>
                  <a:gd name="connsiteY1" fmla="*/ 16029 h 33001"/>
                  <a:gd name="connsiteX2" fmla="*/ 31545 w 44469"/>
                  <a:gd name="connsiteY2" fmla="*/ 31817 h 33001"/>
                  <a:gd name="connsiteX3" fmla="*/ 43285 w 44469"/>
                  <a:gd name="connsiteY3" fmla="*/ 28579 h 33001"/>
                  <a:gd name="connsiteX4" fmla="*/ 40046 w 44469"/>
                  <a:gd name="connsiteY4" fmla="*/ 16839 h 33001"/>
                  <a:gd name="connsiteX5" fmla="*/ 12924 w 44469"/>
                  <a:gd name="connsiteY5" fmla="*/ 1051 h 33001"/>
                  <a:gd name="connsiteX6" fmla="*/ 1185 w 44469"/>
                  <a:gd name="connsiteY6" fmla="*/ 4290 h 33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69" h="33001">
                    <a:moveTo>
                      <a:pt x="1185" y="4290"/>
                    </a:moveTo>
                    <a:cubicBezTo>
                      <a:pt x="-1244" y="8338"/>
                      <a:pt x="172" y="13803"/>
                      <a:pt x="4423" y="16029"/>
                    </a:cubicBezTo>
                    <a:lnTo>
                      <a:pt x="31545" y="31817"/>
                    </a:lnTo>
                    <a:cubicBezTo>
                      <a:pt x="35594" y="34246"/>
                      <a:pt x="41058" y="32829"/>
                      <a:pt x="43285" y="28579"/>
                    </a:cubicBezTo>
                    <a:cubicBezTo>
                      <a:pt x="45714" y="24531"/>
                      <a:pt x="44297" y="19065"/>
                      <a:pt x="40046" y="16839"/>
                    </a:cubicBezTo>
                    <a:lnTo>
                      <a:pt x="12924" y="1051"/>
                    </a:lnTo>
                    <a:cubicBezTo>
                      <a:pt x="8876" y="-1175"/>
                      <a:pt x="3613" y="242"/>
                      <a:pt x="1185" y="429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EC6EA12-B442-6CC8-5964-57B0FAE29D2F}"/>
                  </a:ext>
                </a:extLst>
              </p:cNvPr>
              <p:cNvSpPr/>
              <p:nvPr/>
            </p:nvSpPr>
            <p:spPr>
              <a:xfrm>
                <a:off x="6784056" y="6659863"/>
                <a:ext cx="39814" cy="30211"/>
              </a:xfrm>
              <a:custGeom>
                <a:avLst/>
                <a:gdLst>
                  <a:gd name="connsiteX0" fmla="*/ 1185 w 39814"/>
                  <a:gd name="connsiteY0" fmla="*/ 4333 h 30211"/>
                  <a:gd name="connsiteX1" fmla="*/ 4423 w 39814"/>
                  <a:gd name="connsiteY1" fmla="*/ 16073 h 30211"/>
                  <a:gd name="connsiteX2" fmla="*/ 26890 w 39814"/>
                  <a:gd name="connsiteY2" fmla="*/ 29027 h 30211"/>
                  <a:gd name="connsiteX3" fmla="*/ 38630 w 39814"/>
                  <a:gd name="connsiteY3" fmla="*/ 25788 h 30211"/>
                  <a:gd name="connsiteX4" fmla="*/ 35391 w 39814"/>
                  <a:gd name="connsiteY4" fmla="*/ 14049 h 30211"/>
                  <a:gd name="connsiteX5" fmla="*/ 12924 w 39814"/>
                  <a:gd name="connsiteY5" fmla="*/ 1095 h 30211"/>
                  <a:gd name="connsiteX6" fmla="*/ 1185 w 39814"/>
                  <a:gd name="connsiteY6" fmla="*/ 4333 h 30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814" h="30211">
                    <a:moveTo>
                      <a:pt x="1185" y="4333"/>
                    </a:moveTo>
                    <a:cubicBezTo>
                      <a:pt x="-1244" y="8381"/>
                      <a:pt x="173" y="13846"/>
                      <a:pt x="4423" y="16073"/>
                    </a:cubicBezTo>
                    <a:lnTo>
                      <a:pt x="26890" y="29027"/>
                    </a:lnTo>
                    <a:cubicBezTo>
                      <a:pt x="30938" y="31456"/>
                      <a:pt x="36403" y="30039"/>
                      <a:pt x="38630" y="25788"/>
                    </a:cubicBezTo>
                    <a:cubicBezTo>
                      <a:pt x="41059" y="21740"/>
                      <a:pt x="39642" y="16275"/>
                      <a:pt x="35391" y="14049"/>
                    </a:cubicBezTo>
                    <a:lnTo>
                      <a:pt x="12924" y="1095"/>
                    </a:lnTo>
                    <a:cubicBezTo>
                      <a:pt x="8876" y="-1132"/>
                      <a:pt x="3613" y="83"/>
                      <a:pt x="1185" y="433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27EB7C42-58EF-E3F6-095B-97C298C5B945}"/>
                  </a:ext>
                </a:extLst>
              </p:cNvPr>
              <p:cNvSpPr/>
              <p:nvPr/>
            </p:nvSpPr>
            <p:spPr>
              <a:xfrm>
                <a:off x="6802644" y="6457883"/>
                <a:ext cx="780863" cy="1182379"/>
              </a:xfrm>
              <a:custGeom>
                <a:avLst/>
                <a:gdLst>
                  <a:gd name="connsiteX0" fmla="*/ 759027 w 780863"/>
                  <a:gd name="connsiteY0" fmla="*/ 352046 h 1182379"/>
                  <a:gd name="connsiteX1" fmla="*/ 764694 w 780863"/>
                  <a:gd name="connsiteY1" fmla="*/ 294765 h 1182379"/>
                  <a:gd name="connsiteX2" fmla="*/ 664908 w 780863"/>
                  <a:gd name="connsiteY2" fmla="*/ 77380 h 1182379"/>
                  <a:gd name="connsiteX3" fmla="*/ 572206 w 780863"/>
                  <a:gd name="connsiteY3" fmla="*/ 23338 h 1182379"/>
                  <a:gd name="connsiteX4" fmla="*/ 330330 w 780863"/>
                  <a:gd name="connsiteY4" fmla="*/ 46210 h 1182379"/>
                  <a:gd name="connsiteX5" fmla="*/ 110315 w 780863"/>
                  <a:gd name="connsiteY5" fmla="*/ 270476 h 1182379"/>
                  <a:gd name="connsiteX6" fmla="*/ 94729 w 780863"/>
                  <a:gd name="connsiteY6" fmla="*/ 261570 h 1182379"/>
                  <a:gd name="connsiteX7" fmla="*/ 82990 w 780863"/>
                  <a:gd name="connsiteY7" fmla="*/ 264809 h 1182379"/>
                  <a:gd name="connsiteX8" fmla="*/ 86228 w 780863"/>
                  <a:gd name="connsiteY8" fmla="*/ 276548 h 1182379"/>
                  <a:gd name="connsiteX9" fmla="*/ 101409 w 780863"/>
                  <a:gd name="connsiteY9" fmla="*/ 285252 h 1182379"/>
                  <a:gd name="connsiteX10" fmla="*/ 3 w 780863"/>
                  <a:gd name="connsiteY10" fmla="*/ 619020 h 1182379"/>
                  <a:gd name="connsiteX11" fmla="*/ 131567 w 780863"/>
                  <a:gd name="connsiteY11" fmla="*/ 914533 h 1182379"/>
                  <a:gd name="connsiteX12" fmla="*/ 117601 w 780863"/>
                  <a:gd name="connsiteY12" fmla="*/ 922629 h 1182379"/>
                  <a:gd name="connsiteX13" fmla="*/ 114363 w 780863"/>
                  <a:gd name="connsiteY13" fmla="*/ 934369 h 1182379"/>
                  <a:gd name="connsiteX14" fmla="*/ 126102 w 780863"/>
                  <a:gd name="connsiteY14" fmla="*/ 937607 h 1182379"/>
                  <a:gd name="connsiteX15" fmla="*/ 141890 w 780863"/>
                  <a:gd name="connsiteY15" fmla="*/ 928499 h 1182379"/>
                  <a:gd name="connsiteX16" fmla="*/ 285801 w 780863"/>
                  <a:gd name="connsiteY16" fmla="*/ 1096294 h 1182379"/>
                  <a:gd name="connsiteX17" fmla="*/ 311506 w 780863"/>
                  <a:gd name="connsiteY17" fmla="*/ 1122201 h 1182379"/>
                  <a:gd name="connsiteX18" fmla="*/ 315757 w 780863"/>
                  <a:gd name="connsiteY18" fmla="*/ 1125643 h 1182379"/>
                  <a:gd name="connsiteX19" fmla="*/ 407852 w 780863"/>
                  <a:gd name="connsiteY19" fmla="*/ 1178673 h 1182379"/>
                  <a:gd name="connsiteX20" fmla="*/ 459263 w 780863"/>
                  <a:gd name="connsiteY20" fmla="*/ 1150134 h 1182379"/>
                  <a:gd name="connsiteX21" fmla="*/ 755990 w 780863"/>
                  <a:gd name="connsiteY21" fmla="*/ 370060 h 1182379"/>
                  <a:gd name="connsiteX22" fmla="*/ 767932 w 780863"/>
                  <a:gd name="connsiteY22" fmla="*/ 377144 h 1182379"/>
                  <a:gd name="connsiteX23" fmla="*/ 779672 w 780863"/>
                  <a:gd name="connsiteY23" fmla="*/ 374108 h 1182379"/>
                  <a:gd name="connsiteX24" fmla="*/ 776636 w 780863"/>
                  <a:gd name="connsiteY24" fmla="*/ 362368 h 1182379"/>
                  <a:gd name="connsiteX25" fmla="*/ 759027 w 780863"/>
                  <a:gd name="connsiteY25" fmla="*/ 352046 h 1182379"/>
                  <a:gd name="connsiteX26" fmla="*/ 323448 w 780863"/>
                  <a:gd name="connsiteY26" fmla="*/ 1109855 h 1182379"/>
                  <a:gd name="connsiteX27" fmla="*/ 297945 w 780863"/>
                  <a:gd name="connsiteY27" fmla="*/ 1083947 h 1182379"/>
                  <a:gd name="connsiteX28" fmla="*/ 17005 w 780863"/>
                  <a:gd name="connsiteY28" fmla="*/ 618615 h 1182379"/>
                  <a:gd name="connsiteX29" fmla="*/ 339034 w 780863"/>
                  <a:gd name="connsiteY29" fmla="*/ 60783 h 1182379"/>
                  <a:gd name="connsiteX30" fmla="*/ 481528 w 780863"/>
                  <a:gd name="connsiteY30" fmla="*/ 16861 h 1182379"/>
                  <a:gd name="connsiteX31" fmla="*/ 592041 w 780863"/>
                  <a:gd name="connsiteY31" fmla="*/ 54508 h 1182379"/>
                  <a:gd name="connsiteX32" fmla="*/ 590017 w 780863"/>
                  <a:gd name="connsiteY32" fmla="*/ 54508 h 1182379"/>
                  <a:gd name="connsiteX33" fmla="*/ 309685 w 780863"/>
                  <a:gd name="connsiteY33" fmla="*/ 189109 h 1182379"/>
                  <a:gd name="connsiteX34" fmla="*/ 92908 w 780863"/>
                  <a:gd name="connsiteY34" fmla="*/ 672657 h 1182379"/>
                  <a:gd name="connsiteX35" fmla="*/ 361501 w 780863"/>
                  <a:gd name="connsiteY35" fmla="*/ 1131715 h 1182379"/>
                  <a:gd name="connsiteX36" fmla="*/ 323448 w 780863"/>
                  <a:gd name="connsiteY36" fmla="*/ 1109855 h 1182379"/>
                  <a:gd name="connsiteX37" fmla="*/ 443475 w 780863"/>
                  <a:gd name="connsiteY37" fmla="*/ 1142644 h 1182379"/>
                  <a:gd name="connsiteX38" fmla="*/ 426473 w 780863"/>
                  <a:gd name="connsiteY38" fmla="*/ 1162480 h 1182379"/>
                  <a:gd name="connsiteX39" fmla="*/ 416555 w 780863"/>
                  <a:gd name="connsiteY39" fmla="*/ 1163897 h 1182379"/>
                  <a:gd name="connsiteX40" fmla="*/ 415138 w 780863"/>
                  <a:gd name="connsiteY40" fmla="*/ 1162885 h 1182379"/>
                  <a:gd name="connsiteX41" fmla="*/ 400970 w 780863"/>
                  <a:gd name="connsiteY41" fmla="*/ 1148514 h 1182379"/>
                  <a:gd name="connsiteX42" fmla="*/ 110112 w 780863"/>
                  <a:gd name="connsiteY42" fmla="*/ 672860 h 1182379"/>
                  <a:gd name="connsiteX43" fmla="*/ 322031 w 780863"/>
                  <a:gd name="connsiteY43" fmla="*/ 201253 h 1182379"/>
                  <a:gd name="connsiteX44" fmla="*/ 645072 w 780863"/>
                  <a:gd name="connsiteY44" fmla="*/ 86286 h 1182379"/>
                  <a:gd name="connsiteX45" fmla="*/ 747490 w 780863"/>
                  <a:gd name="connsiteY45" fmla="*/ 294562 h 1182379"/>
                  <a:gd name="connsiteX46" fmla="*/ 443475 w 780863"/>
                  <a:gd name="connsiteY46" fmla="*/ 1142644 h 1182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80863" h="1182379">
                    <a:moveTo>
                      <a:pt x="759027" y="352046"/>
                    </a:moveTo>
                    <a:cubicBezTo>
                      <a:pt x="762467" y="330591"/>
                      <a:pt x="764694" y="310957"/>
                      <a:pt x="764694" y="294765"/>
                    </a:cubicBezTo>
                    <a:cubicBezTo>
                      <a:pt x="764289" y="191740"/>
                      <a:pt x="728868" y="114623"/>
                      <a:pt x="664908" y="77380"/>
                    </a:cubicBezTo>
                    <a:cubicBezTo>
                      <a:pt x="630094" y="57140"/>
                      <a:pt x="567753" y="20909"/>
                      <a:pt x="572206" y="23338"/>
                    </a:cubicBezTo>
                    <a:cubicBezTo>
                      <a:pt x="507031" y="-14310"/>
                      <a:pt x="421210" y="-6213"/>
                      <a:pt x="330330" y="46210"/>
                    </a:cubicBezTo>
                    <a:cubicBezTo>
                      <a:pt x="245724" y="95192"/>
                      <a:pt x="168810" y="176560"/>
                      <a:pt x="110315" y="270476"/>
                    </a:cubicBezTo>
                    <a:lnTo>
                      <a:pt x="94729" y="261570"/>
                    </a:lnTo>
                    <a:cubicBezTo>
                      <a:pt x="90681" y="259141"/>
                      <a:pt x="85216" y="260558"/>
                      <a:pt x="82990" y="264809"/>
                    </a:cubicBezTo>
                    <a:cubicBezTo>
                      <a:pt x="80561" y="268857"/>
                      <a:pt x="81978" y="274322"/>
                      <a:pt x="86228" y="276548"/>
                    </a:cubicBezTo>
                    <a:lnTo>
                      <a:pt x="101409" y="285252"/>
                    </a:lnTo>
                    <a:cubicBezTo>
                      <a:pt x="38663" y="391110"/>
                      <a:pt x="-402" y="511137"/>
                      <a:pt x="3" y="619020"/>
                    </a:cubicBezTo>
                    <a:cubicBezTo>
                      <a:pt x="408" y="709698"/>
                      <a:pt x="60320" y="817985"/>
                      <a:pt x="131567" y="914533"/>
                    </a:cubicBezTo>
                    <a:lnTo>
                      <a:pt x="117601" y="922629"/>
                    </a:lnTo>
                    <a:cubicBezTo>
                      <a:pt x="113553" y="925058"/>
                      <a:pt x="112136" y="930320"/>
                      <a:pt x="114363" y="934369"/>
                    </a:cubicBezTo>
                    <a:cubicBezTo>
                      <a:pt x="116791" y="938417"/>
                      <a:pt x="122054" y="939833"/>
                      <a:pt x="126102" y="937607"/>
                    </a:cubicBezTo>
                    <a:lnTo>
                      <a:pt x="141890" y="928499"/>
                    </a:lnTo>
                    <a:cubicBezTo>
                      <a:pt x="190872" y="993471"/>
                      <a:pt x="243903" y="1052574"/>
                      <a:pt x="285801" y="1096294"/>
                    </a:cubicBezTo>
                    <a:lnTo>
                      <a:pt x="311506" y="1122201"/>
                    </a:lnTo>
                    <a:cubicBezTo>
                      <a:pt x="312518" y="1123214"/>
                      <a:pt x="313733" y="1124226"/>
                      <a:pt x="315757" y="1125643"/>
                    </a:cubicBezTo>
                    <a:cubicBezTo>
                      <a:pt x="319198" y="1127667"/>
                      <a:pt x="413924" y="1182114"/>
                      <a:pt x="407852" y="1178673"/>
                    </a:cubicBezTo>
                    <a:cubicBezTo>
                      <a:pt x="425664" y="1190817"/>
                      <a:pt x="449143" y="1170981"/>
                      <a:pt x="459263" y="1150134"/>
                    </a:cubicBezTo>
                    <a:cubicBezTo>
                      <a:pt x="542047" y="974445"/>
                      <a:pt x="716926" y="570442"/>
                      <a:pt x="755990" y="370060"/>
                    </a:cubicBezTo>
                    <a:lnTo>
                      <a:pt x="767932" y="377144"/>
                    </a:lnTo>
                    <a:cubicBezTo>
                      <a:pt x="771980" y="379573"/>
                      <a:pt x="777243" y="378156"/>
                      <a:pt x="779672" y="374108"/>
                    </a:cubicBezTo>
                    <a:cubicBezTo>
                      <a:pt x="782101" y="370060"/>
                      <a:pt x="780684" y="364595"/>
                      <a:pt x="776636" y="362368"/>
                    </a:cubicBezTo>
                    <a:lnTo>
                      <a:pt x="759027" y="352046"/>
                    </a:lnTo>
                    <a:close/>
                    <a:moveTo>
                      <a:pt x="323448" y="1109855"/>
                    </a:moveTo>
                    <a:lnTo>
                      <a:pt x="297945" y="1083947"/>
                    </a:lnTo>
                    <a:cubicBezTo>
                      <a:pt x="213744" y="996103"/>
                      <a:pt x="17612" y="775075"/>
                      <a:pt x="17005" y="618615"/>
                    </a:cubicBezTo>
                    <a:cubicBezTo>
                      <a:pt x="16398" y="414185"/>
                      <a:pt x="160714" y="164010"/>
                      <a:pt x="339034" y="60783"/>
                    </a:cubicBezTo>
                    <a:cubicBezTo>
                      <a:pt x="389433" y="31637"/>
                      <a:pt x="438010" y="16861"/>
                      <a:pt x="481528" y="16861"/>
                    </a:cubicBezTo>
                    <a:cubicBezTo>
                      <a:pt x="542654" y="16861"/>
                      <a:pt x="573015" y="45603"/>
                      <a:pt x="592041" y="54508"/>
                    </a:cubicBezTo>
                    <a:cubicBezTo>
                      <a:pt x="591434" y="54508"/>
                      <a:pt x="590625" y="54508"/>
                      <a:pt x="590017" y="54508"/>
                    </a:cubicBezTo>
                    <a:cubicBezTo>
                      <a:pt x="493065" y="47222"/>
                      <a:pt x="363930" y="126363"/>
                      <a:pt x="309685" y="189109"/>
                    </a:cubicBezTo>
                    <a:cubicBezTo>
                      <a:pt x="184395" y="314196"/>
                      <a:pt x="92705" y="508506"/>
                      <a:pt x="92908" y="672657"/>
                    </a:cubicBezTo>
                    <a:cubicBezTo>
                      <a:pt x="93312" y="821831"/>
                      <a:pt x="258881" y="1022820"/>
                      <a:pt x="361501" y="1131715"/>
                    </a:cubicBezTo>
                    <a:lnTo>
                      <a:pt x="323448" y="1109855"/>
                    </a:lnTo>
                    <a:close/>
                    <a:moveTo>
                      <a:pt x="443475" y="1142644"/>
                    </a:moveTo>
                    <a:cubicBezTo>
                      <a:pt x="439225" y="1151550"/>
                      <a:pt x="432748" y="1159040"/>
                      <a:pt x="426473" y="1162480"/>
                    </a:cubicBezTo>
                    <a:cubicBezTo>
                      <a:pt x="422425" y="1164909"/>
                      <a:pt x="418377" y="1165719"/>
                      <a:pt x="416555" y="1163897"/>
                    </a:cubicBezTo>
                    <a:cubicBezTo>
                      <a:pt x="416150" y="1163492"/>
                      <a:pt x="415746" y="1163088"/>
                      <a:pt x="415138" y="1162885"/>
                    </a:cubicBezTo>
                    <a:cubicBezTo>
                      <a:pt x="410888" y="1158230"/>
                      <a:pt x="406030" y="1153574"/>
                      <a:pt x="400970" y="1148514"/>
                    </a:cubicBezTo>
                    <a:cubicBezTo>
                      <a:pt x="294909" y="1039417"/>
                      <a:pt x="110517" y="825879"/>
                      <a:pt x="110112" y="672860"/>
                    </a:cubicBezTo>
                    <a:cubicBezTo>
                      <a:pt x="109707" y="507494"/>
                      <a:pt x="204029" y="319054"/>
                      <a:pt x="322031" y="201253"/>
                    </a:cubicBezTo>
                    <a:cubicBezTo>
                      <a:pt x="399148" y="118671"/>
                      <a:pt x="540225" y="37304"/>
                      <a:pt x="645072" y="86286"/>
                    </a:cubicBezTo>
                    <a:cubicBezTo>
                      <a:pt x="648310" y="89727"/>
                      <a:pt x="747085" y="121707"/>
                      <a:pt x="747490" y="294562"/>
                    </a:cubicBezTo>
                    <a:cubicBezTo>
                      <a:pt x="748097" y="465191"/>
                      <a:pt x="512293" y="996507"/>
                      <a:pt x="443475" y="114264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892896E7-AEDC-BDE1-23C6-95534EC8BC0B}"/>
                  </a:ext>
                </a:extLst>
              </p:cNvPr>
              <p:cNvSpPr/>
              <p:nvPr/>
            </p:nvSpPr>
            <p:spPr>
              <a:xfrm>
                <a:off x="7611492" y="6845177"/>
                <a:ext cx="65722" cy="45481"/>
              </a:xfrm>
              <a:custGeom>
                <a:avLst/>
                <a:gdLst>
                  <a:gd name="connsiteX0" fmla="*/ 12924 w 65722"/>
                  <a:gd name="connsiteY0" fmla="*/ 1185 h 45481"/>
                  <a:gd name="connsiteX1" fmla="*/ 1185 w 65722"/>
                  <a:gd name="connsiteY1" fmla="*/ 4423 h 45481"/>
                  <a:gd name="connsiteX2" fmla="*/ 4423 w 65722"/>
                  <a:gd name="connsiteY2" fmla="*/ 16163 h 45481"/>
                  <a:gd name="connsiteX3" fmla="*/ 52798 w 65722"/>
                  <a:gd name="connsiteY3" fmla="*/ 44297 h 45481"/>
                  <a:gd name="connsiteX4" fmla="*/ 64538 w 65722"/>
                  <a:gd name="connsiteY4" fmla="*/ 41059 h 45481"/>
                  <a:gd name="connsiteX5" fmla="*/ 61299 w 65722"/>
                  <a:gd name="connsiteY5" fmla="*/ 29319 h 45481"/>
                  <a:gd name="connsiteX6" fmla="*/ 12924 w 65722"/>
                  <a:gd name="connsiteY6" fmla="*/ 1185 h 4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722" h="45481">
                    <a:moveTo>
                      <a:pt x="12924" y="1185"/>
                    </a:move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2" y="13734"/>
                      <a:pt x="4423" y="16163"/>
                    </a:cubicBezTo>
                    <a:lnTo>
                      <a:pt x="52798" y="44297"/>
                    </a:lnTo>
                    <a:cubicBezTo>
                      <a:pt x="56846" y="46726"/>
                      <a:pt x="62311" y="45309"/>
                      <a:pt x="64538" y="41059"/>
                    </a:cubicBezTo>
                    <a:cubicBezTo>
                      <a:pt x="66967" y="37011"/>
                      <a:pt x="65550" y="31748"/>
                      <a:pt x="61299" y="29319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6AEB588A-4D29-CA50-884C-1AA4498458C5}"/>
                  </a:ext>
                </a:extLst>
              </p:cNvPr>
              <p:cNvSpPr/>
              <p:nvPr/>
            </p:nvSpPr>
            <p:spPr>
              <a:xfrm>
                <a:off x="7705004" y="6899827"/>
                <a:ext cx="62350" cy="30331"/>
              </a:xfrm>
              <a:custGeom>
                <a:avLst/>
                <a:gdLst>
                  <a:gd name="connsiteX0" fmla="*/ 49155 w 62350"/>
                  <a:gd name="connsiteY0" fmla="*/ 1185 h 30331"/>
                  <a:gd name="connsiteX1" fmla="*/ 30939 w 62350"/>
                  <a:gd name="connsiteY1" fmla="*/ 11710 h 30331"/>
                  <a:gd name="connsiteX2" fmla="*/ 12924 w 62350"/>
                  <a:gd name="connsiteY2" fmla="*/ 1185 h 30331"/>
                  <a:gd name="connsiteX3" fmla="*/ 1185 w 62350"/>
                  <a:gd name="connsiteY3" fmla="*/ 4423 h 30331"/>
                  <a:gd name="connsiteX4" fmla="*/ 4423 w 62350"/>
                  <a:gd name="connsiteY4" fmla="*/ 16163 h 30331"/>
                  <a:gd name="connsiteX5" fmla="*/ 26890 w 62350"/>
                  <a:gd name="connsiteY5" fmla="*/ 29117 h 30331"/>
                  <a:gd name="connsiteX6" fmla="*/ 35594 w 62350"/>
                  <a:gd name="connsiteY6" fmla="*/ 29117 h 30331"/>
                  <a:gd name="connsiteX7" fmla="*/ 58061 w 62350"/>
                  <a:gd name="connsiteY7" fmla="*/ 16163 h 30331"/>
                  <a:gd name="connsiteX8" fmla="*/ 61300 w 62350"/>
                  <a:gd name="connsiteY8" fmla="*/ 4423 h 30331"/>
                  <a:gd name="connsiteX9" fmla="*/ 49155 w 62350"/>
                  <a:gd name="connsiteY9" fmla="*/ 1185 h 30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350" h="30331">
                    <a:moveTo>
                      <a:pt x="49155" y="1185"/>
                    </a:moveTo>
                    <a:lnTo>
                      <a:pt x="30939" y="11710"/>
                    </a:lnTo>
                    <a:lnTo>
                      <a:pt x="12924" y="1185"/>
                    </a:lnTo>
                    <a:cubicBezTo>
                      <a:pt x="8876" y="-1244"/>
                      <a:pt x="3411" y="172"/>
                      <a:pt x="1185" y="4423"/>
                    </a:cubicBezTo>
                    <a:cubicBezTo>
                      <a:pt x="-1244" y="8471"/>
                      <a:pt x="172" y="13936"/>
                      <a:pt x="4423" y="16163"/>
                    </a:cubicBezTo>
                    <a:lnTo>
                      <a:pt x="26890" y="29117"/>
                    </a:lnTo>
                    <a:cubicBezTo>
                      <a:pt x="29521" y="30736"/>
                      <a:pt x="32760" y="30736"/>
                      <a:pt x="35594" y="29117"/>
                    </a:cubicBezTo>
                    <a:lnTo>
                      <a:pt x="58061" y="16163"/>
                    </a:lnTo>
                    <a:cubicBezTo>
                      <a:pt x="62109" y="13734"/>
                      <a:pt x="63526" y="8471"/>
                      <a:pt x="61300" y="4423"/>
                    </a:cubicBezTo>
                    <a:cubicBezTo>
                      <a:pt x="58668" y="172"/>
                      <a:pt x="53405" y="-1244"/>
                      <a:pt x="49155" y="118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A32CE07B-928B-E6CE-B4E0-47C57BB8DED4}"/>
                  </a:ext>
                </a:extLst>
              </p:cNvPr>
              <p:cNvSpPr/>
              <p:nvPr/>
            </p:nvSpPr>
            <p:spPr>
              <a:xfrm>
                <a:off x="7793791" y="6847245"/>
                <a:ext cx="64241" cy="44293"/>
              </a:xfrm>
              <a:custGeom>
                <a:avLst/>
                <a:gdLst>
                  <a:gd name="connsiteX0" fmla="*/ 51451 w 64241"/>
                  <a:gd name="connsiteY0" fmla="*/ 1141 h 44293"/>
                  <a:gd name="connsiteX1" fmla="*/ 4290 w 64241"/>
                  <a:gd name="connsiteY1" fmla="*/ 28264 h 44293"/>
                  <a:gd name="connsiteX2" fmla="*/ 1051 w 64241"/>
                  <a:gd name="connsiteY2" fmla="*/ 40003 h 44293"/>
                  <a:gd name="connsiteX3" fmla="*/ 12791 w 64241"/>
                  <a:gd name="connsiteY3" fmla="*/ 43242 h 44293"/>
                  <a:gd name="connsiteX4" fmla="*/ 59952 w 64241"/>
                  <a:gd name="connsiteY4" fmla="*/ 16119 h 44293"/>
                  <a:gd name="connsiteX5" fmla="*/ 63190 w 64241"/>
                  <a:gd name="connsiteY5" fmla="*/ 4380 h 44293"/>
                  <a:gd name="connsiteX6" fmla="*/ 51451 w 64241"/>
                  <a:gd name="connsiteY6" fmla="*/ 1141 h 4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241" h="44293">
                    <a:moveTo>
                      <a:pt x="51451" y="1141"/>
                    </a:moveTo>
                    <a:lnTo>
                      <a:pt x="4290" y="28264"/>
                    </a:lnTo>
                    <a:cubicBezTo>
                      <a:pt x="242" y="30692"/>
                      <a:pt x="-1175" y="35955"/>
                      <a:pt x="1051" y="40003"/>
                    </a:cubicBezTo>
                    <a:cubicBezTo>
                      <a:pt x="3480" y="44051"/>
                      <a:pt x="8743" y="45468"/>
                      <a:pt x="12791" y="43242"/>
                    </a:cubicBezTo>
                    <a:lnTo>
                      <a:pt x="59952" y="16119"/>
                    </a:lnTo>
                    <a:cubicBezTo>
                      <a:pt x="64000" y="13691"/>
                      <a:pt x="65416" y="8428"/>
                      <a:pt x="63190" y="4380"/>
                    </a:cubicBezTo>
                    <a:cubicBezTo>
                      <a:pt x="60964" y="331"/>
                      <a:pt x="55701" y="-1288"/>
                      <a:pt x="51451" y="114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24DC26D0-4CF4-EC01-95D5-BD29B1B75CD8}"/>
                  </a:ext>
                </a:extLst>
              </p:cNvPr>
              <p:cNvSpPr/>
              <p:nvPr/>
            </p:nvSpPr>
            <p:spPr>
              <a:xfrm>
                <a:off x="7455205" y="4470332"/>
                <a:ext cx="575440" cy="799620"/>
              </a:xfrm>
              <a:custGeom>
                <a:avLst/>
                <a:gdLst>
                  <a:gd name="connsiteX0" fmla="*/ 8703 w 575440"/>
                  <a:gd name="connsiteY0" fmla="*/ 171016 h 799620"/>
                  <a:gd name="connsiteX1" fmla="*/ 8703 w 575440"/>
                  <a:gd name="connsiteY1" fmla="*/ 171016 h 799620"/>
                  <a:gd name="connsiteX2" fmla="*/ 17407 w 575440"/>
                  <a:gd name="connsiteY2" fmla="*/ 162312 h 799620"/>
                  <a:gd name="connsiteX3" fmla="*/ 17609 w 575440"/>
                  <a:gd name="connsiteY3" fmla="*/ 65157 h 799620"/>
                  <a:gd name="connsiteX4" fmla="*/ 34207 w 575440"/>
                  <a:gd name="connsiteY4" fmla="*/ 56049 h 799620"/>
                  <a:gd name="connsiteX5" fmla="*/ 472416 w 575440"/>
                  <a:gd name="connsiteY5" fmla="*/ 309057 h 799620"/>
                  <a:gd name="connsiteX6" fmla="*/ 497514 w 575440"/>
                  <a:gd name="connsiteY6" fmla="*/ 352372 h 799620"/>
                  <a:gd name="connsiteX7" fmla="*/ 496098 w 575440"/>
                  <a:gd name="connsiteY7" fmla="*/ 770138 h 799620"/>
                  <a:gd name="connsiteX8" fmla="*/ 441651 w 575440"/>
                  <a:gd name="connsiteY8" fmla="*/ 652945 h 799620"/>
                  <a:gd name="connsiteX9" fmla="*/ 416552 w 575440"/>
                  <a:gd name="connsiteY9" fmla="*/ 624001 h 799620"/>
                  <a:gd name="connsiteX10" fmla="*/ 318183 w 575440"/>
                  <a:gd name="connsiteY10" fmla="*/ 567125 h 799620"/>
                  <a:gd name="connsiteX11" fmla="*/ 306443 w 575440"/>
                  <a:gd name="connsiteY11" fmla="*/ 570363 h 799620"/>
                  <a:gd name="connsiteX12" fmla="*/ 309681 w 575440"/>
                  <a:gd name="connsiteY12" fmla="*/ 582103 h 799620"/>
                  <a:gd name="connsiteX13" fmla="*/ 408051 w 575440"/>
                  <a:gd name="connsiteY13" fmla="*/ 638979 h 799620"/>
                  <a:gd name="connsiteX14" fmla="*/ 426065 w 575440"/>
                  <a:gd name="connsiteY14" fmla="*/ 660232 h 799620"/>
                  <a:gd name="connsiteX15" fmla="*/ 485168 w 575440"/>
                  <a:gd name="connsiteY15" fmla="*/ 787545 h 799620"/>
                  <a:gd name="connsiteX16" fmla="*/ 507433 w 575440"/>
                  <a:gd name="connsiteY16" fmla="*/ 798070 h 799620"/>
                  <a:gd name="connsiteX17" fmla="*/ 568761 w 575440"/>
                  <a:gd name="connsiteY17" fmla="*/ 762042 h 799620"/>
                  <a:gd name="connsiteX18" fmla="*/ 568964 w 575440"/>
                  <a:gd name="connsiteY18" fmla="*/ 761840 h 799620"/>
                  <a:gd name="connsiteX19" fmla="*/ 574429 w 575440"/>
                  <a:gd name="connsiteY19" fmla="*/ 750707 h 799620"/>
                  <a:gd name="connsiteX20" fmla="*/ 575441 w 575440"/>
                  <a:gd name="connsiteY20" fmla="*/ 316546 h 799620"/>
                  <a:gd name="connsiteX21" fmla="*/ 541842 w 575440"/>
                  <a:gd name="connsiteY21" fmla="*/ 258253 h 799620"/>
                  <a:gd name="connsiteX22" fmla="*/ 348341 w 575440"/>
                  <a:gd name="connsiteY22" fmla="*/ 146727 h 799620"/>
                  <a:gd name="connsiteX23" fmla="*/ 336601 w 575440"/>
                  <a:gd name="connsiteY23" fmla="*/ 149965 h 799620"/>
                  <a:gd name="connsiteX24" fmla="*/ 339840 w 575440"/>
                  <a:gd name="connsiteY24" fmla="*/ 161705 h 799620"/>
                  <a:gd name="connsiteX25" fmla="*/ 533138 w 575440"/>
                  <a:gd name="connsiteY25" fmla="*/ 273231 h 799620"/>
                  <a:gd name="connsiteX26" fmla="*/ 546092 w 575440"/>
                  <a:gd name="connsiteY26" fmla="*/ 285780 h 799620"/>
                  <a:gd name="connsiteX27" fmla="*/ 500348 w 575440"/>
                  <a:gd name="connsiteY27" fmla="*/ 312498 h 799620"/>
                  <a:gd name="connsiteX28" fmla="*/ 481120 w 575440"/>
                  <a:gd name="connsiteY28" fmla="*/ 293674 h 799620"/>
                  <a:gd name="connsiteX29" fmla="*/ 43517 w 575440"/>
                  <a:gd name="connsiteY29" fmla="*/ 40869 h 799620"/>
                  <a:gd name="connsiteX30" fmla="*/ 82582 w 575440"/>
                  <a:gd name="connsiteY30" fmla="*/ 18199 h 799620"/>
                  <a:gd name="connsiteX31" fmla="*/ 95131 w 575440"/>
                  <a:gd name="connsiteY31" fmla="*/ 20223 h 799620"/>
                  <a:gd name="connsiteX32" fmla="*/ 276284 w 575440"/>
                  <a:gd name="connsiteY32" fmla="*/ 124665 h 799620"/>
                  <a:gd name="connsiteX33" fmla="*/ 288024 w 575440"/>
                  <a:gd name="connsiteY33" fmla="*/ 121426 h 799620"/>
                  <a:gd name="connsiteX34" fmla="*/ 284786 w 575440"/>
                  <a:gd name="connsiteY34" fmla="*/ 109687 h 799620"/>
                  <a:gd name="connsiteX35" fmla="*/ 103632 w 575440"/>
                  <a:gd name="connsiteY35" fmla="*/ 5245 h 799620"/>
                  <a:gd name="connsiteX36" fmla="*/ 73878 w 575440"/>
                  <a:gd name="connsiteY36" fmla="*/ 3221 h 799620"/>
                  <a:gd name="connsiteX37" fmla="*/ 13156 w 575440"/>
                  <a:gd name="connsiteY37" fmla="*/ 38440 h 799620"/>
                  <a:gd name="connsiteX38" fmla="*/ 202 w 575440"/>
                  <a:gd name="connsiteY38" fmla="*/ 64752 h 799620"/>
                  <a:gd name="connsiteX39" fmla="*/ 0 w 575440"/>
                  <a:gd name="connsiteY39" fmla="*/ 161907 h 799620"/>
                  <a:gd name="connsiteX40" fmla="*/ 8703 w 575440"/>
                  <a:gd name="connsiteY40" fmla="*/ 171016 h 799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75440" h="799620">
                    <a:moveTo>
                      <a:pt x="8703" y="171016"/>
                    </a:moveTo>
                    <a:lnTo>
                      <a:pt x="8703" y="171016"/>
                    </a:lnTo>
                    <a:cubicBezTo>
                      <a:pt x="13561" y="171016"/>
                      <a:pt x="17407" y="167170"/>
                      <a:pt x="17407" y="162312"/>
                    </a:cubicBezTo>
                    <a:lnTo>
                      <a:pt x="17609" y="65157"/>
                    </a:lnTo>
                    <a:cubicBezTo>
                      <a:pt x="17609" y="52608"/>
                      <a:pt x="24896" y="50584"/>
                      <a:pt x="34207" y="56049"/>
                    </a:cubicBezTo>
                    <a:cubicBezTo>
                      <a:pt x="79141" y="81957"/>
                      <a:pt x="-128123" y="-37665"/>
                      <a:pt x="472416" y="309057"/>
                    </a:cubicBezTo>
                    <a:cubicBezTo>
                      <a:pt x="486989" y="317355"/>
                      <a:pt x="497514" y="338608"/>
                      <a:pt x="497514" y="352372"/>
                    </a:cubicBezTo>
                    <a:cubicBezTo>
                      <a:pt x="495693" y="914859"/>
                      <a:pt x="496300" y="732491"/>
                      <a:pt x="496098" y="770138"/>
                    </a:cubicBezTo>
                    <a:lnTo>
                      <a:pt x="441651" y="652945"/>
                    </a:lnTo>
                    <a:cubicBezTo>
                      <a:pt x="435781" y="640396"/>
                      <a:pt x="426672" y="629871"/>
                      <a:pt x="416552" y="624001"/>
                    </a:cubicBezTo>
                    <a:lnTo>
                      <a:pt x="318183" y="567125"/>
                    </a:lnTo>
                    <a:cubicBezTo>
                      <a:pt x="314135" y="564696"/>
                      <a:pt x="308669" y="566113"/>
                      <a:pt x="306443" y="570363"/>
                    </a:cubicBezTo>
                    <a:cubicBezTo>
                      <a:pt x="304014" y="574411"/>
                      <a:pt x="305431" y="579876"/>
                      <a:pt x="309681" y="582103"/>
                    </a:cubicBezTo>
                    <a:lnTo>
                      <a:pt x="408051" y="638979"/>
                    </a:lnTo>
                    <a:cubicBezTo>
                      <a:pt x="414933" y="643027"/>
                      <a:pt x="421815" y="650921"/>
                      <a:pt x="426065" y="660232"/>
                    </a:cubicBezTo>
                    <a:lnTo>
                      <a:pt x="485168" y="787545"/>
                    </a:lnTo>
                    <a:cubicBezTo>
                      <a:pt x="490430" y="798678"/>
                      <a:pt x="501158" y="801916"/>
                      <a:pt x="507433" y="798070"/>
                    </a:cubicBezTo>
                    <a:cubicBezTo>
                      <a:pt x="530507" y="784509"/>
                      <a:pt x="573215" y="759411"/>
                      <a:pt x="568761" y="762042"/>
                    </a:cubicBezTo>
                    <a:lnTo>
                      <a:pt x="568964" y="761840"/>
                    </a:lnTo>
                    <a:cubicBezTo>
                      <a:pt x="572607" y="759208"/>
                      <a:pt x="574429" y="753339"/>
                      <a:pt x="574429" y="750707"/>
                    </a:cubicBezTo>
                    <a:lnTo>
                      <a:pt x="575441" y="316546"/>
                    </a:lnTo>
                    <a:cubicBezTo>
                      <a:pt x="575441" y="297115"/>
                      <a:pt x="562082" y="270397"/>
                      <a:pt x="541842" y="258253"/>
                    </a:cubicBezTo>
                    <a:lnTo>
                      <a:pt x="348341" y="146727"/>
                    </a:lnTo>
                    <a:cubicBezTo>
                      <a:pt x="344090" y="144298"/>
                      <a:pt x="338828" y="145715"/>
                      <a:pt x="336601" y="149965"/>
                    </a:cubicBezTo>
                    <a:cubicBezTo>
                      <a:pt x="334173" y="154014"/>
                      <a:pt x="335589" y="159479"/>
                      <a:pt x="339840" y="161705"/>
                    </a:cubicBezTo>
                    <a:lnTo>
                      <a:pt x="533138" y="273231"/>
                    </a:lnTo>
                    <a:cubicBezTo>
                      <a:pt x="537996" y="276065"/>
                      <a:pt x="542246" y="280720"/>
                      <a:pt x="546092" y="285780"/>
                    </a:cubicBezTo>
                    <a:lnTo>
                      <a:pt x="500348" y="312498"/>
                    </a:lnTo>
                    <a:cubicBezTo>
                      <a:pt x="495490" y="305818"/>
                      <a:pt x="492454" y="300353"/>
                      <a:pt x="481120" y="293674"/>
                    </a:cubicBezTo>
                    <a:cubicBezTo>
                      <a:pt x="-118610" y="-52643"/>
                      <a:pt x="88249" y="66777"/>
                      <a:pt x="43517" y="40869"/>
                    </a:cubicBezTo>
                    <a:lnTo>
                      <a:pt x="82582" y="18199"/>
                    </a:lnTo>
                    <a:cubicBezTo>
                      <a:pt x="86428" y="15973"/>
                      <a:pt x="91488" y="17997"/>
                      <a:pt x="95131" y="20223"/>
                    </a:cubicBezTo>
                    <a:lnTo>
                      <a:pt x="276284" y="124665"/>
                    </a:lnTo>
                    <a:cubicBezTo>
                      <a:pt x="280332" y="127094"/>
                      <a:pt x="285798" y="125677"/>
                      <a:pt x="288024" y="121426"/>
                    </a:cubicBezTo>
                    <a:cubicBezTo>
                      <a:pt x="290453" y="117378"/>
                      <a:pt x="289036" y="111913"/>
                      <a:pt x="284786" y="109687"/>
                    </a:cubicBezTo>
                    <a:lnTo>
                      <a:pt x="103632" y="5245"/>
                    </a:lnTo>
                    <a:cubicBezTo>
                      <a:pt x="93107" y="-1030"/>
                      <a:pt x="82582" y="-1637"/>
                      <a:pt x="73878" y="3221"/>
                    </a:cubicBezTo>
                    <a:lnTo>
                      <a:pt x="13156" y="38440"/>
                    </a:lnTo>
                    <a:cubicBezTo>
                      <a:pt x="6477" y="42285"/>
                      <a:pt x="405" y="52203"/>
                      <a:pt x="202" y="64752"/>
                    </a:cubicBezTo>
                    <a:lnTo>
                      <a:pt x="0" y="161907"/>
                    </a:lnTo>
                    <a:cubicBezTo>
                      <a:pt x="0" y="166968"/>
                      <a:pt x="3846" y="171016"/>
                      <a:pt x="8703" y="17101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0DD05F74-DDAB-FFAB-9D26-DB2CBB42FE21}"/>
                  </a:ext>
                </a:extLst>
              </p:cNvPr>
              <p:cNvSpPr/>
              <p:nvPr/>
            </p:nvSpPr>
            <p:spPr>
              <a:xfrm>
                <a:off x="7454395" y="4684461"/>
                <a:ext cx="279088" cy="343655"/>
              </a:xfrm>
              <a:custGeom>
                <a:avLst/>
                <a:gdLst>
                  <a:gd name="connsiteX0" fmla="*/ 34004 w 279088"/>
                  <a:gd name="connsiteY0" fmla="*/ 208478 h 343655"/>
                  <a:gd name="connsiteX1" fmla="*/ 266164 w 279088"/>
                  <a:gd name="connsiteY1" fmla="*/ 342471 h 343655"/>
                  <a:gd name="connsiteX2" fmla="*/ 277904 w 279088"/>
                  <a:gd name="connsiteY2" fmla="*/ 339233 h 343655"/>
                  <a:gd name="connsiteX3" fmla="*/ 274665 w 279088"/>
                  <a:gd name="connsiteY3" fmla="*/ 327493 h 343655"/>
                  <a:gd name="connsiteX4" fmla="*/ 42505 w 279088"/>
                  <a:gd name="connsiteY4" fmla="*/ 193500 h 343655"/>
                  <a:gd name="connsiteX5" fmla="*/ 17407 w 279088"/>
                  <a:gd name="connsiteY5" fmla="*/ 150185 h 343655"/>
                  <a:gd name="connsiteX6" fmla="*/ 17812 w 279088"/>
                  <a:gd name="connsiteY6" fmla="*/ 8703 h 343655"/>
                  <a:gd name="connsiteX7" fmla="*/ 9108 w 279088"/>
                  <a:gd name="connsiteY7" fmla="*/ 0 h 343655"/>
                  <a:gd name="connsiteX8" fmla="*/ 9108 w 279088"/>
                  <a:gd name="connsiteY8" fmla="*/ 0 h 343655"/>
                  <a:gd name="connsiteX9" fmla="*/ 405 w 279088"/>
                  <a:gd name="connsiteY9" fmla="*/ 8703 h 343655"/>
                  <a:gd name="connsiteX10" fmla="*/ 0 w 279088"/>
                  <a:gd name="connsiteY10" fmla="*/ 150185 h 343655"/>
                  <a:gd name="connsiteX11" fmla="*/ 34004 w 279088"/>
                  <a:gd name="connsiteY11" fmla="*/ 208478 h 343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9088" h="343655">
                    <a:moveTo>
                      <a:pt x="34004" y="208478"/>
                    </a:moveTo>
                    <a:lnTo>
                      <a:pt x="266164" y="342471"/>
                    </a:lnTo>
                    <a:cubicBezTo>
                      <a:pt x="270212" y="344900"/>
                      <a:pt x="275677" y="343483"/>
                      <a:pt x="277904" y="339233"/>
                    </a:cubicBezTo>
                    <a:cubicBezTo>
                      <a:pt x="280333" y="335185"/>
                      <a:pt x="278916" y="329720"/>
                      <a:pt x="274665" y="327493"/>
                    </a:cubicBezTo>
                    <a:lnTo>
                      <a:pt x="42505" y="193500"/>
                    </a:lnTo>
                    <a:cubicBezTo>
                      <a:pt x="28742" y="185607"/>
                      <a:pt x="17407" y="165771"/>
                      <a:pt x="17407" y="150185"/>
                    </a:cubicBezTo>
                    <a:lnTo>
                      <a:pt x="17812" y="8703"/>
                    </a:lnTo>
                    <a:cubicBezTo>
                      <a:pt x="17812" y="3846"/>
                      <a:pt x="13966" y="0"/>
                      <a:pt x="9108" y="0"/>
                    </a:cubicBezTo>
                    <a:lnTo>
                      <a:pt x="9108" y="0"/>
                    </a:lnTo>
                    <a:cubicBezTo>
                      <a:pt x="4250" y="0"/>
                      <a:pt x="405" y="3846"/>
                      <a:pt x="405" y="8703"/>
                    </a:cubicBezTo>
                    <a:lnTo>
                      <a:pt x="0" y="150185"/>
                    </a:lnTo>
                    <a:cubicBezTo>
                      <a:pt x="202" y="171843"/>
                      <a:pt x="15180" y="197549"/>
                      <a:pt x="34004" y="20847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4D981928-3520-2525-9928-30D9C0EDD5B6}"/>
                  </a:ext>
                </a:extLst>
              </p:cNvPr>
              <p:cNvSpPr/>
              <p:nvPr/>
            </p:nvSpPr>
            <p:spPr>
              <a:xfrm>
                <a:off x="7716946" y="4889326"/>
                <a:ext cx="123003" cy="78271"/>
              </a:xfrm>
              <a:custGeom>
                <a:avLst/>
                <a:gdLst>
                  <a:gd name="connsiteX0" fmla="*/ 4423 w 123003"/>
                  <a:gd name="connsiteY0" fmla="*/ 16163 h 78271"/>
                  <a:gd name="connsiteX1" fmla="*/ 110079 w 123003"/>
                  <a:gd name="connsiteY1" fmla="*/ 77087 h 78271"/>
                  <a:gd name="connsiteX2" fmla="*/ 121818 w 123003"/>
                  <a:gd name="connsiteY2" fmla="*/ 73848 h 78271"/>
                  <a:gd name="connsiteX3" fmla="*/ 118580 w 123003"/>
                  <a:gd name="connsiteY3" fmla="*/ 62109 h 78271"/>
                  <a:gd name="connsiteX4" fmla="*/ 12924 w 123003"/>
                  <a:gd name="connsiteY4" fmla="*/ 1185 h 78271"/>
                  <a:gd name="connsiteX5" fmla="*/ 1185 w 123003"/>
                  <a:gd name="connsiteY5" fmla="*/ 4423 h 78271"/>
                  <a:gd name="connsiteX6" fmla="*/ 4423 w 123003"/>
                  <a:gd name="connsiteY6" fmla="*/ 16163 h 7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003" h="78271">
                    <a:moveTo>
                      <a:pt x="4423" y="16163"/>
                    </a:moveTo>
                    <a:lnTo>
                      <a:pt x="110079" y="77087"/>
                    </a:lnTo>
                    <a:cubicBezTo>
                      <a:pt x="114127" y="79516"/>
                      <a:pt x="119592" y="78099"/>
                      <a:pt x="121818" y="73848"/>
                    </a:cubicBezTo>
                    <a:cubicBezTo>
                      <a:pt x="124248" y="69800"/>
                      <a:pt x="122830" y="64335"/>
                      <a:pt x="118580" y="62109"/>
                    </a:cubicBezTo>
                    <a:lnTo>
                      <a:pt x="12924" y="1185"/>
                    </a:lnTo>
                    <a:cubicBezTo>
                      <a:pt x="8876" y="-1244"/>
                      <a:pt x="3411" y="173"/>
                      <a:pt x="1185" y="4423"/>
                    </a:cubicBezTo>
                    <a:cubicBezTo>
                      <a:pt x="-1244" y="8471"/>
                      <a:pt x="172" y="13734"/>
                      <a:pt x="4423" y="1616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F519C01D-40BE-2BBE-08F6-7599C68ED82D}"/>
                  </a:ext>
                </a:extLst>
              </p:cNvPr>
              <p:cNvSpPr/>
              <p:nvPr/>
            </p:nvSpPr>
            <p:spPr>
              <a:xfrm>
                <a:off x="7847498" y="4964621"/>
                <a:ext cx="51553" cy="36980"/>
              </a:xfrm>
              <a:custGeom>
                <a:avLst/>
                <a:gdLst>
                  <a:gd name="connsiteX0" fmla="*/ 12924 w 51553"/>
                  <a:gd name="connsiteY0" fmla="*/ 1185 h 36980"/>
                  <a:gd name="connsiteX1" fmla="*/ 1185 w 51553"/>
                  <a:gd name="connsiteY1" fmla="*/ 4423 h 36980"/>
                  <a:gd name="connsiteX2" fmla="*/ 4423 w 51553"/>
                  <a:gd name="connsiteY2" fmla="*/ 16163 h 36980"/>
                  <a:gd name="connsiteX3" fmla="*/ 38630 w 51553"/>
                  <a:gd name="connsiteY3" fmla="*/ 35796 h 36980"/>
                  <a:gd name="connsiteX4" fmla="*/ 50369 w 51553"/>
                  <a:gd name="connsiteY4" fmla="*/ 32558 h 36980"/>
                  <a:gd name="connsiteX5" fmla="*/ 47131 w 51553"/>
                  <a:gd name="connsiteY5" fmla="*/ 20818 h 36980"/>
                  <a:gd name="connsiteX6" fmla="*/ 12924 w 51553"/>
                  <a:gd name="connsiteY6" fmla="*/ 1185 h 36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553" h="36980">
                    <a:moveTo>
                      <a:pt x="12924" y="1185"/>
                    </a:moveTo>
                    <a:cubicBezTo>
                      <a:pt x="8876" y="-1244"/>
                      <a:pt x="3613" y="173"/>
                      <a:pt x="1185" y="4423"/>
                    </a:cubicBezTo>
                    <a:cubicBezTo>
                      <a:pt x="-1244" y="8471"/>
                      <a:pt x="172" y="13936"/>
                      <a:pt x="4423" y="16163"/>
                    </a:cubicBezTo>
                    <a:lnTo>
                      <a:pt x="38630" y="35796"/>
                    </a:lnTo>
                    <a:cubicBezTo>
                      <a:pt x="42678" y="38225"/>
                      <a:pt x="48143" y="36808"/>
                      <a:pt x="50369" y="32558"/>
                    </a:cubicBezTo>
                    <a:cubicBezTo>
                      <a:pt x="52798" y="28509"/>
                      <a:pt x="51381" y="23044"/>
                      <a:pt x="47131" y="20818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9DAE991A-7696-B6D2-A2E0-1F1E70C6C8B3}"/>
                  </a:ext>
                </a:extLst>
              </p:cNvPr>
              <p:cNvSpPr/>
              <p:nvPr/>
            </p:nvSpPr>
            <p:spPr>
              <a:xfrm>
                <a:off x="7792444" y="4863013"/>
                <a:ext cx="106405" cy="68758"/>
              </a:xfrm>
              <a:custGeom>
                <a:avLst/>
                <a:gdLst>
                  <a:gd name="connsiteX0" fmla="*/ 101983 w 106405"/>
                  <a:gd name="connsiteY0" fmla="*/ 52596 h 68758"/>
                  <a:gd name="connsiteX1" fmla="*/ 12924 w 106405"/>
                  <a:gd name="connsiteY1" fmla="*/ 1185 h 68758"/>
                  <a:gd name="connsiteX2" fmla="*/ 1185 w 106405"/>
                  <a:gd name="connsiteY2" fmla="*/ 4423 h 68758"/>
                  <a:gd name="connsiteX3" fmla="*/ 4423 w 106405"/>
                  <a:gd name="connsiteY3" fmla="*/ 16163 h 68758"/>
                  <a:gd name="connsiteX4" fmla="*/ 93482 w 106405"/>
                  <a:gd name="connsiteY4" fmla="*/ 67574 h 68758"/>
                  <a:gd name="connsiteX5" fmla="*/ 105221 w 106405"/>
                  <a:gd name="connsiteY5" fmla="*/ 64335 h 68758"/>
                  <a:gd name="connsiteX6" fmla="*/ 101983 w 106405"/>
                  <a:gd name="connsiteY6" fmla="*/ 52596 h 68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405" h="68758">
                    <a:moveTo>
                      <a:pt x="101983" y="52596"/>
                    </a:moveTo>
                    <a:lnTo>
                      <a:pt x="12924" y="1185"/>
                    </a:lnTo>
                    <a:cubicBezTo>
                      <a:pt x="8876" y="-1244"/>
                      <a:pt x="3411" y="173"/>
                      <a:pt x="1185" y="4423"/>
                    </a:cubicBezTo>
                    <a:cubicBezTo>
                      <a:pt x="-1245" y="8471"/>
                      <a:pt x="173" y="13936"/>
                      <a:pt x="4423" y="16163"/>
                    </a:cubicBezTo>
                    <a:lnTo>
                      <a:pt x="93482" y="67574"/>
                    </a:lnTo>
                    <a:cubicBezTo>
                      <a:pt x="97530" y="70003"/>
                      <a:pt x="102995" y="68586"/>
                      <a:pt x="105221" y="64335"/>
                    </a:cubicBezTo>
                    <a:cubicBezTo>
                      <a:pt x="107650" y="60287"/>
                      <a:pt x="106233" y="55025"/>
                      <a:pt x="101983" y="5259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FC1812D6-D542-2DBB-7935-D0889F8791F5}"/>
                  </a:ext>
                </a:extLst>
              </p:cNvPr>
              <p:cNvSpPr/>
              <p:nvPr/>
            </p:nvSpPr>
            <p:spPr>
              <a:xfrm>
                <a:off x="7716946" y="4819293"/>
                <a:ext cx="60864" cy="42445"/>
              </a:xfrm>
              <a:custGeom>
                <a:avLst/>
                <a:gdLst>
                  <a:gd name="connsiteX0" fmla="*/ 4423 w 60864"/>
                  <a:gd name="connsiteY0" fmla="*/ 16163 h 42445"/>
                  <a:gd name="connsiteX1" fmla="*/ 47940 w 60864"/>
                  <a:gd name="connsiteY1" fmla="*/ 41261 h 42445"/>
                  <a:gd name="connsiteX2" fmla="*/ 59680 w 60864"/>
                  <a:gd name="connsiteY2" fmla="*/ 38022 h 42445"/>
                  <a:gd name="connsiteX3" fmla="*/ 56442 w 60864"/>
                  <a:gd name="connsiteY3" fmla="*/ 26283 h 42445"/>
                  <a:gd name="connsiteX4" fmla="*/ 12924 w 60864"/>
                  <a:gd name="connsiteY4" fmla="*/ 1185 h 42445"/>
                  <a:gd name="connsiteX5" fmla="*/ 1185 w 60864"/>
                  <a:gd name="connsiteY5" fmla="*/ 4423 h 42445"/>
                  <a:gd name="connsiteX6" fmla="*/ 4423 w 60864"/>
                  <a:gd name="connsiteY6" fmla="*/ 16163 h 4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4" h="42445">
                    <a:moveTo>
                      <a:pt x="4423" y="16163"/>
                    </a:moveTo>
                    <a:lnTo>
                      <a:pt x="47940" y="41261"/>
                    </a:lnTo>
                    <a:cubicBezTo>
                      <a:pt x="51988" y="43690"/>
                      <a:pt x="57454" y="42273"/>
                      <a:pt x="59680" y="38022"/>
                    </a:cubicBezTo>
                    <a:cubicBezTo>
                      <a:pt x="62109" y="33974"/>
                      <a:pt x="60692" y="28509"/>
                      <a:pt x="56442" y="26283"/>
                    </a:cubicBezTo>
                    <a:lnTo>
                      <a:pt x="12924" y="1185"/>
                    </a:lnTo>
                    <a:cubicBezTo>
                      <a:pt x="8876" y="-1244"/>
                      <a:pt x="3411" y="173"/>
                      <a:pt x="1185" y="4423"/>
                    </a:cubicBezTo>
                    <a:cubicBezTo>
                      <a:pt x="-1244" y="8674"/>
                      <a:pt x="172" y="13936"/>
                      <a:pt x="4423" y="1616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3FD236D7-8A18-49FC-6A20-2EF08F34A796}"/>
                  </a:ext>
                </a:extLst>
              </p:cNvPr>
              <p:cNvSpPr/>
              <p:nvPr/>
            </p:nvSpPr>
            <p:spPr>
              <a:xfrm>
                <a:off x="7716946" y="4749463"/>
                <a:ext cx="150327" cy="94059"/>
              </a:xfrm>
              <a:custGeom>
                <a:avLst/>
                <a:gdLst>
                  <a:gd name="connsiteX0" fmla="*/ 12924 w 150327"/>
                  <a:gd name="connsiteY0" fmla="*/ 1185 h 94059"/>
                  <a:gd name="connsiteX1" fmla="*/ 1185 w 150327"/>
                  <a:gd name="connsiteY1" fmla="*/ 4423 h 94059"/>
                  <a:gd name="connsiteX2" fmla="*/ 4423 w 150327"/>
                  <a:gd name="connsiteY2" fmla="*/ 16163 h 94059"/>
                  <a:gd name="connsiteX3" fmla="*/ 137404 w 150327"/>
                  <a:gd name="connsiteY3" fmla="*/ 92875 h 94059"/>
                  <a:gd name="connsiteX4" fmla="*/ 149143 w 150327"/>
                  <a:gd name="connsiteY4" fmla="*/ 89636 h 94059"/>
                  <a:gd name="connsiteX5" fmla="*/ 145905 w 150327"/>
                  <a:gd name="connsiteY5" fmla="*/ 77897 h 94059"/>
                  <a:gd name="connsiteX6" fmla="*/ 12924 w 150327"/>
                  <a:gd name="connsiteY6" fmla="*/ 1185 h 94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327" h="94059">
                    <a:moveTo>
                      <a:pt x="12924" y="1185"/>
                    </a:moveTo>
                    <a:cubicBezTo>
                      <a:pt x="8876" y="-1244"/>
                      <a:pt x="3411" y="173"/>
                      <a:pt x="1185" y="4423"/>
                    </a:cubicBezTo>
                    <a:cubicBezTo>
                      <a:pt x="-1244" y="8471"/>
                      <a:pt x="172" y="13936"/>
                      <a:pt x="4423" y="16163"/>
                    </a:cubicBezTo>
                    <a:lnTo>
                      <a:pt x="137404" y="92875"/>
                    </a:lnTo>
                    <a:cubicBezTo>
                      <a:pt x="141452" y="95303"/>
                      <a:pt x="146917" y="93887"/>
                      <a:pt x="149143" y="89636"/>
                    </a:cubicBezTo>
                    <a:cubicBezTo>
                      <a:pt x="151572" y="85588"/>
                      <a:pt x="150155" y="80123"/>
                      <a:pt x="145905" y="77897"/>
                    </a:cubicBezTo>
                    <a:lnTo>
                      <a:pt x="12924" y="118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40534F2E-4C1B-311A-5F5D-4A5980CBCFCD}"/>
                  </a:ext>
                </a:extLst>
              </p:cNvPr>
              <p:cNvSpPr/>
              <p:nvPr/>
            </p:nvSpPr>
            <p:spPr>
              <a:xfrm>
                <a:off x="7100184" y="6775046"/>
                <a:ext cx="262631" cy="332960"/>
              </a:xfrm>
              <a:custGeom>
                <a:avLst/>
                <a:gdLst>
                  <a:gd name="connsiteX0" fmla="*/ 126504 w 262631"/>
                  <a:gd name="connsiteY0" fmla="*/ 18083 h 332960"/>
                  <a:gd name="connsiteX1" fmla="*/ 1 w 262631"/>
                  <a:gd name="connsiteY1" fmla="*/ 237289 h 332960"/>
                  <a:gd name="connsiteX2" fmla="*/ 135815 w 262631"/>
                  <a:gd name="connsiteY2" fmla="*/ 315013 h 332960"/>
                  <a:gd name="connsiteX3" fmla="*/ 260295 w 262631"/>
                  <a:gd name="connsiteY3" fmla="*/ 124346 h 332960"/>
                  <a:gd name="connsiteX4" fmla="*/ 260497 w 262631"/>
                  <a:gd name="connsiteY4" fmla="*/ 123739 h 332960"/>
                  <a:gd name="connsiteX5" fmla="*/ 126504 w 262631"/>
                  <a:gd name="connsiteY5" fmla="*/ 18083 h 332960"/>
                  <a:gd name="connsiteX6" fmla="*/ 135208 w 262631"/>
                  <a:gd name="connsiteY6" fmla="*/ 33061 h 332960"/>
                  <a:gd name="connsiteX7" fmla="*/ 151401 w 262631"/>
                  <a:gd name="connsiteY7" fmla="*/ 25167 h 332960"/>
                  <a:gd name="connsiteX8" fmla="*/ 18824 w 262631"/>
                  <a:gd name="connsiteY8" fmla="*/ 252874 h 332960"/>
                  <a:gd name="connsiteX9" fmla="*/ 17407 w 262631"/>
                  <a:gd name="connsiteY9" fmla="*/ 237289 h 332960"/>
                  <a:gd name="connsiteX10" fmla="*/ 135208 w 262631"/>
                  <a:gd name="connsiteY10" fmla="*/ 33061 h 332960"/>
                  <a:gd name="connsiteX11" fmla="*/ 22063 w 262631"/>
                  <a:gd name="connsiteY11" fmla="*/ 270079 h 332960"/>
                  <a:gd name="connsiteX12" fmla="*/ 167998 w 262631"/>
                  <a:gd name="connsiteY12" fmla="*/ 19904 h 332960"/>
                  <a:gd name="connsiteX13" fmla="*/ 243090 w 262631"/>
                  <a:gd name="connsiteY13" fmla="*/ 121917 h 332960"/>
                  <a:gd name="connsiteX14" fmla="*/ 127314 w 262631"/>
                  <a:gd name="connsiteY14" fmla="*/ 299225 h 332960"/>
                  <a:gd name="connsiteX15" fmla="*/ 22063 w 262631"/>
                  <a:gd name="connsiteY15" fmla="*/ 270079 h 33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2631" h="332960">
                    <a:moveTo>
                      <a:pt x="126504" y="18083"/>
                    </a:moveTo>
                    <a:cubicBezTo>
                      <a:pt x="56472" y="58766"/>
                      <a:pt x="-202" y="157136"/>
                      <a:pt x="1" y="237289"/>
                    </a:cubicBezTo>
                    <a:cubicBezTo>
                      <a:pt x="405" y="316025"/>
                      <a:pt x="58294" y="359744"/>
                      <a:pt x="135815" y="315013"/>
                    </a:cubicBezTo>
                    <a:cubicBezTo>
                      <a:pt x="199573" y="278377"/>
                      <a:pt x="249972" y="194176"/>
                      <a:pt x="260295" y="124346"/>
                    </a:cubicBezTo>
                    <a:cubicBezTo>
                      <a:pt x="260295" y="124143"/>
                      <a:pt x="260295" y="123941"/>
                      <a:pt x="260497" y="123739"/>
                    </a:cubicBezTo>
                    <a:cubicBezTo>
                      <a:pt x="274868" y="30834"/>
                      <a:pt x="215158" y="-32924"/>
                      <a:pt x="126504" y="18083"/>
                    </a:cubicBezTo>
                    <a:close/>
                    <a:moveTo>
                      <a:pt x="135208" y="33061"/>
                    </a:moveTo>
                    <a:cubicBezTo>
                      <a:pt x="140673" y="29822"/>
                      <a:pt x="146138" y="27393"/>
                      <a:pt x="151401" y="25167"/>
                    </a:cubicBezTo>
                    <a:cubicBezTo>
                      <a:pt x="160711" y="110380"/>
                      <a:pt x="92500" y="222513"/>
                      <a:pt x="18824" y="252874"/>
                    </a:cubicBezTo>
                    <a:cubicBezTo>
                      <a:pt x="18217" y="247814"/>
                      <a:pt x="17407" y="242956"/>
                      <a:pt x="17407" y="237289"/>
                    </a:cubicBezTo>
                    <a:cubicBezTo>
                      <a:pt x="17003" y="162601"/>
                      <a:pt x="69831" y="70911"/>
                      <a:pt x="135208" y="33061"/>
                    </a:cubicBezTo>
                    <a:close/>
                    <a:moveTo>
                      <a:pt x="22063" y="270079"/>
                    </a:moveTo>
                    <a:cubicBezTo>
                      <a:pt x="102823" y="239718"/>
                      <a:pt x="180344" y="116452"/>
                      <a:pt x="167998" y="19904"/>
                    </a:cubicBezTo>
                    <a:cubicBezTo>
                      <a:pt x="228112" y="5938"/>
                      <a:pt x="252199" y="58564"/>
                      <a:pt x="243090" y="121917"/>
                    </a:cubicBezTo>
                    <a:cubicBezTo>
                      <a:pt x="236006" y="181425"/>
                      <a:pt x="188036" y="263804"/>
                      <a:pt x="127314" y="299225"/>
                    </a:cubicBezTo>
                    <a:cubicBezTo>
                      <a:pt x="81975" y="325335"/>
                      <a:pt x="36636" y="320680"/>
                      <a:pt x="22063" y="27007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1F3AD5FD-59AB-6157-EA85-E974769FAD7E}"/>
                  </a:ext>
                </a:extLst>
              </p:cNvPr>
              <p:cNvSpPr/>
              <p:nvPr/>
            </p:nvSpPr>
            <p:spPr>
              <a:xfrm>
                <a:off x="7971594" y="7357488"/>
                <a:ext cx="106137" cy="105959"/>
              </a:xfrm>
              <a:custGeom>
                <a:avLst/>
                <a:gdLst>
                  <a:gd name="connsiteX0" fmla="*/ 103581 w 106137"/>
                  <a:gd name="connsiteY0" fmla="*/ 2581 h 105959"/>
                  <a:gd name="connsiteX1" fmla="*/ 91437 w 106137"/>
                  <a:gd name="connsiteY1" fmla="*/ 2581 h 105959"/>
                  <a:gd name="connsiteX2" fmla="*/ 53182 w 106137"/>
                  <a:gd name="connsiteY2" fmla="*/ 40836 h 105959"/>
                  <a:gd name="connsiteX3" fmla="*/ 14927 w 106137"/>
                  <a:gd name="connsiteY3" fmla="*/ 2581 h 105959"/>
                  <a:gd name="connsiteX4" fmla="*/ 2783 w 106137"/>
                  <a:gd name="connsiteY4" fmla="*/ 2581 h 105959"/>
                  <a:gd name="connsiteX5" fmla="*/ 2783 w 106137"/>
                  <a:gd name="connsiteY5" fmla="*/ 14725 h 105959"/>
                  <a:gd name="connsiteX6" fmla="*/ 41038 w 106137"/>
                  <a:gd name="connsiteY6" fmla="*/ 52980 h 105959"/>
                  <a:gd name="connsiteX7" fmla="*/ 2581 w 106137"/>
                  <a:gd name="connsiteY7" fmla="*/ 91235 h 105959"/>
                  <a:gd name="connsiteX8" fmla="*/ 2581 w 106137"/>
                  <a:gd name="connsiteY8" fmla="*/ 103379 h 105959"/>
                  <a:gd name="connsiteX9" fmla="*/ 14725 w 106137"/>
                  <a:gd name="connsiteY9" fmla="*/ 103379 h 105959"/>
                  <a:gd name="connsiteX10" fmla="*/ 52980 w 106137"/>
                  <a:gd name="connsiteY10" fmla="*/ 65124 h 105959"/>
                  <a:gd name="connsiteX11" fmla="*/ 91235 w 106137"/>
                  <a:gd name="connsiteY11" fmla="*/ 103379 h 105959"/>
                  <a:gd name="connsiteX12" fmla="*/ 103379 w 106137"/>
                  <a:gd name="connsiteY12" fmla="*/ 103379 h 105959"/>
                  <a:gd name="connsiteX13" fmla="*/ 103379 w 106137"/>
                  <a:gd name="connsiteY13" fmla="*/ 91235 h 105959"/>
                  <a:gd name="connsiteX14" fmla="*/ 65124 w 106137"/>
                  <a:gd name="connsiteY14" fmla="*/ 52980 h 105959"/>
                  <a:gd name="connsiteX15" fmla="*/ 103379 w 106137"/>
                  <a:gd name="connsiteY15" fmla="*/ 14725 h 105959"/>
                  <a:gd name="connsiteX16" fmla="*/ 103581 w 106137"/>
                  <a:gd name="connsiteY16" fmla="*/ 2581 h 105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6137" h="105959">
                    <a:moveTo>
                      <a:pt x="103581" y="2581"/>
                    </a:moveTo>
                    <a:cubicBezTo>
                      <a:pt x="100140" y="-860"/>
                      <a:pt x="94675" y="-860"/>
                      <a:pt x="91437" y="2581"/>
                    </a:cubicBezTo>
                    <a:lnTo>
                      <a:pt x="53182" y="40836"/>
                    </a:lnTo>
                    <a:lnTo>
                      <a:pt x="14927" y="2581"/>
                    </a:lnTo>
                    <a:cubicBezTo>
                      <a:pt x="11486" y="-860"/>
                      <a:pt x="6021" y="-860"/>
                      <a:pt x="2783" y="2581"/>
                    </a:cubicBezTo>
                    <a:cubicBezTo>
                      <a:pt x="-658" y="6022"/>
                      <a:pt x="-658" y="11487"/>
                      <a:pt x="2783" y="14725"/>
                    </a:cubicBezTo>
                    <a:lnTo>
                      <a:pt x="41038" y="52980"/>
                    </a:lnTo>
                    <a:lnTo>
                      <a:pt x="2581" y="91235"/>
                    </a:lnTo>
                    <a:cubicBezTo>
                      <a:pt x="-860" y="94676"/>
                      <a:pt x="-860" y="100141"/>
                      <a:pt x="2581" y="103379"/>
                    </a:cubicBezTo>
                    <a:cubicBezTo>
                      <a:pt x="6021" y="106820"/>
                      <a:pt x="11486" y="106820"/>
                      <a:pt x="14725" y="103379"/>
                    </a:cubicBezTo>
                    <a:lnTo>
                      <a:pt x="52980" y="65124"/>
                    </a:lnTo>
                    <a:lnTo>
                      <a:pt x="91235" y="103379"/>
                    </a:lnTo>
                    <a:cubicBezTo>
                      <a:pt x="94675" y="106820"/>
                      <a:pt x="100140" y="106820"/>
                      <a:pt x="103379" y="103379"/>
                    </a:cubicBezTo>
                    <a:cubicBezTo>
                      <a:pt x="106820" y="99938"/>
                      <a:pt x="106820" y="94473"/>
                      <a:pt x="103379" y="91235"/>
                    </a:cubicBezTo>
                    <a:lnTo>
                      <a:pt x="65124" y="52980"/>
                    </a:lnTo>
                    <a:lnTo>
                      <a:pt x="103379" y="14725"/>
                    </a:lnTo>
                    <a:cubicBezTo>
                      <a:pt x="107022" y="11487"/>
                      <a:pt x="107022" y="6022"/>
                      <a:pt x="103581" y="258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</p:grp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5608A166-CDEB-3D03-A784-FBD3F838265D}"/>
                </a:ext>
              </a:extLst>
            </p:cNvPr>
            <p:cNvSpPr/>
            <p:nvPr/>
          </p:nvSpPr>
          <p:spPr>
            <a:xfrm>
              <a:off x="8380809" y="4723525"/>
              <a:ext cx="109299" cy="109299"/>
            </a:xfrm>
            <a:custGeom>
              <a:avLst/>
              <a:gdLst>
                <a:gd name="connsiteX0" fmla="*/ 54650 w 109299"/>
                <a:gd name="connsiteY0" fmla="*/ 109299 h 109299"/>
                <a:gd name="connsiteX1" fmla="*/ 0 w 109299"/>
                <a:gd name="connsiteY1" fmla="*/ 54650 h 109299"/>
                <a:gd name="connsiteX2" fmla="*/ 54650 w 109299"/>
                <a:gd name="connsiteY2" fmla="*/ 0 h 109299"/>
                <a:gd name="connsiteX3" fmla="*/ 109299 w 109299"/>
                <a:gd name="connsiteY3" fmla="*/ 54650 h 109299"/>
                <a:gd name="connsiteX4" fmla="*/ 54650 w 109299"/>
                <a:gd name="connsiteY4" fmla="*/ 109299 h 109299"/>
                <a:gd name="connsiteX5" fmla="*/ 54650 w 109299"/>
                <a:gd name="connsiteY5" fmla="*/ 17205 h 109299"/>
                <a:gd name="connsiteX6" fmla="*/ 17205 w 109299"/>
                <a:gd name="connsiteY6" fmla="*/ 54650 h 109299"/>
                <a:gd name="connsiteX7" fmla="*/ 54650 w 109299"/>
                <a:gd name="connsiteY7" fmla="*/ 92095 h 109299"/>
                <a:gd name="connsiteX8" fmla="*/ 92095 w 109299"/>
                <a:gd name="connsiteY8" fmla="*/ 54650 h 109299"/>
                <a:gd name="connsiteX9" fmla="*/ 54650 w 109299"/>
                <a:gd name="connsiteY9" fmla="*/ 17205 h 10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299" h="109299">
                  <a:moveTo>
                    <a:pt x="54650" y="109299"/>
                  </a:moveTo>
                  <a:cubicBezTo>
                    <a:pt x="24491" y="109299"/>
                    <a:pt x="0" y="84808"/>
                    <a:pt x="0" y="54650"/>
                  </a:cubicBezTo>
                  <a:cubicBezTo>
                    <a:pt x="0" y="24491"/>
                    <a:pt x="24491" y="0"/>
                    <a:pt x="54650" y="0"/>
                  </a:cubicBezTo>
                  <a:cubicBezTo>
                    <a:pt x="85415" y="0"/>
                    <a:pt x="109299" y="24086"/>
                    <a:pt x="109299" y="54650"/>
                  </a:cubicBezTo>
                  <a:cubicBezTo>
                    <a:pt x="109299" y="84808"/>
                    <a:pt x="84809" y="109299"/>
                    <a:pt x="54650" y="109299"/>
                  </a:cubicBezTo>
                  <a:close/>
                  <a:moveTo>
                    <a:pt x="54650" y="17205"/>
                  </a:moveTo>
                  <a:cubicBezTo>
                    <a:pt x="34004" y="17205"/>
                    <a:pt x="17205" y="34004"/>
                    <a:pt x="17205" y="54650"/>
                  </a:cubicBezTo>
                  <a:cubicBezTo>
                    <a:pt x="17205" y="75295"/>
                    <a:pt x="34004" y="92095"/>
                    <a:pt x="54650" y="92095"/>
                  </a:cubicBezTo>
                  <a:cubicBezTo>
                    <a:pt x="75295" y="92095"/>
                    <a:pt x="92095" y="75295"/>
                    <a:pt x="92095" y="54650"/>
                  </a:cubicBezTo>
                  <a:cubicBezTo>
                    <a:pt x="92095" y="33599"/>
                    <a:pt x="75700" y="17205"/>
                    <a:pt x="54650" y="17205"/>
                  </a:cubicBezTo>
                  <a:close/>
                </a:path>
              </a:pathLst>
            </a:custGeom>
            <a:solidFill>
              <a:srgbClr val="B0B8CF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A8BE1365-0044-E7BA-7A8B-848A7B282D7C}"/>
                </a:ext>
              </a:extLst>
            </p:cNvPr>
            <p:cNvSpPr/>
            <p:nvPr/>
          </p:nvSpPr>
          <p:spPr>
            <a:xfrm>
              <a:off x="7426666" y="5460284"/>
              <a:ext cx="92297" cy="92297"/>
            </a:xfrm>
            <a:custGeom>
              <a:avLst/>
              <a:gdLst>
                <a:gd name="connsiteX0" fmla="*/ 92297 w 92297"/>
                <a:gd name="connsiteY0" fmla="*/ 46149 h 92297"/>
                <a:gd name="connsiteX1" fmla="*/ 46148 w 92297"/>
                <a:gd name="connsiteY1" fmla="*/ 92297 h 92297"/>
                <a:gd name="connsiteX2" fmla="*/ 0 w 92297"/>
                <a:gd name="connsiteY2" fmla="*/ 46149 h 92297"/>
                <a:gd name="connsiteX3" fmla="*/ 46148 w 92297"/>
                <a:gd name="connsiteY3" fmla="*/ 0 h 92297"/>
                <a:gd name="connsiteX4" fmla="*/ 92297 w 92297"/>
                <a:gd name="connsiteY4" fmla="*/ 46149 h 9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297" h="92297">
                  <a:moveTo>
                    <a:pt x="92297" y="46149"/>
                  </a:moveTo>
                  <a:cubicBezTo>
                    <a:pt x="92297" y="71636"/>
                    <a:pt x="71635" y="92297"/>
                    <a:pt x="46148" y="92297"/>
                  </a:cubicBezTo>
                  <a:cubicBezTo>
                    <a:pt x="20661" y="92297"/>
                    <a:pt x="0" y="71636"/>
                    <a:pt x="0" y="46149"/>
                  </a:cubicBezTo>
                  <a:cubicBezTo>
                    <a:pt x="0" y="20661"/>
                    <a:pt x="20661" y="0"/>
                    <a:pt x="46148" y="0"/>
                  </a:cubicBezTo>
                  <a:cubicBezTo>
                    <a:pt x="71635" y="0"/>
                    <a:pt x="92297" y="20661"/>
                    <a:pt x="92297" y="46149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D04006-F283-95FC-DC1A-9FB097C62E99}"/>
              </a:ext>
            </a:extLst>
          </p:cNvPr>
          <p:cNvSpPr txBox="1"/>
          <p:nvPr/>
        </p:nvSpPr>
        <p:spPr>
          <a:xfrm>
            <a:off x="6084572" y="2509018"/>
            <a:ext cx="5055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{</a:t>
            </a: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</a:rPr>
              <a:t>fiyat}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B25E9-E1A0-6113-8F8D-5360730A24B7}"/>
              </a:ext>
            </a:extLst>
          </p:cNvPr>
          <p:cNvSpPr txBox="1"/>
          <p:nvPr/>
        </p:nvSpPr>
        <p:spPr>
          <a:xfrm>
            <a:off x="6084572" y="2974416"/>
            <a:ext cx="431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Buraya</a:t>
            </a:r>
            <a:r>
              <a:rPr lang="en-US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Alt </a:t>
            </a:r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Başlık</a:t>
            </a:r>
            <a:r>
              <a:rPr lang="en-US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Gelecek</a:t>
            </a:r>
            <a:endParaRPr lang="en-US" sz="14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65B3BB-9153-DA6F-8126-A92BD556692D}"/>
              </a:ext>
            </a:extLst>
          </p:cNvPr>
          <p:cNvSpPr/>
          <p:nvPr/>
        </p:nvSpPr>
        <p:spPr>
          <a:xfrm>
            <a:off x="6084575" y="3375424"/>
            <a:ext cx="4812224" cy="227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b="1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 is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simply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printing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typesetting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has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been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industry's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standard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ever since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1500s,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when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an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unknown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printer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took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galley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scrambled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it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to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make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specimen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book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has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survived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not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only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five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centuries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, but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also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leap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into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electronic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typesetting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,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remaining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essentially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unchanged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was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popularised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in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1960s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with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release</a:t>
            </a:r>
            <a:endParaRPr lang="tr-TR" sz="1200" dirty="0">
              <a:solidFill>
                <a:srgbClr val="1D1933"/>
              </a:solidFill>
              <a:latin typeface="Montserrat" pitchFamily="2" charset="0"/>
            </a:endParaRPr>
          </a:p>
        </p:txBody>
      </p:sp>
      <p:sp>
        <p:nvSpPr>
          <p:cNvPr id="64" name="Metin kutusu 63">
            <a:extLst>
              <a:ext uri="{FF2B5EF4-FFF2-40B4-BE49-F238E27FC236}">
                <a16:creationId xmlns:a16="http://schemas.microsoft.com/office/drawing/2014/main" id="{98A38822-0D4E-BBC5-7BFC-A9FCE128665D}"/>
              </a:ext>
            </a:extLst>
          </p:cNvPr>
          <p:cNvSpPr txBox="1"/>
          <p:nvPr/>
        </p:nvSpPr>
        <p:spPr>
          <a:xfrm>
            <a:off x="581816" y="942433"/>
            <a:ext cx="4959281" cy="1107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99" b="1" dirty="0">
                <a:solidFill>
                  <a:srgbClr val="1D1933"/>
                </a:solidFill>
                <a:latin typeface="Montserrat" pitchFamily="2" charset="0"/>
              </a:rPr>
              <a:t>LOREM IPSUM</a:t>
            </a:r>
            <a:r>
              <a:rPr lang="tr-TR" sz="3299" dirty="0">
                <a:solidFill>
                  <a:srgbClr val="1D1933"/>
                </a:solidFill>
                <a:latin typeface="Montserrat" pitchFamily="2" charset="0"/>
              </a:rPr>
              <a:t> İS SİMPLY DUMMY</a:t>
            </a:r>
          </a:p>
        </p:txBody>
      </p:sp>
    </p:spTree>
    <p:extLst>
      <p:ext uri="{BB962C8B-B14F-4D97-AF65-F5344CB8AC3E}">
        <p14:creationId xmlns:p14="http://schemas.microsoft.com/office/powerpoint/2010/main" val="164255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1000">
        <p14:switch dir="r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">
            <a:extLst>
              <a:ext uri="{FF2B5EF4-FFF2-40B4-BE49-F238E27FC236}">
                <a16:creationId xmlns:a16="http://schemas.microsoft.com/office/drawing/2014/main" id="{A3BCB360-597C-ADC3-CA94-D75F65D107E3}"/>
              </a:ext>
            </a:extLst>
          </p:cNvPr>
          <p:cNvGrpSpPr/>
          <p:nvPr/>
        </p:nvGrpSpPr>
        <p:grpSpPr>
          <a:xfrm>
            <a:off x="581816" y="2586899"/>
            <a:ext cx="3377784" cy="3369072"/>
            <a:chOff x="3598502" y="4488199"/>
            <a:chExt cx="3217045" cy="3208748"/>
          </a:xfrm>
        </p:grpSpPr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3BDD3DDF-0E54-4694-F81D-D00D4CCB82BF}"/>
                </a:ext>
              </a:extLst>
            </p:cNvPr>
            <p:cNvGrpSpPr/>
            <p:nvPr/>
          </p:nvGrpSpPr>
          <p:grpSpPr>
            <a:xfrm>
              <a:off x="3750711" y="4579970"/>
              <a:ext cx="3056510" cy="3116976"/>
              <a:chOff x="3750711" y="4579970"/>
              <a:chExt cx="3056510" cy="3116976"/>
            </a:xfrm>
          </p:grpSpPr>
          <p:grpSp>
            <p:nvGrpSpPr>
              <p:cNvPr id="7" name="Graphic 2">
                <a:extLst>
                  <a:ext uri="{FF2B5EF4-FFF2-40B4-BE49-F238E27FC236}">
                    <a16:creationId xmlns:a16="http://schemas.microsoft.com/office/drawing/2014/main" id="{D49909C7-80B9-9AA4-412C-568CD4C6362F}"/>
                  </a:ext>
                </a:extLst>
              </p:cNvPr>
              <p:cNvGrpSpPr/>
              <p:nvPr/>
            </p:nvGrpSpPr>
            <p:grpSpPr>
              <a:xfrm>
                <a:off x="3750711" y="4579970"/>
                <a:ext cx="1689080" cy="2417485"/>
                <a:chOff x="3750711" y="4579970"/>
                <a:chExt cx="1689080" cy="2417485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D06AD7D5-E0C8-DF25-B656-723A17FC4D6F}"/>
                    </a:ext>
                  </a:extLst>
                </p:cNvPr>
                <p:cNvSpPr/>
                <p:nvPr/>
              </p:nvSpPr>
              <p:spPr>
                <a:xfrm>
                  <a:off x="4126689" y="6655313"/>
                  <a:ext cx="952041" cy="342142"/>
                </a:xfrm>
                <a:custGeom>
                  <a:avLst/>
                  <a:gdLst>
                    <a:gd name="connsiteX0" fmla="*/ 931972 w 952041"/>
                    <a:gd name="connsiteY0" fmla="*/ 53435 h 342142"/>
                    <a:gd name="connsiteX1" fmla="*/ 451662 w 952041"/>
                    <a:gd name="connsiteY1" fmla="*/ 330530 h 342142"/>
                    <a:gd name="connsiteX2" fmla="*/ 355316 w 952041"/>
                    <a:gd name="connsiteY2" fmla="*/ 330530 h 342142"/>
                    <a:gd name="connsiteX3" fmla="*/ 19525 w 952041"/>
                    <a:gd name="connsiteY3" fmla="*/ 135410 h 342142"/>
                    <a:gd name="connsiteX4" fmla="*/ 17096 w 952041"/>
                    <a:gd name="connsiteY4" fmla="*/ 81772 h 342142"/>
                    <a:gd name="connsiteX5" fmla="*/ 19727 w 952041"/>
                    <a:gd name="connsiteY5" fmla="*/ 83796 h 342142"/>
                    <a:gd name="connsiteX6" fmla="*/ 355519 w 952041"/>
                    <a:gd name="connsiteY6" fmla="*/ 278916 h 342142"/>
                    <a:gd name="connsiteX7" fmla="*/ 451864 w 952041"/>
                    <a:gd name="connsiteY7" fmla="*/ 278916 h 342142"/>
                    <a:gd name="connsiteX8" fmla="*/ 932579 w 952041"/>
                    <a:gd name="connsiteY8" fmla="*/ 1619 h 342142"/>
                    <a:gd name="connsiteX9" fmla="*/ 935008 w 952041"/>
                    <a:gd name="connsiteY9" fmla="*/ 0 h 342142"/>
                    <a:gd name="connsiteX10" fmla="*/ 931972 w 952041"/>
                    <a:gd name="connsiteY10" fmla="*/ 53435 h 342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2041" h="342142">
                      <a:moveTo>
                        <a:pt x="931972" y="53435"/>
                      </a:moveTo>
                      <a:lnTo>
                        <a:pt x="451662" y="330530"/>
                      </a:lnTo>
                      <a:cubicBezTo>
                        <a:pt x="425349" y="345912"/>
                        <a:pt x="382034" y="346115"/>
                        <a:pt x="355316" y="330530"/>
                      </a:cubicBezTo>
                      <a:lnTo>
                        <a:pt x="19525" y="135410"/>
                      </a:lnTo>
                      <a:cubicBezTo>
                        <a:pt x="-5776" y="120837"/>
                        <a:pt x="-6383" y="97155"/>
                        <a:pt x="17096" y="81772"/>
                      </a:cubicBezTo>
                      <a:cubicBezTo>
                        <a:pt x="18108" y="82784"/>
                        <a:pt x="18715" y="83189"/>
                        <a:pt x="19727" y="83796"/>
                      </a:cubicBezTo>
                      <a:lnTo>
                        <a:pt x="355519" y="278916"/>
                      </a:lnTo>
                      <a:cubicBezTo>
                        <a:pt x="382439" y="294299"/>
                        <a:pt x="425552" y="294299"/>
                        <a:pt x="451864" y="278916"/>
                      </a:cubicBezTo>
                      <a:lnTo>
                        <a:pt x="932579" y="1619"/>
                      </a:lnTo>
                      <a:cubicBezTo>
                        <a:pt x="933186" y="1215"/>
                        <a:pt x="934198" y="607"/>
                        <a:pt x="935008" y="0"/>
                      </a:cubicBezTo>
                      <a:cubicBezTo>
                        <a:pt x="958690" y="14978"/>
                        <a:pt x="957678" y="38660"/>
                        <a:pt x="931972" y="53435"/>
                      </a:cubicBezTo>
                      <a:close/>
                    </a:path>
                  </a:pathLst>
                </a:custGeom>
                <a:solidFill>
                  <a:srgbClr val="E4E7F0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 dirty="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EE198185-3A2F-1DDB-DCED-F271506B1C16}"/>
                    </a:ext>
                  </a:extLst>
                </p:cNvPr>
                <p:cNvSpPr/>
                <p:nvPr/>
              </p:nvSpPr>
              <p:spPr>
                <a:xfrm>
                  <a:off x="3750711" y="4579970"/>
                  <a:ext cx="1689080" cy="2386229"/>
                </a:xfrm>
                <a:custGeom>
                  <a:avLst/>
                  <a:gdLst>
                    <a:gd name="connsiteX0" fmla="*/ 1685640 w 1689080"/>
                    <a:gd name="connsiteY0" fmla="*/ 59175 h 2386229"/>
                    <a:gd name="connsiteX1" fmla="*/ 1601641 w 1689080"/>
                    <a:gd name="connsiteY1" fmla="*/ 11407 h 2386229"/>
                    <a:gd name="connsiteX2" fmla="*/ 83392 w 1689080"/>
                    <a:gd name="connsiteY2" fmla="*/ 887826 h 2386229"/>
                    <a:gd name="connsiteX3" fmla="*/ 1 w 1689080"/>
                    <a:gd name="connsiteY3" fmla="*/ 1032546 h 2386229"/>
                    <a:gd name="connsiteX4" fmla="*/ 3037 w 1689080"/>
                    <a:gd name="connsiteY4" fmla="*/ 2326732 h 2386229"/>
                    <a:gd name="connsiteX5" fmla="*/ 87036 w 1689080"/>
                    <a:gd name="connsiteY5" fmla="*/ 2374702 h 2386229"/>
                    <a:gd name="connsiteX6" fmla="*/ 428090 w 1689080"/>
                    <a:gd name="connsiteY6" fmla="*/ 2177761 h 2386229"/>
                    <a:gd name="connsiteX7" fmla="*/ 519375 w 1689080"/>
                    <a:gd name="connsiteY7" fmla="*/ 2125136 h 2386229"/>
                    <a:gd name="connsiteX8" fmla="*/ 519780 w 1689080"/>
                    <a:gd name="connsiteY8" fmla="*/ 2125136 h 2386229"/>
                    <a:gd name="connsiteX9" fmla="*/ 656404 w 1689080"/>
                    <a:gd name="connsiteY9" fmla="*/ 2046197 h 2386229"/>
                    <a:gd name="connsiteX10" fmla="*/ 745463 w 1689080"/>
                    <a:gd name="connsiteY10" fmla="*/ 1994786 h 2386229"/>
                    <a:gd name="connsiteX11" fmla="*/ 1054537 w 1689080"/>
                    <a:gd name="connsiteY11" fmla="*/ 1816061 h 2386229"/>
                    <a:gd name="connsiteX12" fmla="*/ 1096638 w 1689080"/>
                    <a:gd name="connsiteY12" fmla="*/ 1791975 h 2386229"/>
                    <a:gd name="connsiteX13" fmla="*/ 1605690 w 1689080"/>
                    <a:gd name="connsiteY13" fmla="*/ 1497878 h 2386229"/>
                    <a:gd name="connsiteX14" fmla="*/ 1689081 w 1689080"/>
                    <a:gd name="connsiteY14" fmla="*/ 1353563 h 2386229"/>
                    <a:gd name="connsiteX15" fmla="*/ 1685640 w 1689080"/>
                    <a:gd name="connsiteY15" fmla="*/ 59175 h 2386229"/>
                    <a:gd name="connsiteX16" fmla="*/ 1551647 w 1689080"/>
                    <a:gd name="connsiteY16" fmla="*/ 1404974 h 2386229"/>
                    <a:gd name="connsiteX17" fmla="*/ 121849 w 1689080"/>
                    <a:gd name="connsiteY17" fmla="*/ 2230791 h 2386229"/>
                    <a:gd name="connsiteX18" fmla="*/ 110515 w 1689080"/>
                    <a:gd name="connsiteY18" fmla="*/ 2224112 h 2386229"/>
                    <a:gd name="connsiteX19" fmla="*/ 107478 w 1689080"/>
                    <a:gd name="connsiteY19" fmla="*/ 1032344 h 2386229"/>
                    <a:gd name="connsiteX20" fmla="*/ 136827 w 1689080"/>
                    <a:gd name="connsiteY20" fmla="*/ 981338 h 2386229"/>
                    <a:gd name="connsiteX21" fmla="*/ 1567030 w 1689080"/>
                    <a:gd name="connsiteY21" fmla="*/ 155520 h 2386229"/>
                    <a:gd name="connsiteX22" fmla="*/ 1578770 w 1689080"/>
                    <a:gd name="connsiteY22" fmla="*/ 162199 h 2386229"/>
                    <a:gd name="connsiteX23" fmla="*/ 1581806 w 1689080"/>
                    <a:gd name="connsiteY23" fmla="*/ 1353360 h 2386229"/>
                    <a:gd name="connsiteX24" fmla="*/ 1551647 w 1689080"/>
                    <a:gd name="connsiteY24" fmla="*/ 1404974 h 2386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89080" h="2386229">
                      <a:moveTo>
                        <a:pt x="1685640" y="59175"/>
                      </a:moveTo>
                      <a:cubicBezTo>
                        <a:pt x="1685640" y="6144"/>
                        <a:pt x="1647992" y="-15108"/>
                        <a:pt x="1601641" y="11407"/>
                      </a:cubicBezTo>
                      <a:lnTo>
                        <a:pt x="83392" y="887826"/>
                      </a:lnTo>
                      <a:cubicBezTo>
                        <a:pt x="37446" y="914544"/>
                        <a:pt x="-202" y="979111"/>
                        <a:pt x="1" y="1032546"/>
                      </a:cubicBezTo>
                      <a:lnTo>
                        <a:pt x="3037" y="2326732"/>
                      </a:lnTo>
                      <a:cubicBezTo>
                        <a:pt x="3442" y="2380167"/>
                        <a:pt x="41089" y="2401420"/>
                        <a:pt x="87036" y="2374702"/>
                      </a:cubicBezTo>
                      <a:lnTo>
                        <a:pt x="428090" y="2177761"/>
                      </a:lnTo>
                      <a:lnTo>
                        <a:pt x="519375" y="2125136"/>
                      </a:lnTo>
                      <a:lnTo>
                        <a:pt x="519780" y="2125136"/>
                      </a:lnTo>
                      <a:lnTo>
                        <a:pt x="656404" y="2046197"/>
                      </a:lnTo>
                      <a:lnTo>
                        <a:pt x="745463" y="1994786"/>
                      </a:lnTo>
                      <a:lnTo>
                        <a:pt x="1054537" y="1816061"/>
                      </a:lnTo>
                      <a:lnTo>
                        <a:pt x="1096638" y="1791975"/>
                      </a:lnTo>
                      <a:lnTo>
                        <a:pt x="1605690" y="1497878"/>
                      </a:lnTo>
                      <a:cubicBezTo>
                        <a:pt x="1651636" y="1471161"/>
                        <a:pt x="1689081" y="1406593"/>
                        <a:pt x="1689081" y="1353563"/>
                      </a:cubicBezTo>
                      <a:lnTo>
                        <a:pt x="1685640" y="59175"/>
                      </a:lnTo>
                      <a:close/>
                      <a:moveTo>
                        <a:pt x="1551647" y="1404974"/>
                      </a:moveTo>
                      <a:lnTo>
                        <a:pt x="121849" y="2230791"/>
                      </a:lnTo>
                      <a:cubicBezTo>
                        <a:pt x="116789" y="2233423"/>
                        <a:pt x="110515" y="2229779"/>
                        <a:pt x="110515" y="2224112"/>
                      </a:cubicBezTo>
                      <a:lnTo>
                        <a:pt x="107478" y="1032344"/>
                      </a:lnTo>
                      <a:cubicBezTo>
                        <a:pt x="107478" y="1013723"/>
                        <a:pt x="120433" y="990648"/>
                        <a:pt x="136827" y="981338"/>
                      </a:cubicBezTo>
                      <a:lnTo>
                        <a:pt x="1567030" y="155520"/>
                      </a:lnTo>
                      <a:cubicBezTo>
                        <a:pt x="1572090" y="152484"/>
                        <a:pt x="1578770" y="156127"/>
                        <a:pt x="1578770" y="162199"/>
                      </a:cubicBezTo>
                      <a:lnTo>
                        <a:pt x="1581806" y="1353360"/>
                      </a:lnTo>
                      <a:cubicBezTo>
                        <a:pt x="1581603" y="1372387"/>
                        <a:pt x="1568244" y="1395663"/>
                        <a:pt x="1551647" y="1404974"/>
                      </a:cubicBezTo>
                      <a:close/>
                    </a:path>
                  </a:pathLst>
                </a:custGeom>
                <a:solidFill>
                  <a:srgbClr val="E3E7F0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grpSp>
              <p:nvGrpSpPr>
                <p:cNvPr id="10" name="Graphic 2">
                  <a:extLst>
                    <a:ext uri="{FF2B5EF4-FFF2-40B4-BE49-F238E27FC236}">
                      <a16:creationId xmlns:a16="http://schemas.microsoft.com/office/drawing/2014/main" id="{5702DBB7-7895-8C08-30BD-FCE1A1D21C2A}"/>
                    </a:ext>
                  </a:extLst>
                </p:cNvPr>
                <p:cNvGrpSpPr/>
                <p:nvPr/>
              </p:nvGrpSpPr>
              <p:grpSpPr>
                <a:xfrm>
                  <a:off x="4270895" y="5153937"/>
                  <a:ext cx="758213" cy="580630"/>
                  <a:chOff x="4270895" y="5153937"/>
                  <a:chExt cx="758213" cy="580630"/>
                </a:xfrm>
              </p:grpSpPr>
              <p:grpSp>
                <p:nvGrpSpPr>
                  <p:cNvPr id="11" name="Graphic 2">
                    <a:extLst>
                      <a:ext uri="{FF2B5EF4-FFF2-40B4-BE49-F238E27FC236}">
                        <a16:creationId xmlns:a16="http://schemas.microsoft.com/office/drawing/2014/main" id="{F48A6165-5B21-18EA-14D4-C86E4EDB67F6}"/>
                      </a:ext>
                    </a:extLst>
                  </p:cNvPr>
                  <p:cNvGrpSpPr/>
                  <p:nvPr/>
                </p:nvGrpSpPr>
                <p:grpSpPr>
                  <a:xfrm>
                    <a:off x="4270895" y="5153937"/>
                    <a:ext cx="758213" cy="580630"/>
                    <a:chOff x="4270895" y="5153937"/>
                    <a:chExt cx="758213" cy="580630"/>
                  </a:xfrm>
                </p:grpSpPr>
                <p:sp>
                  <p:nvSpPr>
                    <p:cNvPr id="12" name="Freeform 11">
                      <a:extLst>
                        <a:ext uri="{FF2B5EF4-FFF2-40B4-BE49-F238E27FC236}">
                          <a16:creationId xmlns:a16="http://schemas.microsoft.com/office/drawing/2014/main" id="{E3F42030-2DA8-0384-CF58-96FA6897A8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8738" y="5153937"/>
                      <a:ext cx="293489" cy="171162"/>
                    </a:xfrm>
                    <a:custGeom>
                      <a:avLst/>
                      <a:gdLst>
                        <a:gd name="connsiteX0" fmla="*/ 293489 w 293489"/>
                        <a:gd name="connsiteY0" fmla="*/ 95867 h 171162"/>
                        <a:gd name="connsiteX1" fmla="*/ 278511 w 293489"/>
                        <a:gd name="connsiteY1" fmla="*/ 97284 h 171162"/>
                        <a:gd name="connsiteX2" fmla="*/ 178118 w 293489"/>
                        <a:gd name="connsiteY2" fmla="*/ 155375 h 171162"/>
                        <a:gd name="connsiteX3" fmla="*/ 162735 w 293489"/>
                        <a:gd name="connsiteY3" fmla="*/ 171162 h 171162"/>
                        <a:gd name="connsiteX4" fmla="*/ 0 w 293489"/>
                        <a:gd name="connsiteY4" fmla="*/ 76841 h 171162"/>
                        <a:gd name="connsiteX5" fmla="*/ 15383 w 293489"/>
                        <a:gd name="connsiteY5" fmla="*/ 61053 h 171162"/>
                        <a:gd name="connsiteX6" fmla="*/ 115777 w 293489"/>
                        <a:gd name="connsiteY6" fmla="*/ 2963 h 171162"/>
                        <a:gd name="connsiteX7" fmla="*/ 131159 w 293489"/>
                        <a:gd name="connsiteY7" fmla="*/ 1546 h 171162"/>
                        <a:gd name="connsiteX8" fmla="*/ 293489 w 293489"/>
                        <a:gd name="connsiteY8" fmla="*/ 95867 h 1711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93489" h="171162">
                          <a:moveTo>
                            <a:pt x="293489" y="95867"/>
                          </a:moveTo>
                          <a:cubicBezTo>
                            <a:pt x="289643" y="93641"/>
                            <a:pt x="284178" y="94046"/>
                            <a:pt x="278511" y="97284"/>
                          </a:cubicBezTo>
                          <a:lnTo>
                            <a:pt x="178118" y="155375"/>
                          </a:lnTo>
                          <a:cubicBezTo>
                            <a:pt x="172248" y="158816"/>
                            <a:pt x="166783" y="164685"/>
                            <a:pt x="162735" y="171162"/>
                          </a:cubicBezTo>
                          <a:lnTo>
                            <a:pt x="0" y="76841"/>
                          </a:lnTo>
                          <a:cubicBezTo>
                            <a:pt x="4048" y="70162"/>
                            <a:pt x="9513" y="64089"/>
                            <a:pt x="15383" y="61053"/>
                          </a:cubicBezTo>
                          <a:lnTo>
                            <a:pt x="115777" y="2963"/>
                          </a:lnTo>
                          <a:cubicBezTo>
                            <a:pt x="121646" y="-478"/>
                            <a:pt x="127111" y="-883"/>
                            <a:pt x="131159" y="1546"/>
                          </a:cubicBezTo>
                          <a:lnTo>
                            <a:pt x="293489" y="95867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3" name="Freeform 12">
                      <a:extLst>
                        <a:ext uri="{FF2B5EF4-FFF2-40B4-BE49-F238E27FC236}">
                          <a16:creationId xmlns:a16="http://schemas.microsoft.com/office/drawing/2014/main" id="{6D2CBAF7-3B87-B710-0526-B3C9288ADC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2261" y="5230778"/>
                      <a:ext cx="169009" cy="242077"/>
                    </a:xfrm>
                    <a:custGeom>
                      <a:avLst/>
                      <a:gdLst>
                        <a:gd name="connsiteX0" fmla="*/ 162735 w 169009"/>
                        <a:gd name="connsiteY0" fmla="*/ 115776 h 242077"/>
                        <a:gd name="connsiteX1" fmla="*/ 163139 w 169009"/>
                        <a:gd name="connsiteY1" fmla="*/ 242078 h 242077"/>
                        <a:gd name="connsiteX2" fmla="*/ 405 w 169009"/>
                        <a:gd name="connsiteY2" fmla="*/ 147757 h 242077"/>
                        <a:gd name="connsiteX3" fmla="*/ 0 w 169009"/>
                        <a:gd name="connsiteY3" fmla="*/ 21050 h 242077"/>
                        <a:gd name="connsiteX4" fmla="*/ 6275 w 169009"/>
                        <a:gd name="connsiteY4" fmla="*/ 0 h 242077"/>
                        <a:gd name="connsiteX5" fmla="*/ 169009 w 169009"/>
                        <a:gd name="connsiteY5" fmla="*/ 94321 h 242077"/>
                        <a:gd name="connsiteX6" fmla="*/ 162735 w 169009"/>
                        <a:gd name="connsiteY6" fmla="*/ 115776 h 242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69009" h="242077">
                          <a:moveTo>
                            <a:pt x="162735" y="115776"/>
                          </a:moveTo>
                          <a:lnTo>
                            <a:pt x="163139" y="242078"/>
                          </a:lnTo>
                          <a:lnTo>
                            <a:pt x="405" y="147757"/>
                          </a:lnTo>
                          <a:lnTo>
                            <a:pt x="0" y="21050"/>
                          </a:lnTo>
                          <a:cubicBezTo>
                            <a:pt x="0" y="14371"/>
                            <a:pt x="2631" y="6679"/>
                            <a:pt x="6275" y="0"/>
                          </a:cubicBezTo>
                          <a:lnTo>
                            <a:pt x="169009" y="94321"/>
                          </a:lnTo>
                          <a:cubicBezTo>
                            <a:pt x="165366" y="101001"/>
                            <a:pt x="162735" y="108692"/>
                            <a:pt x="162735" y="11577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4" name="Freeform 13">
                      <a:extLst>
                        <a:ext uri="{FF2B5EF4-FFF2-40B4-BE49-F238E27FC236}">
                          <a16:creationId xmlns:a16="http://schemas.microsoft.com/office/drawing/2014/main" id="{0B74FE0B-93E1-61A6-A8E5-EA771E1F1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5389" y="5248137"/>
                      <a:ext cx="143720" cy="224719"/>
                    </a:xfrm>
                    <a:custGeom>
                      <a:avLst/>
                      <a:gdLst>
                        <a:gd name="connsiteX0" fmla="*/ 143720 w 143720"/>
                        <a:gd name="connsiteY0" fmla="*/ 141733 h 224719"/>
                        <a:gd name="connsiteX1" fmla="*/ 416 w 143720"/>
                        <a:gd name="connsiteY1" fmla="*/ 224719 h 224719"/>
                        <a:gd name="connsiteX2" fmla="*/ 12 w 143720"/>
                        <a:gd name="connsiteY2" fmla="*/ 98013 h 224719"/>
                        <a:gd name="connsiteX3" fmla="*/ 21264 w 143720"/>
                        <a:gd name="connsiteY3" fmla="*/ 60973 h 224719"/>
                        <a:gd name="connsiteX4" fmla="*/ 121658 w 143720"/>
                        <a:gd name="connsiteY4" fmla="*/ 2882 h 224719"/>
                        <a:gd name="connsiteX5" fmla="*/ 143315 w 143720"/>
                        <a:gd name="connsiteY5" fmla="*/ 15229 h 224719"/>
                        <a:gd name="connsiteX6" fmla="*/ 143720 w 143720"/>
                        <a:gd name="connsiteY6" fmla="*/ 141733 h 2247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43720" h="224719">
                          <a:moveTo>
                            <a:pt x="143720" y="141733"/>
                          </a:moveTo>
                          <a:lnTo>
                            <a:pt x="416" y="224719"/>
                          </a:lnTo>
                          <a:lnTo>
                            <a:pt x="12" y="98013"/>
                          </a:lnTo>
                          <a:cubicBezTo>
                            <a:pt x="-393" y="84654"/>
                            <a:pt x="9727" y="68057"/>
                            <a:pt x="21264" y="60973"/>
                          </a:cubicBezTo>
                          <a:lnTo>
                            <a:pt x="121658" y="2882"/>
                          </a:lnTo>
                          <a:cubicBezTo>
                            <a:pt x="133600" y="-3797"/>
                            <a:pt x="142911" y="1465"/>
                            <a:pt x="143315" y="15229"/>
                          </a:cubicBezTo>
                          <a:lnTo>
                            <a:pt x="143720" y="141733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5" name="Freeform 14">
                      <a:extLst>
                        <a:ext uri="{FF2B5EF4-FFF2-40B4-BE49-F238E27FC236}">
                          <a16:creationId xmlns:a16="http://schemas.microsoft.com/office/drawing/2014/main" id="{A4E35978-4514-3030-B0E1-C1109F983C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5348" y="5414550"/>
                      <a:ext cx="295513" cy="175297"/>
                    </a:xfrm>
                    <a:custGeom>
                      <a:avLst/>
                      <a:gdLst>
                        <a:gd name="connsiteX0" fmla="*/ 295513 w 295513"/>
                        <a:gd name="connsiteY0" fmla="*/ 96156 h 175297"/>
                        <a:gd name="connsiteX1" fmla="*/ 279928 w 295513"/>
                        <a:gd name="connsiteY1" fmla="*/ 97573 h 175297"/>
                        <a:gd name="connsiteX2" fmla="*/ 179737 w 295513"/>
                        <a:gd name="connsiteY2" fmla="*/ 155664 h 175297"/>
                        <a:gd name="connsiteX3" fmla="*/ 162735 w 295513"/>
                        <a:gd name="connsiteY3" fmla="*/ 175297 h 175297"/>
                        <a:gd name="connsiteX4" fmla="*/ 0 w 295513"/>
                        <a:gd name="connsiteY4" fmla="*/ 80571 h 175297"/>
                        <a:gd name="connsiteX5" fmla="*/ 17002 w 295513"/>
                        <a:gd name="connsiteY5" fmla="*/ 60938 h 175297"/>
                        <a:gd name="connsiteX6" fmla="*/ 117193 w 295513"/>
                        <a:gd name="connsiteY6" fmla="*/ 3252 h 175297"/>
                        <a:gd name="connsiteX7" fmla="*/ 132778 w 295513"/>
                        <a:gd name="connsiteY7" fmla="*/ 1430 h 175297"/>
                        <a:gd name="connsiteX8" fmla="*/ 295513 w 295513"/>
                        <a:gd name="connsiteY8" fmla="*/ 96156 h 1752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95513" h="175297">
                          <a:moveTo>
                            <a:pt x="295513" y="96156"/>
                          </a:moveTo>
                          <a:cubicBezTo>
                            <a:pt x="291465" y="93930"/>
                            <a:pt x="286000" y="94132"/>
                            <a:pt x="279928" y="97573"/>
                          </a:cubicBezTo>
                          <a:lnTo>
                            <a:pt x="179737" y="155664"/>
                          </a:lnTo>
                          <a:cubicBezTo>
                            <a:pt x="172855" y="159712"/>
                            <a:pt x="166378" y="166999"/>
                            <a:pt x="162735" y="175297"/>
                          </a:cubicBezTo>
                          <a:lnTo>
                            <a:pt x="0" y="80571"/>
                          </a:lnTo>
                          <a:cubicBezTo>
                            <a:pt x="3846" y="72475"/>
                            <a:pt x="10120" y="64986"/>
                            <a:pt x="17002" y="60938"/>
                          </a:cubicBezTo>
                          <a:lnTo>
                            <a:pt x="117193" y="3252"/>
                          </a:lnTo>
                          <a:cubicBezTo>
                            <a:pt x="123265" y="-594"/>
                            <a:pt x="128730" y="-796"/>
                            <a:pt x="132778" y="1430"/>
                          </a:cubicBezTo>
                          <a:lnTo>
                            <a:pt x="295513" y="96156"/>
                          </a:lnTo>
                          <a:close/>
                        </a:path>
                      </a:pathLst>
                    </a:custGeom>
                    <a:solidFill>
                      <a:schemeClr val="accent4">
                        <a:lumMod val="75000"/>
                      </a:schemeClr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16" name="Freeform 15">
                      <a:extLst>
                        <a:ext uri="{FF2B5EF4-FFF2-40B4-BE49-F238E27FC236}">
                          <a16:creationId xmlns:a16="http://schemas.microsoft.com/office/drawing/2014/main" id="{DACC4999-999B-BB2B-75B0-647DD02A87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0895" y="5495121"/>
                      <a:ext cx="166985" cy="239446"/>
                    </a:xfrm>
                    <a:custGeom>
                      <a:avLst/>
                      <a:gdLst>
                        <a:gd name="connsiteX0" fmla="*/ 162330 w 166985"/>
                        <a:gd name="connsiteY0" fmla="*/ 112133 h 239446"/>
                        <a:gd name="connsiteX1" fmla="*/ 162735 w 166985"/>
                        <a:gd name="connsiteY1" fmla="*/ 239447 h 239446"/>
                        <a:gd name="connsiteX2" fmla="*/ 405 w 166985"/>
                        <a:gd name="connsiteY2" fmla="*/ 145125 h 239446"/>
                        <a:gd name="connsiteX3" fmla="*/ 0 w 166985"/>
                        <a:gd name="connsiteY3" fmla="*/ 17407 h 239446"/>
                        <a:gd name="connsiteX4" fmla="*/ 4250 w 166985"/>
                        <a:gd name="connsiteY4" fmla="*/ 0 h 239446"/>
                        <a:gd name="connsiteX5" fmla="*/ 166985 w 166985"/>
                        <a:gd name="connsiteY5" fmla="*/ 94726 h 239446"/>
                        <a:gd name="connsiteX6" fmla="*/ 162330 w 166985"/>
                        <a:gd name="connsiteY6" fmla="*/ 112133 h 2394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66985" h="239446">
                          <a:moveTo>
                            <a:pt x="162330" y="112133"/>
                          </a:moveTo>
                          <a:lnTo>
                            <a:pt x="162735" y="239447"/>
                          </a:lnTo>
                          <a:lnTo>
                            <a:pt x="405" y="145125"/>
                          </a:lnTo>
                          <a:lnTo>
                            <a:pt x="0" y="17407"/>
                          </a:lnTo>
                          <a:cubicBezTo>
                            <a:pt x="0" y="11740"/>
                            <a:pt x="1417" y="5667"/>
                            <a:pt x="4250" y="0"/>
                          </a:cubicBezTo>
                          <a:lnTo>
                            <a:pt x="166985" y="94726"/>
                          </a:lnTo>
                          <a:cubicBezTo>
                            <a:pt x="164354" y="100393"/>
                            <a:pt x="162330" y="106466"/>
                            <a:pt x="162330" y="112133"/>
                          </a:cubicBezTo>
                          <a:close/>
                        </a:path>
                      </a:pathLst>
                    </a:custGeom>
                    <a:solidFill>
                      <a:schemeClr val="accent4">
                        <a:lumMod val="75000"/>
                      </a:schemeClr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  <p:sp>
                <p:nvSpPr>
                  <p:cNvPr id="17" name="Freeform 16">
                    <a:extLst>
                      <a:ext uri="{FF2B5EF4-FFF2-40B4-BE49-F238E27FC236}">
                        <a16:creationId xmlns:a16="http://schemas.microsoft.com/office/drawing/2014/main" id="{8E882F20-7B34-1591-3077-5EAB36BCF607}"/>
                      </a:ext>
                    </a:extLst>
                  </p:cNvPr>
                  <p:cNvSpPr/>
                  <p:nvPr/>
                </p:nvSpPr>
                <p:spPr>
                  <a:xfrm>
                    <a:off x="4433630" y="5508850"/>
                    <a:ext cx="143708" cy="225514"/>
                  </a:xfrm>
                  <a:custGeom>
                    <a:avLst/>
                    <a:gdLst>
                      <a:gd name="connsiteX0" fmla="*/ 143708 w 143708"/>
                      <a:gd name="connsiteY0" fmla="*/ 142528 h 225514"/>
                      <a:gd name="connsiteX1" fmla="*/ 405 w 143708"/>
                      <a:gd name="connsiteY1" fmla="*/ 225515 h 225514"/>
                      <a:gd name="connsiteX2" fmla="*/ 0 w 143708"/>
                      <a:gd name="connsiteY2" fmla="*/ 98201 h 225514"/>
                      <a:gd name="connsiteX3" fmla="*/ 21253 w 143708"/>
                      <a:gd name="connsiteY3" fmla="*/ 61161 h 225514"/>
                      <a:gd name="connsiteX4" fmla="*/ 121646 w 143708"/>
                      <a:gd name="connsiteY4" fmla="*/ 3070 h 225514"/>
                      <a:gd name="connsiteX5" fmla="*/ 143303 w 143708"/>
                      <a:gd name="connsiteY5" fmla="*/ 15012 h 225514"/>
                      <a:gd name="connsiteX6" fmla="*/ 143708 w 143708"/>
                      <a:gd name="connsiteY6" fmla="*/ 142528 h 2255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43708" h="225514">
                        <a:moveTo>
                          <a:pt x="143708" y="142528"/>
                        </a:moveTo>
                        <a:lnTo>
                          <a:pt x="405" y="225515"/>
                        </a:lnTo>
                        <a:lnTo>
                          <a:pt x="0" y="98201"/>
                        </a:lnTo>
                        <a:cubicBezTo>
                          <a:pt x="0" y="84438"/>
                          <a:pt x="9715" y="67840"/>
                          <a:pt x="21253" y="61161"/>
                        </a:cubicBezTo>
                        <a:lnTo>
                          <a:pt x="121646" y="3070"/>
                        </a:lnTo>
                        <a:cubicBezTo>
                          <a:pt x="133588" y="-4014"/>
                          <a:pt x="143303" y="1653"/>
                          <a:pt x="143303" y="15012"/>
                        </a:cubicBezTo>
                        <a:lnTo>
                          <a:pt x="143708" y="142528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</p:grpSp>
          </p:grpSp>
          <p:grpSp>
            <p:nvGrpSpPr>
              <p:cNvPr id="18" name="Graphic 2">
                <a:extLst>
                  <a:ext uri="{FF2B5EF4-FFF2-40B4-BE49-F238E27FC236}">
                    <a16:creationId xmlns:a16="http://schemas.microsoft.com/office/drawing/2014/main" id="{DBF813FA-BB46-2BC0-7A16-3B48F7FE4C97}"/>
                  </a:ext>
                </a:extLst>
              </p:cNvPr>
              <p:cNvGrpSpPr/>
              <p:nvPr/>
            </p:nvGrpSpPr>
            <p:grpSpPr>
              <a:xfrm>
                <a:off x="4650205" y="7158647"/>
                <a:ext cx="721948" cy="538299"/>
                <a:chOff x="4650205" y="7158647"/>
                <a:chExt cx="721948" cy="538299"/>
              </a:xfrm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E0CC531-8D03-ACF1-E7C9-4A23FE2E57E6}"/>
                    </a:ext>
                  </a:extLst>
                </p:cNvPr>
                <p:cNvSpPr/>
                <p:nvPr/>
              </p:nvSpPr>
              <p:spPr>
                <a:xfrm>
                  <a:off x="4650929" y="7468177"/>
                  <a:ext cx="721223" cy="228769"/>
                </a:xfrm>
                <a:custGeom>
                  <a:avLst/>
                  <a:gdLst>
                    <a:gd name="connsiteX0" fmla="*/ 616412 w 721223"/>
                    <a:gd name="connsiteY0" fmla="*/ 167592 h 228769"/>
                    <a:gd name="connsiteX1" fmla="*/ 106348 w 721223"/>
                    <a:gd name="connsiteY1" fmla="*/ 167592 h 228769"/>
                    <a:gd name="connsiteX2" fmla="*/ 1300 w 721223"/>
                    <a:gd name="connsiteY2" fmla="*/ 1619 h 228769"/>
                    <a:gd name="connsiteX3" fmla="*/ 105943 w 721223"/>
                    <a:gd name="connsiteY3" fmla="*/ 128325 h 228769"/>
                    <a:gd name="connsiteX4" fmla="*/ 616007 w 721223"/>
                    <a:gd name="connsiteY4" fmla="*/ 128325 h 228769"/>
                    <a:gd name="connsiteX5" fmla="*/ 719437 w 721223"/>
                    <a:gd name="connsiteY5" fmla="*/ 0 h 228769"/>
                    <a:gd name="connsiteX6" fmla="*/ 616412 w 721223"/>
                    <a:gd name="connsiteY6" fmla="*/ 167592 h 228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21223" h="228769">
                      <a:moveTo>
                        <a:pt x="616412" y="167592"/>
                      </a:moveTo>
                      <a:cubicBezTo>
                        <a:pt x="476145" y="248960"/>
                        <a:pt x="247628" y="249364"/>
                        <a:pt x="106348" y="167592"/>
                      </a:cubicBezTo>
                      <a:cubicBezTo>
                        <a:pt x="27612" y="122253"/>
                        <a:pt x="-7404" y="60924"/>
                        <a:pt x="1300" y="1619"/>
                      </a:cubicBezTo>
                      <a:cubicBezTo>
                        <a:pt x="9598" y="47970"/>
                        <a:pt x="44210" y="92904"/>
                        <a:pt x="105943" y="128325"/>
                      </a:cubicBezTo>
                      <a:cubicBezTo>
                        <a:pt x="247020" y="210098"/>
                        <a:pt x="475335" y="209693"/>
                        <a:pt x="616007" y="128325"/>
                      </a:cubicBezTo>
                      <a:cubicBezTo>
                        <a:pt x="677741" y="92297"/>
                        <a:pt x="711948" y="46553"/>
                        <a:pt x="719437" y="0"/>
                      </a:cubicBezTo>
                      <a:cubicBezTo>
                        <a:pt x="729759" y="59710"/>
                        <a:pt x="695350" y="121646"/>
                        <a:pt x="616412" y="167592"/>
                      </a:cubicBezTo>
                      <a:close/>
                    </a:path>
                  </a:pathLst>
                </a:custGeom>
                <a:solidFill>
                  <a:srgbClr val="E4E7F0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grpSp>
              <p:nvGrpSpPr>
                <p:cNvPr id="20" name="Graphic 2">
                  <a:extLst>
                    <a:ext uri="{FF2B5EF4-FFF2-40B4-BE49-F238E27FC236}">
                      <a16:creationId xmlns:a16="http://schemas.microsoft.com/office/drawing/2014/main" id="{FDBA4EEA-967A-B3A2-4136-BB7EB4E2A75F}"/>
                    </a:ext>
                  </a:extLst>
                </p:cNvPr>
                <p:cNvGrpSpPr/>
                <p:nvPr/>
              </p:nvGrpSpPr>
              <p:grpSpPr>
                <a:xfrm>
                  <a:off x="4650205" y="7158647"/>
                  <a:ext cx="672293" cy="351073"/>
                  <a:chOff x="4650205" y="7158647"/>
                  <a:chExt cx="672293" cy="351073"/>
                </a:xfrm>
              </p:grpSpPr>
              <p:sp>
                <p:nvSpPr>
                  <p:cNvPr id="21" name="Freeform 20">
                    <a:extLst>
                      <a:ext uri="{FF2B5EF4-FFF2-40B4-BE49-F238E27FC236}">
                        <a16:creationId xmlns:a16="http://schemas.microsoft.com/office/drawing/2014/main" id="{21748CDD-446F-2FE2-E1E7-BD5F2E7CA4D0}"/>
                      </a:ext>
                    </a:extLst>
                  </p:cNvPr>
                  <p:cNvSpPr/>
                  <p:nvPr/>
                </p:nvSpPr>
                <p:spPr>
                  <a:xfrm>
                    <a:off x="4650205" y="7333779"/>
                    <a:ext cx="25705" cy="136016"/>
                  </a:xfrm>
                  <a:custGeom>
                    <a:avLst/>
                    <a:gdLst>
                      <a:gd name="connsiteX0" fmla="*/ 25705 w 25705"/>
                      <a:gd name="connsiteY0" fmla="*/ 76712 h 136016"/>
                      <a:gd name="connsiteX1" fmla="*/ 2024 w 25705"/>
                      <a:gd name="connsiteY1" fmla="*/ 136017 h 136016"/>
                      <a:gd name="connsiteX2" fmla="*/ 0 w 25705"/>
                      <a:gd name="connsiteY2" fmla="*/ 113955 h 136016"/>
                      <a:gd name="connsiteX3" fmla="*/ 607 w 25705"/>
                      <a:gd name="connsiteY3" fmla="*/ 0 h 136016"/>
                      <a:gd name="connsiteX4" fmla="*/ 25705 w 25705"/>
                      <a:gd name="connsiteY4" fmla="*/ 76712 h 136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705" h="136016">
                        <a:moveTo>
                          <a:pt x="25705" y="76712"/>
                        </a:moveTo>
                        <a:cubicBezTo>
                          <a:pt x="12751" y="95738"/>
                          <a:pt x="5060" y="115776"/>
                          <a:pt x="2024" y="136017"/>
                        </a:cubicBezTo>
                        <a:cubicBezTo>
                          <a:pt x="607" y="128730"/>
                          <a:pt x="0" y="121444"/>
                          <a:pt x="0" y="113955"/>
                        </a:cubicBezTo>
                        <a:lnTo>
                          <a:pt x="607" y="0"/>
                        </a:lnTo>
                        <a:cubicBezTo>
                          <a:pt x="607" y="25908"/>
                          <a:pt x="9108" y="52018"/>
                          <a:pt x="25705" y="767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sp>
                <p:nvSpPr>
                  <p:cNvPr id="22" name="Freeform 21">
                    <a:extLst>
                      <a:ext uri="{FF2B5EF4-FFF2-40B4-BE49-F238E27FC236}">
                        <a16:creationId xmlns:a16="http://schemas.microsoft.com/office/drawing/2014/main" id="{410E4D4E-B23C-C4B5-4BAE-07554C1B44C4}"/>
                      </a:ext>
                    </a:extLst>
                  </p:cNvPr>
                  <p:cNvSpPr/>
                  <p:nvPr/>
                </p:nvSpPr>
                <p:spPr>
                  <a:xfrm>
                    <a:off x="4700501" y="7158647"/>
                    <a:ext cx="621997" cy="351073"/>
                  </a:xfrm>
                  <a:custGeom>
                    <a:avLst/>
                    <a:gdLst>
                      <a:gd name="connsiteX0" fmla="*/ 530205 w 621997"/>
                      <a:gd name="connsiteY0" fmla="*/ 51462 h 351073"/>
                      <a:gd name="connsiteX1" fmla="*/ 531622 w 621997"/>
                      <a:gd name="connsiteY1" fmla="*/ 299612 h 351073"/>
                      <a:gd name="connsiteX2" fmla="*/ 91793 w 621997"/>
                      <a:gd name="connsiteY2" fmla="*/ 299612 h 351073"/>
                      <a:gd name="connsiteX3" fmla="*/ 90376 w 621997"/>
                      <a:gd name="connsiteY3" fmla="*/ 51462 h 351073"/>
                      <a:gd name="connsiteX4" fmla="*/ 530205 w 621997"/>
                      <a:gd name="connsiteY4" fmla="*/ 51462 h 351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21997" h="351073">
                        <a:moveTo>
                          <a:pt x="530205" y="51462"/>
                        </a:moveTo>
                        <a:cubicBezTo>
                          <a:pt x="652053" y="119875"/>
                          <a:pt x="652660" y="230996"/>
                          <a:pt x="531622" y="299612"/>
                        </a:cubicBezTo>
                        <a:cubicBezTo>
                          <a:pt x="410583" y="368228"/>
                          <a:pt x="213641" y="368228"/>
                          <a:pt x="91793" y="299612"/>
                        </a:cubicBezTo>
                        <a:cubicBezTo>
                          <a:pt x="-30056" y="230996"/>
                          <a:pt x="-30663" y="119875"/>
                          <a:pt x="90376" y="51462"/>
                        </a:cubicBezTo>
                        <a:cubicBezTo>
                          <a:pt x="211415" y="-17154"/>
                          <a:pt x="408154" y="-17154"/>
                          <a:pt x="530205" y="51462"/>
                        </a:cubicBezTo>
                        <a:close/>
                      </a:path>
                    </a:pathLst>
                  </a:custGeom>
                  <a:solidFill>
                    <a:srgbClr val="E3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</p:grp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93E1470-480B-64F5-D09C-64E6760C07C3}"/>
                    </a:ext>
                  </a:extLst>
                </p:cNvPr>
                <p:cNvSpPr/>
                <p:nvPr/>
              </p:nvSpPr>
              <p:spPr>
                <a:xfrm>
                  <a:off x="4845449" y="7226972"/>
                  <a:ext cx="318497" cy="184602"/>
                </a:xfrm>
                <a:custGeom>
                  <a:avLst/>
                  <a:gdLst>
                    <a:gd name="connsiteX0" fmla="*/ 28212 w 318497"/>
                    <a:gd name="connsiteY0" fmla="*/ 82316 h 184602"/>
                    <a:gd name="connsiteX1" fmla="*/ 9186 w 318497"/>
                    <a:gd name="connsiteY1" fmla="*/ 97699 h 184602"/>
                    <a:gd name="connsiteX2" fmla="*/ 9793 w 318497"/>
                    <a:gd name="connsiteY2" fmla="*/ 144455 h 184602"/>
                    <a:gd name="connsiteX3" fmla="*/ 298424 w 318497"/>
                    <a:gd name="connsiteY3" fmla="*/ 177042 h 184602"/>
                    <a:gd name="connsiteX4" fmla="*/ 302472 w 318497"/>
                    <a:gd name="connsiteY4" fmla="*/ 175828 h 184602"/>
                    <a:gd name="connsiteX5" fmla="*/ 304699 w 318497"/>
                    <a:gd name="connsiteY5" fmla="*/ 173399 h 184602"/>
                    <a:gd name="connsiteX6" fmla="*/ 247013 w 318497"/>
                    <a:gd name="connsiteY6" fmla="*/ 5199 h 184602"/>
                    <a:gd name="connsiteX7" fmla="*/ 166051 w 318497"/>
                    <a:gd name="connsiteY7" fmla="*/ 6211 h 184602"/>
                    <a:gd name="connsiteX8" fmla="*/ 142571 w 318497"/>
                    <a:gd name="connsiteY8" fmla="*/ 16331 h 184602"/>
                    <a:gd name="connsiteX9" fmla="*/ 117878 w 318497"/>
                    <a:gd name="connsiteY9" fmla="*/ 68350 h 184602"/>
                    <a:gd name="connsiteX10" fmla="*/ 28212 w 318497"/>
                    <a:gd name="connsiteY10" fmla="*/ 82316 h 184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8497" h="184602">
                      <a:moveTo>
                        <a:pt x="28212" y="82316"/>
                      </a:moveTo>
                      <a:cubicBezTo>
                        <a:pt x="20723" y="86566"/>
                        <a:pt x="14246" y="91829"/>
                        <a:pt x="9186" y="97699"/>
                      </a:cubicBezTo>
                      <a:cubicBezTo>
                        <a:pt x="-3161" y="112070"/>
                        <a:pt x="-3161" y="130084"/>
                        <a:pt x="9793" y="144455"/>
                      </a:cubicBezTo>
                      <a:cubicBezTo>
                        <a:pt x="63430" y="203355"/>
                        <a:pt x="263610" y="181292"/>
                        <a:pt x="298424" y="177042"/>
                      </a:cubicBezTo>
                      <a:cubicBezTo>
                        <a:pt x="300043" y="176840"/>
                        <a:pt x="301460" y="176435"/>
                        <a:pt x="302472" y="175828"/>
                      </a:cubicBezTo>
                      <a:cubicBezTo>
                        <a:pt x="303484" y="175220"/>
                        <a:pt x="304294" y="174411"/>
                        <a:pt x="304699" y="173399"/>
                      </a:cubicBezTo>
                      <a:cubicBezTo>
                        <a:pt x="312593" y="153158"/>
                        <a:pt x="352062" y="35358"/>
                        <a:pt x="247013" y="5199"/>
                      </a:cubicBezTo>
                      <a:cubicBezTo>
                        <a:pt x="221915" y="-2088"/>
                        <a:pt x="190744" y="-1683"/>
                        <a:pt x="166051" y="6211"/>
                      </a:cubicBezTo>
                      <a:cubicBezTo>
                        <a:pt x="157145" y="9045"/>
                        <a:pt x="149251" y="12486"/>
                        <a:pt x="142571" y="16331"/>
                      </a:cubicBezTo>
                      <a:cubicBezTo>
                        <a:pt x="117878" y="30500"/>
                        <a:pt x="109579" y="50538"/>
                        <a:pt x="117878" y="68350"/>
                      </a:cubicBezTo>
                      <a:cubicBezTo>
                        <a:pt x="87112" y="63492"/>
                        <a:pt x="52703" y="68148"/>
                        <a:pt x="28212" y="8231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</p:grpSp>
          <p:grpSp>
            <p:nvGrpSpPr>
              <p:cNvPr id="24" name="Graphic 2">
                <a:extLst>
                  <a:ext uri="{FF2B5EF4-FFF2-40B4-BE49-F238E27FC236}">
                    <a16:creationId xmlns:a16="http://schemas.microsoft.com/office/drawing/2014/main" id="{424531F2-4EA2-632D-17D1-4077873D3C3C}"/>
                  </a:ext>
                </a:extLst>
              </p:cNvPr>
              <p:cNvGrpSpPr/>
              <p:nvPr/>
            </p:nvGrpSpPr>
            <p:grpSpPr>
              <a:xfrm>
                <a:off x="6085265" y="5332741"/>
                <a:ext cx="721955" cy="538299"/>
                <a:chOff x="6085265" y="5332741"/>
                <a:chExt cx="721955" cy="538299"/>
              </a:xfrm>
            </p:grpSpPr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C38B0160-F3D3-2F03-3325-E35CD37F8CD5}"/>
                    </a:ext>
                  </a:extLst>
                </p:cNvPr>
                <p:cNvSpPr/>
                <p:nvPr/>
              </p:nvSpPr>
              <p:spPr>
                <a:xfrm>
                  <a:off x="6085990" y="5642068"/>
                  <a:ext cx="721231" cy="228972"/>
                </a:xfrm>
                <a:custGeom>
                  <a:avLst/>
                  <a:gdLst>
                    <a:gd name="connsiteX0" fmla="*/ 616412 w 721231"/>
                    <a:gd name="connsiteY0" fmla="*/ 167592 h 228972"/>
                    <a:gd name="connsiteX1" fmla="*/ 106348 w 721231"/>
                    <a:gd name="connsiteY1" fmla="*/ 167997 h 228972"/>
                    <a:gd name="connsiteX2" fmla="*/ 1300 w 721231"/>
                    <a:gd name="connsiteY2" fmla="*/ 2024 h 228972"/>
                    <a:gd name="connsiteX3" fmla="*/ 105741 w 721231"/>
                    <a:gd name="connsiteY3" fmla="*/ 128730 h 228972"/>
                    <a:gd name="connsiteX4" fmla="*/ 615805 w 721231"/>
                    <a:gd name="connsiteY4" fmla="*/ 128326 h 228972"/>
                    <a:gd name="connsiteX5" fmla="*/ 719437 w 721231"/>
                    <a:gd name="connsiteY5" fmla="*/ 0 h 228972"/>
                    <a:gd name="connsiteX6" fmla="*/ 616412 w 721231"/>
                    <a:gd name="connsiteY6" fmla="*/ 167592 h 228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21231" h="228972">
                      <a:moveTo>
                        <a:pt x="616412" y="167592"/>
                      </a:moveTo>
                      <a:cubicBezTo>
                        <a:pt x="476144" y="249365"/>
                        <a:pt x="247628" y="249365"/>
                        <a:pt x="106348" y="167997"/>
                      </a:cubicBezTo>
                      <a:cubicBezTo>
                        <a:pt x="27612" y="122658"/>
                        <a:pt x="-7404" y="61329"/>
                        <a:pt x="1300" y="2024"/>
                      </a:cubicBezTo>
                      <a:cubicBezTo>
                        <a:pt x="9598" y="47970"/>
                        <a:pt x="44210" y="93309"/>
                        <a:pt x="105741" y="128730"/>
                      </a:cubicBezTo>
                      <a:cubicBezTo>
                        <a:pt x="247020" y="210098"/>
                        <a:pt x="475537" y="210098"/>
                        <a:pt x="615805" y="128326"/>
                      </a:cubicBezTo>
                      <a:cubicBezTo>
                        <a:pt x="677741" y="92702"/>
                        <a:pt x="712150" y="46958"/>
                        <a:pt x="719437" y="0"/>
                      </a:cubicBezTo>
                      <a:cubicBezTo>
                        <a:pt x="729759" y="59912"/>
                        <a:pt x="695553" y="121849"/>
                        <a:pt x="616412" y="167592"/>
                      </a:cubicBezTo>
                      <a:close/>
                    </a:path>
                  </a:pathLst>
                </a:custGeom>
                <a:solidFill>
                  <a:srgbClr val="E4E7F0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grpSp>
              <p:nvGrpSpPr>
                <p:cNvPr id="26" name="Graphic 2">
                  <a:extLst>
                    <a:ext uri="{FF2B5EF4-FFF2-40B4-BE49-F238E27FC236}">
                      <a16:creationId xmlns:a16="http://schemas.microsoft.com/office/drawing/2014/main" id="{3519984E-D01C-AF4A-8AAC-342B181EA08C}"/>
                    </a:ext>
                  </a:extLst>
                </p:cNvPr>
                <p:cNvGrpSpPr/>
                <p:nvPr/>
              </p:nvGrpSpPr>
              <p:grpSpPr>
                <a:xfrm>
                  <a:off x="6085265" y="5332741"/>
                  <a:ext cx="672293" cy="351073"/>
                  <a:chOff x="6085265" y="5332741"/>
                  <a:chExt cx="672293" cy="351073"/>
                </a:xfrm>
              </p:grpSpPr>
              <p:sp>
                <p:nvSpPr>
                  <p:cNvPr id="27" name="Freeform 26">
                    <a:extLst>
                      <a:ext uri="{FF2B5EF4-FFF2-40B4-BE49-F238E27FC236}">
                        <a16:creationId xmlns:a16="http://schemas.microsoft.com/office/drawing/2014/main" id="{594B74FA-AA31-FCEC-EA4F-FFBFF7C965E8}"/>
                      </a:ext>
                    </a:extLst>
                  </p:cNvPr>
                  <p:cNvSpPr/>
                  <p:nvPr/>
                </p:nvSpPr>
                <p:spPr>
                  <a:xfrm>
                    <a:off x="6085265" y="5507063"/>
                    <a:ext cx="26110" cy="136826"/>
                  </a:xfrm>
                  <a:custGeom>
                    <a:avLst/>
                    <a:gdLst>
                      <a:gd name="connsiteX0" fmla="*/ 26110 w 26110"/>
                      <a:gd name="connsiteY0" fmla="*/ 77522 h 136826"/>
                      <a:gd name="connsiteX1" fmla="*/ 2024 w 26110"/>
                      <a:gd name="connsiteY1" fmla="*/ 136827 h 136826"/>
                      <a:gd name="connsiteX2" fmla="*/ 0 w 26110"/>
                      <a:gd name="connsiteY2" fmla="*/ 114764 h 136826"/>
                      <a:gd name="connsiteX3" fmla="*/ 405 w 26110"/>
                      <a:gd name="connsiteY3" fmla="*/ 0 h 136826"/>
                      <a:gd name="connsiteX4" fmla="*/ 26110 w 26110"/>
                      <a:gd name="connsiteY4" fmla="*/ 77522 h 136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110" h="136826">
                        <a:moveTo>
                          <a:pt x="26110" y="77522"/>
                        </a:moveTo>
                        <a:cubicBezTo>
                          <a:pt x="12752" y="96548"/>
                          <a:pt x="5060" y="116586"/>
                          <a:pt x="2024" y="136827"/>
                        </a:cubicBezTo>
                        <a:cubicBezTo>
                          <a:pt x="607" y="129540"/>
                          <a:pt x="0" y="122253"/>
                          <a:pt x="0" y="114764"/>
                        </a:cubicBezTo>
                        <a:lnTo>
                          <a:pt x="405" y="0"/>
                        </a:lnTo>
                        <a:cubicBezTo>
                          <a:pt x="405" y="26515"/>
                          <a:pt x="9108" y="52828"/>
                          <a:pt x="26110" y="77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sp>
                <p:nvSpPr>
                  <p:cNvPr id="28" name="Freeform 27">
                    <a:extLst>
                      <a:ext uri="{FF2B5EF4-FFF2-40B4-BE49-F238E27FC236}">
                        <a16:creationId xmlns:a16="http://schemas.microsoft.com/office/drawing/2014/main" id="{45B8236D-F4DC-82E2-4664-890BB1892B09}"/>
                      </a:ext>
                    </a:extLst>
                  </p:cNvPr>
                  <p:cNvSpPr/>
                  <p:nvPr/>
                </p:nvSpPr>
                <p:spPr>
                  <a:xfrm>
                    <a:off x="6135561" y="5332741"/>
                    <a:ext cx="621997" cy="351073"/>
                  </a:xfrm>
                  <a:custGeom>
                    <a:avLst/>
                    <a:gdLst>
                      <a:gd name="connsiteX0" fmla="*/ 530205 w 621997"/>
                      <a:gd name="connsiteY0" fmla="*/ 51462 h 351073"/>
                      <a:gd name="connsiteX1" fmla="*/ 531622 w 621997"/>
                      <a:gd name="connsiteY1" fmla="*/ 299612 h 351073"/>
                      <a:gd name="connsiteX2" fmla="*/ 91793 w 621997"/>
                      <a:gd name="connsiteY2" fmla="*/ 299612 h 351073"/>
                      <a:gd name="connsiteX3" fmla="*/ 90376 w 621997"/>
                      <a:gd name="connsiteY3" fmla="*/ 51462 h 351073"/>
                      <a:gd name="connsiteX4" fmla="*/ 530205 w 621997"/>
                      <a:gd name="connsiteY4" fmla="*/ 51462 h 351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21997" h="351073">
                        <a:moveTo>
                          <a:pt x="530205" y="51462"/>
                        </a:moveTo>
                        <a:cubicBezTo>
                          <a:pt x="652053" y="119875"/>
                          <a:pt x="652661" y="230996"/>
                          <a:pt x="531622" y="299612"/>
                        </a:cubicBezTo>
                        <a:cubicBezTo>
                          <a:pt x="410583" y="368228"/>
                          <a:pt x="213641" y="368228"/>
                          <a:pt x="91793" y="299612"/>
                        </a:cubicBezTo>
                        <a:cubicBezTo>
                          <a:pt x="-30056" y="230996"/>
                          <a:pt x="-30663" y="119875"/>
                          <a:pt x="90376" y="51462"/>
                        </a:cubicBezTo>
                        <a:cubicBezTo>
                          <a:pt x="211415" y="-17154"/>
                          <a:pt x="408356" y="-17154"/>
                          <a:pt x="530205" y="51462"/>
                        </a:cubicBezTo>
                        <a:close/>
                      </a:path>
                    </a:pathLst>
                  </a:custGeom>
                  <a:solidFill>
                    <a:srgbClr val="E3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</p:grpSp>
          </p:grpSp>
          <p:grpSp>
            <p:nvGrpSpPr>
              <p:cNvPr id="29" name="Graphic 2">
                <a:extLst>
                  <a:ext uri="{FF2B5EF4-FFF2-40B4-BE49-F238E27FC236}">
                    <a16:creationId xmlns:a16="http://schemas.microsoft.com/office/drawing/2014/main" id="{FE9EEC44-C06A-A2A8-BCE9-4FAE1B2D180B}"/>
                  </a:ext>
                </a:extLst>
              </p:cNvPr>
              <p:cNvGrpSpPr/>
              <p:nvPr/>
            </p:nvGrpSpPr>
            <p:grpSpPr>
              <a:xfrm>
                <a:off x="6269429" y="5413551"/>
                <a:ext cx="441439" cy="255838"/>
                <a:chOff x="6269429" y="5413551"/>
                <a:chExt cx="441439" cy="255838"/>
              </a:xfrm>
              <a:solidFill>
                <a:srgbClr val="FF342B"/>
              </a:solidFill>
            </p:grpSpPr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9CF879FA-69BC-68B2-7D24-73F004DBEC32}"/>
                    </a:ext>
                  </a:extLst>
                </p:cNvPr>
                <p:cNvSpPr/>
                <p:nvPr/>
              </p:nvSpPr>
              <p:spPr>
                <a:xfrm>
                  <a:off x="6415671" y="5498693"/>
                  <a:ext cx="295197" cy="170697"/>
                </a:xfrm>
                <a:custGeom>
                  <a:avLst/>
                  <a:gdLst>
                    <a:gd name="connsiteX0" fmla="*/ 65096 w 295197"/>
                    <a:gd name="connsiteY0" fmla="*/ 37517 h 170697"/>
                    <a:gd name="connsiteX1" fmla="*/ 11863 w 295197"/>
                    <a:gd name="connsiteY1" fmla="*/ 169688 h 170697"/>
                    <a:gd name="connsiteX2" fmla="*/ 220544 w 295197"/>
                    <a:gd name="connsiteY2" fmla="*/ 127790 h 170697"/>
                    <a:gd name="connsiteX3" fmla="*/ 293613 w 295197"/>
                    <a:gd name="connsiteY3" fmla="*/ 6953 h 170697"/>
                    <a:gd name="connsiteX4" fmla="*/ 65096 w 295197"/>
                    <a:gd name="connsiteY4" fmla="*/ 37517 h 170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5197" h="170697">
                      <a:moveTo>
                        <a:pt x="65096" y="37517"/>
                      </a:moveTo>
                      <a:cubicBezTo>
                        <a:pt x="3362" y="73140"/>
                        <a:pt x="-14652" y="124956"/>
                        <a:pt x="11863" y="169688"/>
                      </a:cubicBezTo>
                      <a:cubicBezTo>
                        <a:pt x="85944" y="174748"/>
                        <a:pt x="163263" y="160782"/>
                        <a:pt x="220544" y="127790"/>
                      </a:cubicBezTo>
                      <a:cubicBezTo>
                        <a:pt x="277622" y="94798"/>
                        <a:pt x="301911" y="50066"/>
                        <a:pt x="293613" y="6953"/>
                      </a:cubicBezTo>
                      <a:cubicBezTo>
                        <a:pt x="216293" y="-8430"/>
                        <a:pt x="127032" y="1691"/>
                        <a:pt x="65096" y="3751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ED6D7E8C-24E5-BD35-BDAF-4A8F4439DD09}"/>
                    </a:ext>
                  </a:extLst>
                </p:cNvPr>
                <p:cNvSpPr/>
                <p:nvPr/>
              </p:nvSpPr>
              <p:spPr>
                <a:xfrm>
                  <a:off x="6269429" y="5413551"/>
                  <a:ext cx="200231" cy="115978"/>
                </a:xfrm>
                <a:custGeom>
                  <a:avLst/>
                  <a:gdLst>
                    <a:gd name="connsiteX0" fmla="*/ 29577 w 200231"/>
                    <a:gd name="connsiteY0" fmla="*/ 17002 h 115978"/>
                    <a:gd name="connsiteX1" fmla="*/ 29172 w 200231"/>
                    <a:gd name="connsiteY1" fmla="*/ 98977 h 115978"/>
                    <a:gd name="connsiteX2" fmla="*/ 170655 w 200231"/>
                    <a:gd name="connsiteY2" fmla="*/ 98977 h 115978"/>
                    <a:gd name="connsiteX3" fmla="*/ 171059 w 200231"/>
                    <a:gd name="connsiteY3" fmla="*/ 17002 h 115978"/>
                    <a:gd name="connsiteX4" fmla="*/ 29577 w 200231"/>
                    <a:gd name="connsiteY4" fmla="*/ 17002 h 115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0231" h="115978">
                      <a:moveTo>
                        <a:pt x="29577" y="17002"/>
                      </a:moveTo>
                      <a:cubicBezTo>
                        <a:pt x="-9690" y="39672"/>
                        <a:pt x="-9892" y="76307"/>
                        <a:pt x="29172" y="98977"/>
                      </a:cubicBezTo>
                      <a:cubicBezTo>
                        <a:pt x="68034" y="121646"/>
                        <a:pt x="131590" y="121646"/>
                        <a:pt x="170655" y="98977"/>
                      </a:cubicBezTo>
                      <a:cubicBezTo>
                        <a:pt x="209921" y="76307"/>
                        <a:pt x="210124" y="39672"/>
                        <a:pt x="171059" y="17002"/>
                      </a:cubicBezTo>
                      <a:cubicBezTo>
                        <a:pt x="132399" y="-5667"/>
                        <a:pt x="68844" y="-5667"/>
                        <a:pt x="29577" y="170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</p:grpSp>
          <p:grpSp>
            <p:nvGrpSpPr>
              <p:cNvPr id="32" name="Graphic 2">
                <a:extLst>
                  <a:ext uri="{FF2B5EF4-FFF2-40B4-BE49-F238E27FC236}">
                    <a16:creationId xmlns:a16="http://schemas.microsoft.com/office/drawing/2014/main" id="{50E50F09-003E-B8B2-E7F3-73DABC0078EE}"/>
                  </a:ext>
                </a:extLst>
              </p:cNvPr>
              <p:cNvGrpSpPr/>
              <p:nvPr/>
            </p:nvGrpSpPr>
            <p:grpSpPr>
              <a:xfrm>
                <a:off x="5592608" y="4701005"/>
                <a:ext cx="602089" cy="449013"/>
                <a:chOff x="5592608" y="4701005"/>
                <a:chExt cx="602089" cy="449013"/>
              </a:xfrm>
            </p:grpSpPr>
            <p:grpSp>
              <p:nvGrpSpPr>
                <p:cNvPr id="33" name="Graphic 2">
                  <a:extLst>
                    <a:ext uri="{FF2B5EF4-FFF2-40B4-BE49-F238E27FC236}">
                      <a16:creationId xmlns:a16="http://schemas.microsoft.com/office/drawing/2014/main" id="{2BDB559E-1CA4-7E16-E610-014517461CDF}"/>
                    </a:ext>
                  </a:extLst>
                </p:cNvPr>
                <p:cNvGrpSpPr/>
                <p:nvPr/>
              </p:nvGrpSpPr>
              <p:grpSpPr>
                <a:xfrm>
                  <a:off x="5592608" y="4701005"/>
                  <a:ext cx="602089" cy="449013"/>
                  <a:chOff x="5592608" y="4701005"/>
                  <a:chExt cx="602089" cy="449013"/>
                </a:xfrm>
              </p:grpSpPr>
              <p:sp>
                <p:nvSpPr>
                  <p:cNvPr id="34" name="Freeform 33">
                    <a:extLst>
                      <a:ext uri="{FF2B5EF4-FFF2-40B4-BE49-F238E27FC236}">
                        <a16:creationId xmlns:a16="http://schemas.microsoft.com/office/drawing/2014/main" id="{9CF2A537-7D3E-72CD-7562-4266A8FF77E5}"/>
                      </a:ext>
                    </a:extLst>
                  </p:cNvPr>
                  <p:cNvSpPr/>
                  <p:nvPr/>
                </p:nvSpPr>
                <p:spPr>
                  <a:xfrm>
                    <a:off x="5592938" y="4958947"/>
                    <a:ext cx="601759" cy="191071"/>
                  </a:xfrm>
                  <a:custGeom>
                    <a:avLst/>
                    <a:gdLst>
                      <a:gd name="connsiteX0" fmla="*/ 514187 w 601759"/>
                      <a:gd name="connsiteY0" fmla="*/ 139863 h 191071"/>
                      <a:gd name="connsiteX1" fmla="*/ 88729 w 601759"/>
                      <a:gd name="connsiteY1" fmla="*/ 140268 h 191071"/>
                      <a:gd name="connsiteX2" fmla="*/ 1087 w 601759"/>
                      <a:gd name="connsiteY2" fmla="*/ 1214 h 191071"/>
                      <a:gd name="connsiteX3" fmla="*/ 88527 w 601759"/>
                      <a:gd name="connsiteY3" fmla="*/ 107275 h 191071"/>
                      <a:gd name="connsiteX4" fmla="*/ 513985 w 601759"/>
                      <a:gd name="connsiteY4" fmla="*/ 107275 h 191071"/>
                      <a:gd name="connsiteX5" fmla="*/ 600412 w 601759"/>
                      <a:gd name="connsiteY5" fmla="*/ 0 h 191071"/>
                      <a:gd name="connsiteX6" fmla="*/ 514187 w 601759"/>
                      <a:gd name="connsiteY6" fmla="*/ 139863 h 191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1759" h="191071">
                        <a:moveTo>
                          <a:pt x="514187" y="139863"/>
                        </a:moveTo>
                        <a:cubicBezTo>
                          <a:pt x="397196" y="207871"/>
                          <a:pt x="206530" y="208276"/>
                          <a:pt x="88729" y="140268"/>
                        </a:cubicBezTo>
                        <a:cubicBezTo>
                          <a:pt x="23149" y="102215"/>
                          <a:pt x="-6199" y="51006"/>
                          <a:pt x="1087" y="1214"/>
                        </a:cubicBezTo>
                        <a:cubicBezTo>
                          <a:pt x="8172" y="39874"/>
                          <a:pt x="37115" y="77522"/>
                          <a:pt x="88527" y="107275"/>
                        </a:cubicBezTo>
                        <a:cubicBezTo>
                          <a:pt x="206125" y="175284"/>
                          <a:pt x="396994" y="175284"/>
                          <a:pt x="513985" y="107275"/>
                        </a:cubicBezTo>
                        <a:cubicBezTo>
                          <a:pt x="565598" y="77319"/>
                          <a:pt x="594340" y="39267"/>
                          <a:pt x="600412" y="0"/>
                        </a:cubicBezTo>
                        <a:cubicBezTo>
                          <a:pt x="608508" y="49792"/>
                          <a:pt x="580171" y="101608"/>
                          <a:pt x="514187" y="139863"/>
                        </a:cubicBezTo>
                        <a:close/>
                      </a:path>
                    </a:pathLst>
                  </a:custGeom>
                  <a:solidFill>
                    <a:srgbClr val="E4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grpSp>
                <p:nvGrpSpPr>
                  <p:cNvPr id="35" name="Graphic 2">
                    <a:extLst>
                      <a:ext uri="{FF2B5EF4-FFF2-40B4-BE49-F238E27FC236}">
                        <a16:creationId xmlns:a16="http://schemas.microsoft.com/office/drawing/2014/main" id="{3DE43058-5D37-2AE6-C400-B2FFDF06C76F}"/>
                      </a:ext>
                    </a:extLst>
                  </p:cNvPr>
                  <p:cNvGrpSpPr/>
                  <p:nvPr/>
                </p:nvGrpSpPr>
                <p:grpSpPr>
                  <a:xfrm>
                    <a:off x="5592608" y="4701005"/>
                    <a:ext cx="560338" cy="292805"/>
                    <a:chOff x="5592608" y="4701005"/>
                    <a:chExt cx="560338" cy="292805"/>
                  </a:xfrm>
                </p:grpSpPr>
                <p:sp>
                  <p:nvSpPr>
                    <p:cNvPr id="36" name="Freeform 35">
                      <a:extLst>
                        <a:ext uri="{FF2B5EF4-FFF2-40B4-BE49-F238E27FC236}">
                          <a16:creationId xmlns:a16="http://schemas.microsoft.com/office/drawing/2014/main" id="{4A957FC8-0FE7-19F0-1814-B2A41CCEBF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92608" y="4847219"/>
                      <a:ext cx="21455" cy="112942"/>
                    </a:xfrm>
                    <a:custGeom>
                      <a:avLst/>
                      <a:gdLst>
                        <a:gd name="connsiteX0" fmla="*/ 21455 w 21455"/>
                        <a:gd name="connsiteY0" fmla="*/ 63556 h 112942"/>
                        <a:gd name="connsiteX1" fmla="*/ 1417 w 21455"/>
                        <a:gd name="connsiteY1" fmla="*/ 112943 h 112942"/>
                        <a:gd name="connsiteX2" fmla="*/ 0 w 21455"/>
                        <a:gd name="connsiteY2" fmla="*/ 94929 h 112942"/>
                        <a:gd name="connsiteX3" fmla="*/ 405 w 21455"/>
                        <a:gd name="connsiteY3" fmla="*/ 0 h 112942"/>
                        <a:gd name="connsiteX4" fmla="*/ 21455 w 21455"/>
                        <a:gd name="connsiteY4" fmla="*/ 63556 h 1129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1455" h="112942">
                          <a:moveTo>
                            <a:pt x="21455" y="63556"/>
                          </a:moveTo>
                          <a:cubicBezTo>
                            <a:pt x="10728" y="79546"/>
                            <a:pt x="4048" y="96143"/>
                            <a:pt x="1417" y="112943"/>
                          </a:cubicBezTo>
                          <a:cubicBezTo>
                            <a:pt x="405" y="106871"/>
                            <a:pt x="0" y="101001"/>
                            <a:pt x="0" y="94929"/>
                          </a:cubicBezTo>
                          <a:lnTo>
                            <a:pt x="405" y="0"/>
                          </a:lnTo>
                          <a:cubicBezTo>
                            <a:pt x="405" y="21657"/>
                            <a:pt x="7489" y="43315"/>
                            <a:pt x="21455" y="6355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37" name="Freeform 36">
                      <a:extLst>
                        <a:ext uri="{FF2B5EF4-FFF2-40B4-BE49-F238E27FC236}">
                          <a16:creationId xmlns:a16="http://schemas.microsoft.com/office/drawing/2014/main" id="{CA61A63E-6619-AC77-F5FC-7C06F85E37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4227" y="4701005"/>
                      <a:ext cx="518719" cy="292805"/>
                    </a:xfrm>
                    <a:custGeom>
                      <a:avLst/>
                      <a:gdLst>
                        <a:gd name="connsiteX0" fmla="*/ 76587 w 518719"/>
                        <a:gd name="connsiteY0" fmla="*/ 42986 h 292805"/>
                        <a:gd name="connsiteX1" fmla="*/ 75372 w 518719"/>
                        <a:gd name="connsiteY1" fmla="*/ 249845 h 292805"/>
                        <a:gd name="connsiteX2" fmla="*/ 442132 w 518719"/>
                        <a:gd name="connsiteY2" fmla="*/ 249845 h 292805"/>
                        <a:gd name="connsiteX3" fmla="*/ 443347 w 518719"/>
                        <a:gd name="connsiteY3" fmla="*/ 42784 h 292805"/>
                        <a:gd name="connsiteX4" fmla="*/ 76587 w 518719"/>
                        <a:gd name="connsiteY4" fmla="*/ 42986 h 2928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18719" h="292805">
                          <a:moveTo>
                            <a:pt x="76587" y="42986"/>
                          </a:moveTo>
                          <a:cubicBezTo>
                            <a:pt x="-25021" y="100065"/>
                            <a:pt x="-25628" y="192767"/>
                            <a:pt x="75372" y="249845"/>
                          </a:cubicBezTo>
                          <a:cubicBezTo>
                            <a:pt x="176373" y="307126"/>
                            <a:pt x="340525" y="307126"/>
                            <a:pt x="442132" y="249845"/>
                          </a:cubicBezTo>
                          <a:cubicBezTo>
                            <a:pt x="543741" y="192564"/>
                            <a:pt x="544348" y="100065"/>
                            <a:pt x="443347" y="42784"/>
                          </a:cubicBezTo>
                          <a:cubicBezTo>
                            <a:pt x="342549" y="-14295"/>
                            <a:pt x="178397" y="-14295"/>
                            <a:pt x="76587" y="42986"/>
                          </a:cubicBez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</p:grpSp>
            <p:grpSp>
              <p:nvGrpSpPr>
                <p:cNvPr id="38" name="Graphic 2">
                  <a:extLst>
                    <a:ext uri="{FF2B5EF4-FFF2-40B4-BE49-F238E27FC236}">
                      <a16:creationId xmlns:a16="http://schemas.microsoft.com/office/drawing/2014/main" id="{F733A11E-742E-D847-6258-DD096BF1CEC8}"/>
                    </a:ext>
                  </a:extLst>
                </p:cNvPr>
                <p:cNvGrpSpPr/>
                <p:nvPr/>
              </p:nvGrpSpPr>
              <p:grpSpPr>
                <a:xfrm>
                  <a:off x="5734644" y="4761979"/>
                  <a:ext cx="318033" cy="170755"/>
                  <a:chOff x="5734644" y="4761979"/>
                  <a:chExt cx="318033" cy="170755"/>
                </a:xfrm>
                <a:solidFill>
                  <a:srgbClr val="2E58FF"/>
                </a:solidFill>
              </p:grpSpPr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850824EC-EACF-7D07-EC4F-7AF9FA4457BB}"/>
                      </a:ext>
                    </a:extLst>
                  </p:cNvPr>
                  <p:cNvSpPr/>
                  <p:nvPr/>
                </p:nvSpPr>
                <p:spPr>
                  <a:xfrm>
                    <a:off x="5903302" y="4761979"/>
                    <a:ext cx="149375" cy="86884"/>
                  </a:xfrm>
                  <a:custGeom>
                    <a:avLst/>
                    <a:gdLst>
                      <a:gd name="connsiteX0" fmla="*/ 2429 w 149375"/>
                      <a:gd name="connsiteY0" fmla="*/ 18040 h 86884"/>
                      <a:gd name="connsiteX1" fmla="*/ 2429 w 149375"/>
                      <a:gd name="connsiteY1" fmla="*/ 24922 h 86884"/>
                      <a:gd name="connsiteX2" fmla="*/ 106466 w 149375"/>
                      <a:gd name="connsiteY2" fmla="*/ 85442 h 86884"/>
                      <a:gd name="connsiteX3" fmla="*/ 118407 w 149375"/>
                      <a:gd name="connsiteY3" fmla="*/ 85442 h 86884"/>
                      <a:gd name="connsiteX4" fmla="*/ 146947 w 149375"/>
                      <a:gd name="connsiteY4" fmla="*/ 68844 h 86884"/>
                      <a:gd name="connsiteX5" fmla="*/ 146947 w 149375"/>
                      <a:gd name="connsiteY5" fmla="*/ 61963 h 86884"/>
                      <a:gd name="connsiteX6" fmla="*/ 42910 w 149375"/>
                      <a:gd name="connsiteY6" fmla="*/ 1443 h 86884"/>
                      <a:gd name="connsiteX7" fmla="*/ 30968 w 149375"/>
                      <a:gd name="connsiteY7" fmla="*/ 1443 h 86884"/>
                      <a:gd name="connsiteX8" fmla="*/ 2429 w 149375"/>
                      <a:gd name="connsiteY8" fmla="*/ 18040 h 86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9375" h="86884">
                        <a:moveTo>
                          <a:pt x="2429" y="18040"/>
                        </a:moveTo>
                        <a:cubicBezTo>
                          <a:pt x="-810" y="19862"/>
                          <a:pt x="-810" y="23101"/>
                          <a:pt x="2429" y="24922"/>
                        </a:cubicBezTo>
                        <a:lnTo>
                          <a:pt x="106466" y="85442"/>
                        </a:lnTo>
                        <a:cubicBezTo>
                          <a:pt x="109906" y="87466"/>
                          <a:pt x="115169" y="87263"/>
                          <a:pt x="118407" y="85442"/>
                        </a:cubicBezTo>
                        <a:lnTo>
                          <a:pt x="146947" y="68844"/>
                        </a:lnTo>
                        <a:cubicBezTo>
                          <a:pt x="150186" y="67023"/>
                          <a:pt x="150186" y="63987"/>
                          <a:pt x="146947" y="61963"/>
                        </a:cubicBezTo>
                        <a:lnTo>
                          <a:pt x="42910" y="1443"/>
                        </a:lnTo>
                        <a:cubicBezTo>
                          <a:pt x="39672" y="-379"/>
                          <a:pt x="34409" y="-581"/>
                          <a:pt x="30968" y="1443"/>
                        </a:cubicBezTo>
                        <a:lnTo>
                          <a:pt x="2429" y="18040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sp>
                <p:nvSpPr>
                  <p:cNvPr id="40" name="Freeform 39">
                    <a:extLst>
                      <a:ext uri="{FF2B5EF4-FFF2-40B4-BE49-F238E27FC236}">
                        <a16:creationId xmlns:a16="http://schemas.microsoft.com/office/drawing/2014/main" id="{116407E2-39A5-A6B0-FE68-09B459A07A5B}"/>
                      </a:ext>
                    </a:extLst>
                  </p:cNvPr>
                  <p:cNvSpPr/>
                  <p:nvPr/>
                </p:nvSpPr>
                <p:spPr>
                  <a:xfrm>
                    <a:off x="5734644" y="4792323"/>
                    <a:ext cx="265661" cy="140411"/>
                  </a:xfrm>
                  <a:custGeom>
                    <a:avLst/>
                    <a:gdLst>
                      <a:gd name="connsiteX0" fmla="*/ 12400 w 265661"/>
                      <a:gd name="connsiteY0" fmla="*/ 5914 h 140411"/>
                      <a:gd name="connsiteX1" fmla="*/ 10983 w 265661"/>
                      <a:gd name="connsiteY1" fmla="*/ 7128 h 140411"/>
                      <a:gd name="connsiteX2" fmla="*/ 37904 w 265661"/>
                      <a:gd name="connsiteY2" fmla="*/ 41740 h 140411"/>
                      <a:gd name="connsiteX3" fmla="*/ 8555 w 265661"/>
                      <a:gd name="connsiteY3" fmla="*/ 58944 h 140411"/>
                      <a:gd name="connsiteX4" fmla="*/ 5518 w 265661"/>
                      <a:gd name="connsiteY4" fmla="*/ 79994 h 140411"/>
                      <a:gd name="connsiteX5" fmla="*/ 44380 w 265661"/>
                      <a:gd name="connsiteY5" fmla="*/ 81209 h 140411"/>
                      <a:gd name="connsiteX6" fmla="*/ 25759 w 265661"/>
                      <a:gd name="connsiteY6" fmla="*/ 91936 h 140411"/>
                      <a:gd name="connsiteX7" fmla="*/ 28997 w 265661"/>
                      <a:gd name="connsiteY7" fmla="*/ 115011 h 140411"/>
                      <a:gd name="connsiteX8" fmla="*/ 63609 w 265661"/>
                      <a:gd name="connsiteY8" fmla="*/ 112987 h 140411"/>
                      <a:gd name="connsiteX9" fmla="*/ 81421 w 265661"/>
                      <a:gd name="connsiteY9" fmla="*/ 102664 h 140411"/>
                      <a:gd name="connsiteX10" fmla="*/ 81218 w 265661"/>
                      <a:gd name="connsiteY10" fmla="*/ 124119 h 140411"/>
                      <a:gd name="connsiteX11" fmla="*/ 118259 w 265661"/>
                      <a:gd name="connsiteY11" fmla="*/ 124119 h 140411"/>
                      <a:gd name="connsiteX12" fmla="*/ 134856 w 265661"/>
                      <a:gd name="connsiteY12" fmla="*/ 114606 h 140411"/>
                      <a:gd name="connsiteX13" fmla="*/ 138095 w 265661"/>
                      <a:gd name="connsiteY13" fmla="*/ 137680 h 140411"/>
                      <a:gd name="connsiteX14" fmla="*/ 172706 w 265661"/>
                      <a:gd name="connsiteY14" fmla="*/ 135656 h 140411"/>
                      <a:gd name="connsiteX15" fmla="*/ 231606 w 265661"/>
                      <a:gd name="connsiteY15" fmla="*/ 101652 h 140411"/>
                      <a:gd name="connsiteX16" fmla="*/ 250632 w 265661"/>
                      <a:gd name="connsiteY16" fmla="*/ 83030 h 140411"/>
                      <a:gd name="connsiteX17" fmla="*/ 263789 w 265661"/>
                      <a:gd name="connsiteY17" fmla="*/ 68457 h 140411"/>
                      <a:gd name="connsiteX18" fmla="*/ 263586 w 265661"/>
                      <a:gd name="connsiteY18" fmla="*/ 62385 h 140411"/>
                      <a:gd name="connsiteX19" fmla="*/ 158740 w 265661"/>
                      <a:gd name="connsiteY19" fmla="*/ 1461 h 140411"/>
                      <a:gd name="connsiteX20" fmla="*/ 149024 w 265661"/>
                      <a:gd name="connsiteY20" fmla="*/ 651 h 140411"/>
                      <a:gd name="connsiteX21" fmla="*/ 132225 w 265661"/>
                      <a:gd name="connsiteY21" fmla="*/ 4497 h 140411"/>
                      <a:gd name="connsiteX22" fmla="*/ 109555 w 265661"/>
                      <a:gd name="connsiteY22" fmla="*/ 11379 h 140411"/>
                      <a:gd name="connsiteX23" fmla="*/ 70086 w 265661"/>
                      <a:gd name="connsiteY23" fmla="*/ 16236 h 140411"/>
                      <a:gd name="connsiteX24" fmla="*/ 18877 w 265661"/>
                      <a:gd name="connsiteY24" fmla="*/ 5104 h 140411"/>
                      <a:gd name="connsiteX25" fmla="*/ 12400 w 265661"/>
                      <a:gd name="connsiteY25" fmla="*/ 5914 h 1404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265661" h="140411">
                        <a:moveTo>
                          <a:pt x="12400" y="5914"/>
                        </a:moveTo>
                        <a:lnTo>
                          <a:pt x="10983" y="7128"/>
                        </a:lnTo>
                        <a:cubicBezTo>
                          <a:pt x="1672" y="21094"/>
                          <a:pt x="14019" y="36477"/>
                          <a:pt x="37904" y="41740"/>
                        </a:cubicBezTo>
                        <a:lnTo>
                          <a:pt x="8555" y="58944"/>
                        </a:lnTo>
                        <a:cubicBezTo>
                          <a:pt x="-1161" y="64612"/>
                          <a:pt x="-3185" y="73720"/>
                          <a:pt x="5518" y="79994"/>
                        </a:cubicBezTo>
                        <a:cubicBezTo>
                          <a:pt x="15436" y="87079"/>
                          <a:pt x="33451" y="87483"/>
                          <a:pt x="44380" y="81209"/>
                        </a:cubicBezTo>
                        <a:lnTo>
                          <a:pt x="25759" y="91936"/>
                        </a:lnTo>
                        <a:cubicBezTo>
                          <a:pt x="14424" y="98413"/>
                          <a:pt x="15639" y="109343"/>
                          <a:pt x="28997" y="115011"/>
                        </a:cubicBezTo>
                        <a:cubicBezTo>
                          <a:pt x="39523" y="119464"/>
                          <a:pt x="54298" y="118249"/>
                          <a:pt x="63609" y="112987"/>
                        </a:cubicBezTo>
                        <a:lnTo>
                          <a:pt x="81421" y="102664"/>
                        </a:lnTo>
                        <a:cubicBezTo>
                          <a:pt x="71098" y="108534"/>
                          <a:pt x="71098" y="118249"/>
                          <a:pt x="81218" y="124119"/>
                        </a:cubicBezTo>
                        <a:cubicBezTo>
                          <a:pt x="91339" y="129989"/>
                          <a:pt x="107936" y="129989"/>
                          <a:pt x="118259" y="124119"/>
                        </a:cubicBezTo>
                        <a:lnTo>
                          <a:pt x="134856" y="114606"/>
                        </a:lnTo>
                        <a:cubicBezTo>
                          <a:pt x="123521" y="121083"/>
                          <a:pt x="124533" y="132013"/>
                          <a:pt x="138095" y="137680"/>
                        </a:cubicBezTo>
                        <a:cubicBezTo>
                          <a:pt x="148620" y="142133"/>
                          <a:pt x="163395" y="140919"/>
                          <a:pt x="172706" y="135656"/>
                        </a:cubicBezTo>
                        <a:lnTo>
                          <a:pt x="231606" y="101652"/>
                        </a:lnTo>
                        <a:cubicBezTo>
                          <a:pt x="240512" y="96389"/>
                          <a:pt x="246989" y="90115"/>
                          <a:pt x="250632" y="83030"/>
                        </a:cubicBezTo>
                        <a:cubicBezTo>
                          <a:pt x="253466" y="77768"/>
                          <a:pt x="257716" y="72708"/>
                          <a:pt x="263789" y="68457"/>
                        </a:cubicBezTo>
                        <a:cubicBezTo>
                          <a:pt x="266218" y="66636"/>
                          <a:pt x="266420" y="64207"/>
                          <a:pt x="263586" y="62385"/>
                        </a:cubicBezTo>
                        <a:lnTo>
                          <a:pt x="158740" y="1461"/>
                        </a:lnTo>
                        <a:cubicBezTo>
                          <a:pt x="156109" y="44"/>
                          <a:pt x="151858" y="-563"/>
                          <a:pt x="149024" y="651"/>
                        </a:cubicBezTo>
                        <a:cubicBezTo>
                          <a:pt x="143964" y="2675"/>
                          <a:pt x="138297" y="4092"/>
                          <a:pt x="132225" y="4497"/>
                        </a:cubicBezTo>
                        <a:cubicBezTo>
                          <a:pt x="123724" y="5306"/>
                          <a:pt x="115627" y="7735"/>
                          <a:pt x="109555" y="11379"/>
                        </a:cubicBezTo>
                        <a:cubicBezTo>
                          <a:pt x="99233" y="17451"/>
                          <a:pt x="83647" y="19273"/>
                          <a:pt x="70086" y="16236"/>
                        </a:cubicBezTo>
                        <a:lnTo>
                          <a:pt x="18877" y="5104"/>
                        </a:lnTo>
                        <a:cubicBezTo>
                          <a:pt x="16448" y="4699"/>
                          <a:pt x="14019" y="5104"/>
                          <a:pt x="12400" y="5914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</p:grpSp>
          </p:grpSp>
          <p:grpSp>
            <p:nvGrpSpPr>
              <p:cNvPr id="41" name="Graphic 2">
                <a:extLst>
                  <a:ext uri="{FF2B5EF4-FFF2-40B4-BE49-F238E27FC236}">
                    <a16:creationId xmlns:a16="http://schemas.microsoft.com/office/drawing/2014/main" id="{AEA80E30-6637-80CD-CB9B-B9457008729E}"/>
                  </a:ext>
                </a:extLst>
              </p:cNvPr>
              <p:cNvGrpSpPr/>
              <p:nvPr/>
            </p:nvGrpSpPr>
            <p:grpSpPr>
              <a:xfrm>
                <a:off x="5595644" y="6124529"/>
                <a:ext cx="602143" cy="449215"/>
                <a:chOff x="5595644" y="6124529"/>
                <a:chExt cx="602143" cy="449215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E008FB46-D95D-767A-CD8B-97B0CAB6FFFB}"/>
                    </a:ext>
                  </a:extLst>
                </p:cNvPr>
                <p:cNvSpPr/>
                <p:nvPr/>
              </p:nvSpPr>
              <p:spPr>
                <a:xfrm>
                  <a:off x="5595963" y="6382470"/>
                  <a:ext cx="601824" cy="191273"/>
                </a:xfrm>
                <a:custGeom>
                  <a:avLst/>
                  <a:gdLst>
                    <a:gd name="connsiteX0" fmla="*/ 514198 w 601824"/>
                    <a:gd name="connsiteY0" fmla="*/ 140267 h 191273"/>
                    <a:gd name="connsiteX1" fmla="*/ 88740 w 601824"/>
                    <a:gd name="connsiteY1" fmla="*/ 140267 h 191273"/>
                    <a:gd name="connsiteX2" fmla="*/ 1098 w 601824"/>
                    <a:gd name="connsiteY2" fmla="*/ 1214 h 191273"/>
                    <a:gd name="connsiteX3" fmla="*/ 88538 w 601824"/>
                    <a:gd name="connsiteY3" fmla="*/ 107275 h 191273"/>
                    <a:gd name="connsiteX4" fmla="*/ 513996 w 601824"/>
                    <a:gd name="connsiteY4" fmla="*/ 107275 h 191273"/>
                    <a:gd name="connsiteX5" fmla="*/ 600423 w 601824"/>
                    <a:gd name="connsiteY5" fmla="*/ 0 h 191273"/>
                    <a:gd name="connsiteX6" fmla="*/ 514198 w 601824"/>
                    <a:gd name="connsiteY6" fmla="*/ 140267 h 191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01824" h="191273">
                      <a:moveTo>
                        <a:pt x="514198" y="140267"/>
                      </a:moveTo>
                      <a:cubicBezTo>
                        <a:pt x="397207" y="208276"/>
                        <a:pt x="206743" y="208276"/>
                        <a:pt x="88740" y="140267"/>
                      </a:cubicBezTo>
                      <a:cubicBezTo>
                        <a:pt x="22756" y="102215"/>
                        <a:pt x="-6188" y="51006"/>
                        <a:pt x="1098" y="1214"/>
                      </a:cubicBezTo>
                      <a:cubicBezTo>
                        <a:pt x="8183" y="40279"/>
                        <a:pt x="37126" y="77926"/>
                        <a:pt x="88538" y="107275"/>
                      </a:cubicBezTo>
                      <a:cubicBezTo>
                        <a:pt x="206135" y="175284"/>
                        <a:pt x="397005" y="175284"/>
                        <a:pt x="513996" y="107275"/>
                      </a:cubicBezTo>
                      <a:cubicBezTo>
                        <a:pt x="565609" y="77319"/>
                        <a:pt x="594351" y="39267"/>
                        <a:pt x="600423" y="0"/>
                      </a:cubicBezTo>
                      <a:cubicBezTo>
                        <a:pt x="608722" y="49792"/>
                        <a:pt x="580182" y="101608"/>
                        <a:pt x="514198" y="140267"/>
                      </a:cubicBezTo>
                      <a:close/>
                    </a:path>
                  </a:pathLst>
                </a:custGeom>
                <a:solidFill>
                  <a:srgbClr val="E4E7F0"/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  <p:grpSp>
              <p:nvGrpSpPr>
                <p:cNvPr id="45" name="Graphic 2">
                  <a:extLst>
                    <a:ext uri="{FF2B5EF4-FFF2-40B4-BE49-F238E27FC236}">
                      <a16:creationId xmlns:a16="http://schemas.microsoft.com/office/drawing/2014/main" id="{636D0912-6381-5BDA-2CE5-29A29F942F3F}"/>
                    </a:ext>
                  </a:extLst>
                </p:cNvPr>
                <p:cNvGrpSpPr/>
                <p:nvPr/>
              </p:nvGrpSpPr>
              <p:grpSpPr>
                <a:xfrm>
                  <a:off x="5595644" y="6124529"/>
                  <a:ext cx="560540" cy="292805"/>
                  <a:chOff x="5595644" y="6124529"/>
                  <a:chExt cx="560540" cy="292805"/>
                </a:xfrm>
              </p:grpSpPr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8AD61605-879E-7BD4-64FE-87E872C01B72}"/>
                      </a:ext>
                    </a:extLst>
                  </p:cNvPr>
                  <p:cNvSpPr/>
                  <p:nvPr/>
                </p:nvSpPr>
                <p:spPr>
                  <a:xfrm>
                    <a:off x="5595644" y="6270944"/>
                    <a:ext cx="21455" cy="112740"/>
                  </a:xfrm>
                  <a:custGeom>
                    <a:avLst/>
                    <a:gdLst>
                      <a:gd name="connsiteX0" fmla="*/ 21455 w 21455"/>
                      <a:gd name="connsiteY0" fmla="*/ 63758 h 112740"/>
                      <a:gd name="connsiteX1" fmla="*/ 1417 w 21455"/>
                      <a:gd name="connsiteY1" fmla="*/ 112740 h 112740"/>
                      <a:gd name="connsiteX2" fmla="*/ 0 w 21455"/>
                      <a:gd name="connsiteY2" fmla="*/ 94726 h 112740"/>
                      <a:gd name="connsiteX3" fmla="*/ 405 w 21455"/>
                      <a:gd name="connsiteY3" fmla="*/ 0 h 112740"/>
                      <a:gd name="connsiteX4" fmla="*/ 21455 w 21455"/>
                      <a:gd name="connsiteY4" fmla="*/ 63758 h 112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455" h="112740">
                        <a:moveTo>
                          <a:pt x="21455" y="63758"/>
                        </a:moveTo>
                        <a:cubicBezTo>
                          <a:pt x="10728" y="79748"/>
                          <a:pt x="4048" y="96143"/>
                          <a:pt x="1417" y="112740"/>
                        </a:cubicBezTo>
                        <a:cubicBezTo>
                          <a:pt x="405" y="106668"/>
                          <a:pt x="0" y="100798"/>
                          <a:pt x="0" y="94726"/>
                        </a:cubicBezTo>
                        <a:lnTo>
                          <a:pt x="405" y="0"/>
                        </a:lnTo>
                        <a:cubicBezTo>
                          <a:pt x="405" y="21455"/>
                          <a:pt x="7287" y="43112"/>
                          <a:pt x="21455" y="6375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4BCBF40B-43C4-B9B3-66FC-36E2AA4EFD59}"/>
                      </a:ext>
                    </a:extLst>
                  </p:cNvPr>
                  <p:cNvSpPr/>
                  <p:nvPr/>
                </p:nvSpPr>
                <p:spPr>
                  <a:xfrm>
                    <a:off x="5637465" y="6124529"/>
                    <a:ext cx="518719" cy="292805"/>
                  </a:xfrm>
                  <a:custGeom>
                    <a:avLst/>
                    <a:gdLst>
                      <a:gd name="connsiteX0" fmla="*/ 442133 w 518719"/>
                      <a:gd name="connsiteY0" fmla="*/ 42986 h 292805"/>
                      <a:gd name="connsiteX1" fmla="*/ 443347 w 518719"/>
                      <a:gd name="connsiteY1" fmla="*/ 249845 h 292805"/>
                      <a:gd name="connsiteX2" fmla="*/ 76587 w 518719"/>
                      <a:gd name="connsiteY2" fmla="*/ 249845 h 292805"/>
                      <a:gd name="connsiteX3" fmla="*/ 75373 w 518719"/>
                      <a:gd name="connsiteY3" fmla="*/ 42784 h 292805"/>
                      <a:gd name="connsiteX4" fmla="*/ 442133 w 518719"/>
                      <a:gd name="connsiteY4" fmla="*/ 42986 h 2928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18719" h="292805">
                        <a:moveTo>
                          <a:pt x="442133" y="42986"/>
                        </a:moveTo>
                        <a:cubicBezTo>
                          <a:pt x="543741" y="100065"/>
                          <a:pt x="544348" y="192767"/>
                          <a:pt x="443347" y="249845"/>
                        </a:cubicBezTo>
                        <a:cubicBezTo>
                          <a:pt x="342346" y="307126"/>
                          <a:pt x="178195" y="307126"/>
                          <a:pt x="76587" y="249845"/>
                        </a:cubicBezTo>
                        <a:cubicBezTo>
                          <a:pt x="-25021" y="192564"/>
                          <a:pt x="-25628" y="100065"/>
                          <a:pt x="75373" y="42784"/>
                        </a:cubicBezTo>
                        <a:cubicBezTo>
                          <a:pt x="176373" y="-14295"/>
                          <a:pt x="340525" y="-14295"/>
                          <a:pt x="442133" y="42986"/>
                        </a:cubicBezTo>
                        <a:close/>
                      </a:path>
                    </a:pathLst>
                  </a:custGeom>
                  <a:solidFill>
                    <a:srgbClr val="E3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</p:grpSp>
          </p:grpSp>
          <p:grpSp>
            <p:nvGrpSpPr>
              <p:cNvPr id="48" name="Graphic 2">
                <a:extLst>
                  <a:ext uri="{FF2B5EF4-FFF2-40B4-BE49-F238E27FC236}">
                    <a16:creationId xmlns:a16="http://schemas.microsoft.com/office/drawing/2014/main" id="{2D412D52-BC9F-444F-23FF-1A10F9483F60}"/>
                  </a:ext>
                </a:extLst>
              </p:cNvPr>
              <p:cNvGrpSpPr/>
              <p:nvPr/>
            </p:nvGrpSpPr>
            <p:grpSpPr>
              <a:xfrm>
                <a:off x="5763237" y="6829282"/>
                <a:ext cx="721955" cy="538350"/>
                <a:chOff x="5763237" y="6829282"/>
                <a:chExt cx="721955" cy="538350"/>
              </a:xfrm>
            </p:grpSpPr>
            <p:grpSp>
              <p:nvGrpSpPr>
                <p:cNvPr id="49" name="Graphic 2">
                  <a:extLst>
                    <a:ext uri="{FF2B5EF4-FFF2-40B4-BE49-F238E27FC236}">
                      <a16:creationId xmlns:a16="http://schemas.microsoft.com/office/drawing/2014/main" id="{F3916A27-1BE8-A297-F845-0DD2570D6A17}"/>
                    </a:ext>
                  </a:extLst>
                </p:cNvPr>
                <p:cNvGrpSpPr/>
                <p:nvPr/>
              </p:nvGrpSpPr>
              <p:grpSpPr>
                <a:xfrm>
                  <a:off x="5763237" y="6829282"/>
                  <a:ext cx="721955" cy="538350"/>
                  <a:chOff x="5763237" y="6829282"/>
                  <a:chExt cx="721955" cy="538350"/>
                </a:xfrm>
              </p:grpSpPr>
              <p:sp>
                <p:nvSpPr>
                  <p:cNvPr id="50" name="Freeform 49">
                    <a:extLst>
                      <a:ext uri="{FF2B5EF4-FFF2-40B4-BE49-F238E27FC236}">
                        <a16:creationId xmlns:a16="http://schemas.microsoft.com/office/drawing/2014/main" id="{BFCF286B-4AAE-4DE1-619D-1E5D611EB17F}"/>
                      </a:ext>
                    </a:extLst>
                  </p:cNvPr>
                  <p:cNvSpPr/>
                  <p:nvPr/>
                </p:nvSpPr>
                <p:spPr>
                  <a:xfrm>
                    <a:off x="5763961" y="7138862"/>
                    <a:ext cx="721231" cy="228769"/>
                  </a:xfrm>
                  <a:custGeom>
                    <a:avLst/>
                    <a:gdLst>
                      <a:gd name="connsiteX0" fmla="*/ 616412 w 721231"/>
                      <a:gd name="connsiteY0" fmla="*/ 167592 h 228769"/>
                      <a:gd name="connsiteX1" fmla="*/ 106349 w 721231"/>
                      <a:gd name="connsiteY1" fmla="*/ 167592 h 228769"/>
                      <a:gd name="connsiteX2" fmla="*/ 1299 w 721231"/>
                      <a:gd name="connsiteY2" fmla="*/ 1619 h 228769"/>
                      <a:gd name="connsiteX3" fmla="*/ 105943 w 721231"/>
                      <a:gd name="connsiteY3" fmla="*/ 128326 h 228769"/>
                      <a:gd name="connsiteX4" fmla="*/ 616007 w 721231"/>
                      <a:gd name="connsiteY4" fmla="*/ 128326 h 228769"/>
                      <a:gd name="connsiteX5" fmla="*/ 719437 w 721231"/>
                      <a:gd name="connsiteY5" fmla="*/ 0 h 228769"/>
                      <a:gd name="connsiteX6" fmla="*/ 616412 w 721231"/>
                      <a:gd name="connsiteY6" fmla="*/ 167592 h 2287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21231" h="228769">
                        <a:moveTo>
                          <a:pt x="616412" y="167592"/>
                        </a:moveTo>
                        <a:cubicBezTo>
                          <a:pt x="476145" y="248960"/>
                          <a:pt x="247628" y="249365"/>
                          <a:pt x="106349" y="167592"/>
                        </a:cubicBezTo>
                        <a:cubicBezTo>
                          <a:pt x="27612" y="122253"/>
                          <a:pt x="-7404" y="60924"/>
                          <a:pt x="1299" y="1619"/>
                        </a:cubicBezTo>
                        <a:cubicBezTo>
                          <a:pt x="9598" y="47970"/>
                          <a:pt x="44210" y="92905"/>
                          <a:pt x="105943" y="128326"/>
                        </a:cubicBezTo>
                        <a:cubicBezTo>
                          <a:pt x="247021" y="210098"/>
                          <a:pt x="475335" y="209693"/>
                          <a:pt x="616007" y="128326"/>
                        </a:cubicBezTo>
                        <a:cubicBezTo>
                          <a:pt x="677741" y="92297"/>
                          <a:pt x="711948" y="46553"/>
                          <a:pt x="719437" y="0"/>
                        </a:cubicBezTo>
                        <a:cubicBezTo>
                          <a:pt x="729760" y="59507"/>
                          <a:pt x="695553" y="121646"/>
                          <a:pt x="616412" y="167592"/>
                        </a:cubicBezTo>
                        <a:close/>
                      </a:path>
                    </a:pathLst>
                  </a:custGeom>
                  <a:solidFill>
                    <a:srgbClr val="E4E7F0"/>
                  </a:solidFill>
                  <a:ln w="20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RS" sz="900"/>
                  </a:p>
                </p:txBody>
              </p:sp>
              <p:grpSp>
                <p:nvGrpSpPr>
                  <p:cNvPr id="51" name="Graphic 2">
                    <a:extLst>
                      <a:ext uri="{FF2B5EF4-FFF2-40B4-BE49-F238E27FC236}">
                        <a16:creationId xmlns:a16="http://schemas.microsoft.com/office/drawing/2014/main" id="{1D681E0B-CABF-5365-8712-040179062048}"/>
                      </a:ext>
                    </a:extLst>
                  </p:cNvPr>
                  <p:cNvGrpSpPr/>
                  <p:nvPr/>
                </p:nvGrpSpPr>
                <p:grpSpPr>
                  <a:xfrm>
                    <a:off x="5763237" y="6829282"/>
                    <a:ext cx="672293" cy="350921"/>
                    <a:chOff x="5763237" y="6829282"/>
                    <a:chExt cx="672293" cy="350921"/>
                  </a:xfrm>
                </p:grpSpPr>
                <p:sp>
                  <p:nvSpPr>
                    <p:cNvPr id="52" name="Freeform 51">
                      <a:extLst>
                        <a:ext uri="{FF2B5EF4-FFF2-40B4-BE49-F238E27FC236}">
                          <a16:creationId xmlns:a16="http://schemas.microsoft.com/office/drawing/2014/main" id="{5F265510-41BE-9377-80DD-D3FEE49424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3237" y="7004262"/>
                      <a:ext cx="26110" cy="136017"/>
                    </a:xfrm>
                    <a:custGeom>
                      <a:avLst/>
                      <a:gdLst>
                        <a:gd name="connsiteX0" fmla="*/ 26111 w 26110"/>
                        <a:gd name="connsiteY0" fmla="*/ 76712 h 136017"/>
                        <a:gd name="connsiteX1" fmla="*/ 2024 w 26110"/>
                        <a:gd name="connsiteY1" fmla="*/ 136017 h 136017"/>
                        <a:gd name="connsiteX2" fmla="*/ 0 w 26110"/>
                        <a:gd name="connsiteY2" fmla="*/ 113955 h 136017"/>
                        <a:gd name="connsiteX3" fmla="*/ 607 w 26110"/>
                        <a:gd name="connsiteY3" fmla="*/ 0 h 136017"/>
                        <a:gd name="connsiteX4" fmla="*/ 26111 w 26110"/>
                        <a:gd name="connsiteY4" fmla="*/ 76712 h 1360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110" h="136017">
                          <a:moveTo>
                            <a:pt x="26111" y="76712"/>
                          </a:moveTo>
                          <a:cubicBezTo>
                            <a:pt x="12752" y="95738"/>
                            <a:pt x="5060" y="115777"/>
                            <a:pt x="2024" y="136017"/>
                          </a:cubicBezTo>
                          <a:cubicBezTo>
                            <a:pt x="607" y="128730"/>
                            <a:pt x="0" y="121444"/>
                            <a:pt x="0" y="113955"/>
                          </a:cubicBezTo>
                          <a:lnTo>
                            <a:pt x="607" y="0"/>
                          </a:lnTo>
                          <a:cubicBezTo>
                            <a:pt x="810" y="26110"/>
                            <a:pt x="9108" y="52221"/>
                            <a:pt x="26111" y="7671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  <p:sp>
                  <p:nvSpPr>
                    <p:cNvPr id="53" name="Freeform 52">
                      <a:extLst>
                        <a:ext uri="{FF2B5EF4-FFF2-40B4-BE49-F238E27FC236}">
                          <a16:creationId xmlns:a16="http://schemas.microsoft.com/office/drawing/2014/main" id="{CFB673A0-76E5-7FAB-5464-043E16F438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13533" y="6829282"/>
                      <a:ext cx="621997" cy="350921"/>
                    </a:xfrm>
                    <a:custGeom>
                      <a:avLst/>
                      <a:gdLst>
                        <a:gd name="connsiteX0" fmla="*/ 530205 w 621997"/>
                        <a:gd name="connsiteY0" fmla="*/ 51310 h 350921"/>
                        <a:gd name="connsiteX1" fmla="*/ 531622 w 621997"/>
                        <a:gd name="connsiteY1" fmla="*/ 299460 h 350921"/>
                        <a:gd name="connsiteX2" fmla="*/ 91793 w 621997"/>
                        <a:gd name="connsiteY2" fmla="*/ 299460 h 350921"/>
                        <a:gd name="connsiteX3" fmla="*/ 90376 w 621997"/>
                        <a:gd name="connsiteY3" fmla="*/ 51310 h 350921"/>
                        <a:gd name="connsiteX4" fmla="*/ 530205 w 621997"/>
                        <a:gd name="connsiteY4" fmla="*/ 51310 h 3509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21997" h="350921">
                          <a:moveTo>
                            <a:pt x="530205" y="51310"/>
                          </a:moveTo>
                          <a:cubicBezTo>
                            <a:pt x="652053" y="119723"/>
                            <a:pt x="652661" y="230844"/>
                            <a:pt x="531622" y="299460"/>
                          </a:cubicBezTo>
                          <a:cubicBezTo>
                            <a:pt x="410583" y="368076"/>
                            <a:pt x="213642" y="368076"/>
                            <a:pt x="91793" y="299460"/>
                          </a:cubicBezTo>
                          <a:cubicBezTo>
                            <a:pt x="-30056" y="230844"/>
                            <a:pt x="-30663" y="119723"/>
                            <a:pt x="90376" y="51310"/>
                          </a:cubicBezTo>
                          <a:cubicBezTo>
                            <a:pt x="211415" y="-17103"/>
                            <a:pt x="408356" y="-17103"/>
                            <a:pt x="530205" y="51310"/>
                          </a:cubicBezTo>
                          <a:close/>
                        </a:path>
                      </a:pathLst>
                    </a:custGeom>
                    <a:solidFill>
                      <a:srgbClr val="E3E7F0"/>
                    </a:solidFill>
                    <a:ln w="20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RS" sz="900"/>
                    </a:p>
                  </p:txBody>
                </p:sp>
              </p:grpSp>
            </p:grp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79F78299-24F1-2718-365D-A65406CFAB14}"/>
                    </a:ext>
                  </a:extLst>
                </p:cNvPr>
                <p:cNvSpPr/>
                <p:nvPr/>
              </p:nvSpPr>
              <p:spPr>
                <a:xfrm>
                  <a:off x="5956799" y="6907317"/>
                  <a:ext cx="335488" cy="194520"/>
                </a:xfrm>
                <a:custGeom>
                  <a:avLst/>
                  <a:gdLst>
                    <a:gd name="connsiteX0" fmla="*/ 328038 w 335488"/>
                    <a:gd name="connsiteY0" fmla="*/ 141879 h 194520"/>
                    <a:gd name="connsiteX1" fmla="*/ 222585 w 335488"/>
                    <a:gd name="connsiteY1" fmla="*/ 141070 h 194520"/>
                    <a:gd name="connsiteX2" fmla="*/ 216310 w 335488"/>
                    <a:gd name="connsiteY2" fmla="*/ 142891 h 194520"/>
                    <a:gd name="connsiteX3" fmla="*/ 155791 w 335488"/>
                    <a:gd name="connsiteY3" fmla="*/ 192683 h 194520"/>
                    <a:gd name="connsiteX4" fmla="*/ 144254 w 335488"/>
                    <a:gd name="connsiteY4" fmla="*/ 193290 h 194520"/>
                    <a:gd name="connsiteX5" fmla="*/ 142432 w 335488"/>
                    <a:gd name="connsiteY5" fmla="*/ 191469 h 194520"/>
                    <a:gd name="connsiteX6" fmla="*/ 110857 w 335488"/>
                    <a:gd name="connsiteY6" fmla="*/ 133176 h 194520"/>
                    <a:gd name="connsiteX7" fmla="*/ 109035 w 335488"/>
                    <a:gd name="connsiteY7" fmla="*/ 131354 h 194520"/>
                    <a:gd name="connsiteX8" fmla="*/ 105999 w 335488"/>
                    <a:gd name="connsiteY8" fmla="*/ 130342 h 194520"/>
                    <a:gd name="connsiteX9" fmla="*/ 5200 w 335488"/>
                    <a:gd name="connsiteY9" fmla="*/ 112125 h 194520"/>
                    <a:gd name="connsiteX10" fmla="*/ 2164 w 335488"/>
                    <a:gd name="connsiteY10" fmla="*/ 111113 h 194520"/>
                    <a:gd name="connsiteX11" fmla="*/ 3176 w 335488"/>
                    <a:gd name="connsiteY11" fmla="*/ 104434 h 194520"/>
                    <a:gd name="connsiteX12" fmla="*/ 88794 w 335488"/>
                    <a:gd name="connsiteY12" fmla="*/ 69215 h 194520"/>
                    <a:gd name="connsiteX13" fmla="*/ 92033 w 335488"/>
                    <a:gd name="connsiteY13" fmla="*/ 65572 h 194520"/>
                    <a:gd name="connsiteX14" fmla="*/ 90413 w 335488"/>
                    <a:gd name="connsiteY14" fmla="*/ 4445 h 194520"/>
                    <a:gd name="connsiteX15" fmla="*/ 102355 w 335488"/>
                    <a:gd name="connsiteY15" fmla="*/ 802 h 194520"/>
                    <a:gd name="connsiteX16" fmla="*/ 186961 w 335488"/>
                    <a:gd name="connsiteY16" fmla="*/ 37438 h 194520"/>
                    <a:gd name="connsiteX17" fmla="*/ 193843 w 335488"/>
                    <a:gd name="connsiteY17" fmla="*/ 38045 h 194520"/>
                    <a:gd name="connsiteX18" fmla="*/ 293629 w 335488"/>
                    <a:gd name="connsiteY18" fmla="*/ 18412 h 194520"/>
                    <a:gd name="connsiteX19" fmla="*/ 301321 w 335488"/>
                    <a:gd name="connsiteY19" fmla="*/ 19424 h 194520"/>
                    <a:gd name="connsiteX20" fmla="*/ 303143 w 335488"/>
                    <a:gd name="connsiteY20" fmla="*/ 23876 h 194520"/>
                    <a:gd name="connsiteX21" fmla="*/ 269543 w 335488"/>
                    <a:gd name="connsiteY21" fmla="*/ 81765 h 194520"/>
                    <a:gd name="connsiteX22" fmla="*/ 270555 w 335488"/>
                    <a:gd name="connsiteY22" fmla="*/ 85813 h 194520"/>
                    <a:gd name="connsiteX23" fmla="*/ 333908 w 335488"/>
                    <a:gd name="connsiteY23" fmla="*/ 134795 h 194520"/>
                    <a:gd name="connsiteX24" fmla="*/ 328038 w 335488"/>
                    <a:gd name="connsiteY24" fmla="*/ 141879 h 194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35488" h="194520">
                      <a:moveTo>
                        <a:pt x="328038" y="141879"/>
                      </a:moveTo>
                      <a:lnTo>
                        <a:pt x="222585" y="141070"/>
                      </a:lnTo>
                      <a:cubicBezTo>
                        <a:pt x="219953" y="141070"/>
                        <a:pt x="217727" y="141677"/>
                        <a:pt x="216310" y="142891"/>
                      </a:cubicBezTo>
                      <a:lnTo>
                        <a:pt x="155791" y="192683"/>
                      </a:lnTo>
                      <a:cubicBezTo>
                        <a:pt x="152957" y="194910"/>
                        <a:pt x="147492" y="195112"/>
                        <a:pt x="144254" y="193290"/>
                      </a:cubicBezTo>
                      <a:cubicBezTo>
                        <a:pt x="143444" y="192683"/>
                        <a:pt x="142634" y="192278"/>
                        <a:pt x="142432" y="191469"/>
                      </a:cubicBezTo>
                      <a:lnTo>
                        <a:pt x="110857" y="133176"/>
                      </a:lnTo>
                      <a:cubicBezTo>
                        <a:pt x="110452" y="132568"/>
                        <a:pt x="109845" y="131961"/>
                        <a:pt x="109035" y="131354"/>
                      </a:cubicBezTo>
                      <a:cubicBezTo>
                        <a:pt x="108225" y="130949"/>
                        <a:pt x="107011" y="130544"/>
                        <a:pt x="105999" y="130342"/>
                      </a:cubicBezTo>
                      <a:lnTo>
                        <a:pt x="5200" y="112125"/>
                      </a:lnTo>
                      <a:cubicBezTo>
                        <a:pt x="3986" y="111923"/>
                        <a:pt x="2974" y="111518"/>
                        <a:pt x="2164" y="111113"/>
                      </a:cubicBezTo>
                      <a:cubicBezTo>
                        <a:pt x="-872" y="109292"/>
                        <a:pt x="-872" y="106053"/>
                        <a:pt x="3176" y="104434"/>
                      </a:cubicBezTo>
                      <a:lnTo>
                        <a:pt x="88794" y="69215"/>
                      </a:lnTo>
                      <a:cubicBezTo>
                        <a:pt x="90818" y="68406"/>
                        <a:pt x="92033" y="67191"/>
                        <a:pt x="92033" y="65572"/>
                      </a:cubicBezTo>
                      <a:lnTo>
                        <a:pt x="90413" y="4445"/>
                      </a:lnTo>
                      <a:cubicBezTo>
                        <a:pt x="90211" y="802"/>
                        <a:pt x="97295" y="-1222"/>
                        <a:pt x="102355" y="802"/>
                      </a:cubicBezTo>
                      <a:lnTo>
                        <a:pt x="186961" y="37438"/>
                      </a:lnTo>
                      <a:cubicBezTo>
                        <a:pt x="188985" y="38247"/>
                        <a:pt x="191617" y="38450"/>
                        <a:pt x="193843" y="38045"/>
                      </a:cubicBezTo>
                      <a:lnTo>
                        <a:pt x="293629" y="18412"/>
                      </a:lnTo>
                      <a:cubicBezTo>
                        <a:pt x="296463" y="17804"/>
                        <a:pt x="299297" y="18412"/>
                        <a:pt x="301321" y="19424"/>
                      </a:cubicBezTo>
                      <a:cubicBezTo>
                        <a:pt x="303143" y="20436"/>
                        <a:pt x="304155" y="22257"/>
                        <a:pt x="303143" y="23876"/>
                      </a:cubicBezTo>
                      <a:lnTo>
                        <a:pt x="269543" y="81765"/>
                      </a:lnTo>
                      <a:cubicBezTo>
                        <a:pt x="268734" y="83182"/>
                        <a:pt x="269138" y="84598"/>
                        <a:pt x="270555" y="85813"/>
                      </a:cubicBezTo>
                      <a:lnTo>
                        <a:pt x="333908" y="134795"/>
                      </a:lnTo>
                      <a:cubicBezTo>
                        <a:pt x="337754" y="137831"/>
                        <a:pt x="334110" y="141879"/>
                        <a:pt x="328038" y="141879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20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S" sz="900"/>
                </a:p>
              </p:txBody>
            </p:sp>
          </p:grpSp>
        </p:grpSp>
        <p:grpSp>
          <p:nvGrpSpPr>
            <p:cNvPr id="55" name="Graphic 2">
              <a:extLst>
                <a:ext uri="{FF2B5EF4-FFF2-40B4-BE49-F238E27FC236}">
                  <a16:creationId xmlns:a16="http://schemas.microsoft.com/office/drawing/2014/main" id="{4EC010DF-065D-EF16-BFA3-6ABE5BCA757A}"/>
                </a:ext>
              </a:extLst>
            </p:cNvPr>
            <p:cNvGrpSpPr/>
            <p:nvPr/>
          </p:nvGrpSpPr>
          <p:grpSpPr>
            <a:xfrm>
              <a:off x="3598502" y="4488199"/>
              <a:ext cx="3217045" cy="3184661"/>
              <a:chOff x="3598502" y="4488199"/>
              <a:chExt cx="3217045" cy="3184661"/>
            </a:xfrm>
            <a:solidFill>
              <a:srgbClr val="2F2F2F"/>
            </a:solidFill>
          </p:grpSpPr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2BAE2FD-48DD-90BE-F40D-9759E126B6B5}"/>
                  </a:ext>
                </a:extLst>
              </p:cNvPr>
              <p:cNvSpPr/>
              <p:nvPr/>
            </p:nvSpPr>
            <p:spPr>
              <a:xfrm>
                <a:off x="6212084" y="4694717"/>
                <a:ext cx="60497" cy="41875"/>
              </a:xfrm>
              <a:custGeom>
                <a:avLst/>
                <a:gdLst>
                  <a:gd name="connsiteX0" fmla="*/ 12437 w 60497"/>
                  <a:gd name="connsiteY0" fmla="*/ 40774 h 41875"/>
                  <a:gd name="connsiteX1" fmla="*/ 56359 w 60497"/>
                  <a:gd name="connsiteY1" fmla="*/ 15473 h 41875"/>
                  <a:gd name="connsiteX2" fmla="*/ 59395 w 60497"/>
                  <a:gd name="connsiteY2" fmla="*/ 4138 h 41875"/>
                  <a:gd name="connsiteX3" fmla="*/ 48060 w 60497"/>
                  <a:gd name="connsiteY3" fmla="*/ 1102 h 41875"/>
                  <a:gd name="connsiteX4" fmla="*/ 4138 w 60497"/>
                  <a:gd name="connsiteY4" fmla="*/ 26403 h 41875"/>
                  <a:gd name="connsiteX5" fmla="*/ 1102 w 60497"/>
                  <a:gd name="connsiteY5" fmla="*/ 37738 h 41875"/>
                  <a:gd name="connsiteX6" fmla="*/ 12437 w 60497"/>
                  <a:gd name="connsiteY6" fmla="*/ 40774 h 41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497" h="41875">
                    <a:moveTo>
                      <a:pt x="12437" y="40774"/>
                    </a:moveTo>
                    <a:lnTo>
                      <a:pt x="56359" y="15473"/>
                    </a:lnTo>
                    <a:cubicBezTo>
                      <a:pt x="60407" y="13246"/>
                      <a:pt x="61621" y="7984"/>
                      <a:pt x="59395" y="4138"/>
                    </a:cubicBezTo>
                    <a:cubicBezTo>
                      <a:pt x="56966" y="90"/>
                      <a:pt x="51906" y="-1124"/>
                      <a:pt x="48060" y="1102"/>
                    </a:cubicBezTo>
                    <a:lnTo>
                      <a:pt x="4138" y="26403"/>
                    </a:lnTo>
                    <a:cubicBezTo>
                      <a:pt x="90" y="28629"/>
                      <a:pt x="-1125" y="33892"/>
                      <a:pt x="1102" y="37738"/>
                    </a:cubicBezTo>
                    <a:cubicBezTo>
                      <a:pt x="3329" y="41786"/>
                      <a:pt x="8591" y="43000"/>
                      <a:pt x="12437" y="4077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1BF60499-E793-81EE-A702-6B27B8A980F9}"/>
                  </a:ext>
                </a:extLst>
              </p:cNvPr>
              <p:cNvSpPr/>
              <p:nvPr/>
            </p:nvSpPr>
            <p:spPr>
              <a:xfrm>
                <a:off x="6296690" y="4658525"/>
                <a:ext cx="59889" cy="29084"/>
              </a:xfrm>
              <a:custGeom>
                <a:avLst/>
                <a:gdLst>
                  <a:gd name="connsiteX0" fmla="*/ 12639 w 59889"/>
                  <a:gd name="connsiteY0" fmla="*/ 27983 h 29084"/>
                  <a:gd name="connsiteX1" fmla="*/ 30046 w 59889"/>
                  <a:gd name="connsiteY1" fmla="*/ 17862 h 29084"/>
                  <a:gd name="connsiteX2" fmla="*/ 47453 w 59889"/>
                  <a:gd name="connsiteY2" fmla="*/ 27983 h 29084"/>
                  <a:gd name="connsiteX3" fmla="*/ 58788 w 59889"/>
                  <a:gd name="connsiteY3" fmla="*/ 24947 h 29084"/>
                  <a:gd name="connsiteX4" fmla="*/ 55752 w 59889"/>
                  <a:gd name="connsiteY4" fmla="*/ 13612 h 29084"/>
                  <a:gd name="connsiteX5" fmla="*/ 34094 w 59889"/>
                  <a:gd name="connsiteY5" fmla="*/ 1063 h 29084"/>
                  <a:gd name="connsiteX6" fmla="*/ 25796 w 59889"/>
                  <a:gd name="connsiteY6" fmla="*/ 1063 h 29084"/>
                  <a:gd name="connsiteX7" fmla="*/ 4138 w 59889"/>
                  <a:gd name="connsiteY7" fmla="*/ 13612 h 29084"/>
                  <a:gd name="connsiteX8" fmla="*/ 1102 w 59889"/>
                  <a:gd name="connsiteY8" fmla="*/ 24947 h 29084"/>
                  <a:gd name="connsiteX9" fmla="*/ 12639 w 59889"/>
                  <a:gd name="connsiteY9" fmla="*/ 27983 h 29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89" h="29084">
                    <a:moveTo>
                      <a:pt x="12639" y="27983"/>
                    </a:moveTo>
                    <a:lnTo>
                      <a:pt x="30046" y="17862"/>
                    </a:lnTo>
                    <a:lnTo>
                      <a:pt x="47453" y="27983"/>
                    </a:lnTo>
                    <a:cubicBezTo>
                      <a:pt x="51501" y="30209"/>
                      <a:pt x="56561" y="28995"/>
                      <a:pt x="58788" y="24947"/>
                    </a:cubicBezTo>
                    <a:cubicBezTo>
                      <a:pt x="61014" y="20898"/>
                      <a:pt x="59800" y="15838"/>
                      <a:pt x="55752" y="13612"/>
                    </a:cubicBezTo>
                    <a:lnTo>
                      <a:pt x="34094" y="1063"/>
                    </a:lnTo>
                    <a:cubicBezTo>
                      <a:pt x="31463" y="-354"/>
                      <a:pt x="28427" y="-354"/>
                      <a:pt x="25796" y="1063"/>
                    </a:cubicBezTo>
                    <a:lnTo>
                      <a:pt x="4138" y="13612"/>
                    </a:lnTo>
                    <a:cubicBezTo>
                      <a:pt x="90" y="15838"/>
                      <a:pt x="-1125" y="21101"/>
                      <a:pt x="1102" y="24947"/>
                    </a:cubicBezTo>
                    <a:cubicBezTo>
                      <a:pt x="3531" y="28995"/>
                      <a:pt x="8591" y="30209"/>
                      <a:pt x="12639" y="2798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1D89334-4DBD-3491-F41C-D62B867617FC}"/>
                  </a:ext>
                </a:extLst>
              </p:cNvPr>
              <p:cNvSpPr/>
              <p:nvPr/>
            </p:nvSpPr>
            <p:spPr>
              <a:xfrm>
                <a:off x="6471479" y="4747455"/>
                <a:ext cx="62498" cy="43248"/>
              </a:xfrm>
              <a:custGeom>
                <a:avLst/>
                <a:gdLst>
                  <a:gd name="connsiteX0" fmla="*/ 49972 w 62498"/>
                  <a:gd name="connsiteY0" fmla="*/ 42280 h 43248"/>
                  <a:gd name="connsiteX1" fmla="*/ 61306 w 62498"/>
                  <a:gd name="connsiteY1" fmla="*/ 39244 h 43248"/>
                  <a:gd name="connsiteX2" fmla="*/ 58270 w 62498"/>
                  <a:gd name="connsiteY2" fmla="*/ 27910 h 43248"/>
                  <a:gd name="connsiteX3" fmla="*/ 12527 w 62498"/>
                  <a:gd name="connsiteY3" fmla="*/ 1192 h 43248"/>
                  <a:gd name="connsiteX4" fmla="*/ 1192 w 62498"/>
                  <a:gd name="connsiteY4" fmla="*/ 4228 h 43248"/>
                  <a:gd name="connsiteX5" fmla="*/ 4228 w 62498"/>
                  <a:gd name="connsiteY5" fmla="*/ 15563 h 43248"/>
                  <a:gd name="connsiteX6" fmla="*/ 49972 w 62498"/>
                  <a:gd name="connsiteY6" fmla="*/ 42280 h 43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498" h="43248">
                    <a:moveTo>
                      <a:pt x="49972" y="42280"/>
                    </a:moveTo>
                    <a:cubicBezTo>
                      <a:pt x="54222" y="44304"/>
                      <a:pt x="59485" y="43090"/>
                      <a:pt x="61306" y="39244"/>
                    </a:cubicBezTo>
                    <a:cubicBezTo>
                      <a:pt x="63736" y="35196"/>
                      <a:pt x="62318" y="29934"/>
                      <a:pt x="58270" y="27910"/>
                    </a:cubicBezTo>
                    <a:lnTo>
                      <a:pt x="12527" y="1192"/>
                    </a:lnTo>
                    <a:cubicBezTo>
                      <a:pt x="8479" y="-1237"/>
                      <a:pt x="3216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9972" y="42280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1A978D72-44F4-850F-1C57-59F983CC2155}"/>
                  </a:ext>
                </a:extLst>
              </p:cNvPr>
              <p:cNvSpPr/>
              <p:nvPr/>
            </p:nvSpPr>
            <p:spPr>
              <a:xfrm>
                <a:off x="6648787" y="4850480"/>
                <a:ext cx="62498" cy="43652"/>
              </a:xfrm>
              <a:custGeom>
                <a:avLst/>
                <a:gdLst>
                  <a:gd name="connsiteX0" fmla="*/ 49972 w 62498"/>
                  <a:gd name="connsiteY0" fmla="*/ 42280 h 43652"/>
                  <a:gd name="connsiteX1" fmla="*/ 61306 w 62498"/>
                  <a:gd name="connsiteY1" fmla="*/ 39244 h 43652"/>
                  <a:gd name="connsiteX2" fmla="*/ 58270 w 62498"/>
                  <a:gd name="connsiteY2" fmla="*/ 27910 h 43652"/>
                  <a:gd name="connsiteX3" fmla="*/ 12526 w 62498"/>
                  <a:gd name="connsiteY3" fmla="*/ 1192 h 43652"/>
                  <a:gd name="connsiteX4" fmla="*/ 1192 w 62498"/>
                  <a:gd name="connsiteY4" fmla="*/ 4228 h 43652"/>
                  <a:gd name="connsiteX5" fmla="*/ 4228 w 62498"/>
                  <a:gd name="connsiteY5" fmla="*/ 15563 h 43652"/>
                  <a:gd name="connsiteX6" fmla="*/ 49972 w 62498"/>
                  <a:gd name="connsiteY6" fmla="*/ 42280 h 43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498" h="43652">
                    <a:moveTo>
                      <a:pt x="49972" y="42280"/>
                    </a:moveTo>
                    <a:cubicBezTo>
                      <a:pt x="53615" y="45114"/>
                      <a:pt x="59282" y="43292"/>
                      <a:pt x="61306" y="39244"/>
                    </a:cubicBezTo>
                    <a:cubicBezTo>
                      <a:pt x="63735" y="35196"/>
                      <a:pt x="62318" y="30338"/>
                      <a:pt x="58270" y="27910"/>
                    </a:cubicBezTo>
                    <a:lnTo>
                      <a:pt x="12526" y="1192"/>
                    </a:lnTo>
                    <a:cubicBezTo>
                      <a:pt x="8478" y="-1237"/>
                      <a:pt x="3216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9972" y="42280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2EB8E88D-2B06-8B95-06E9-7A2AE1707E1F}"/>
                  </a:ext>
                </a:extLst>
              </p:cNvPr>
              <p:cNvSpPr/>
              <p:nvPr/>
            </p:nvSpPr>
            <p:spPr>
              <a:xfrm>
                <a:off x="6382824" y="4695841"/>
                <a:ext cx="62498" cy="43338"/>
              </a:xfrm>
              <a:custGeom>
                <a:avLst/>
                <a:gdLst>
                  <a:gd name="connsiteX0" fmla="*/ 49972 w 62498"/>
                  <a:gd name="connsiteY0" fmla="*/ 42280 h 43338"/>
                  <a:gd name="connsiteX1" fmla="*/ 61307 w 62498"/>
                  <a:gd name="connsiteY1" fmla="*/ 39244 h 43338"/>
                  <a:gd name="connsiteX2" fmla="*/ 58271 w 62498"/>
                  <a:gd name="connsiteY2" fmla="*/ 27910 h 43338"/>
                  <a:gd name="connsiteX3" fmla="*/ 12527 w 62498"/>
                  <a:gd name="connsiteY3" fmla="*/ 1192 h 43338"/>
                  <a:gd name="connsiteX4" fmla="*/ 1192 w 62498"/>
                  <a:gd name="connsiteY4" fmla="*/ 4228 h 43338"/>
                  <a:gd name="connsiteX5" fmla="*/ 4228 w 62498"/>
                  <a:gd name="connsiteY5" fmla="*/ 15563 h 43338"/>
                  <a:gd name="connsiteX6" fmla="*/ 49972 w 62498"/>
                  <a:gd name="connsiteY6" fmla="*/ 42280 h 43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498" h="43338">
                    <a:moveTo>
                      <a:pt x="49972" y="42280"/>
                    </a:moveTo>
                    <a:cubicBezTo>
                      <a:pt x="54223" y="44507"/>
                      <a:pt x="59485" y="43090"/>
                      <a:pt x="61307" y="39244"/>
                    </a:cubicBezTo>
                    <a:cubicBezTo>
                      <a:pt x="63736" y="35196"/>
                      <a:pt x="62319" y="30338"/>
                      <a:pt x="58271" y="27910"/>
                    </a:cubicBezTo>
                    <a:lnTo>
                      <a:pt x="12527" y="1192"/>
                    </a:lnTo>
                    <a:cubicBezTo>
                      <a:pt x="8479" y="-1237"/>
                      <a:pt x="3216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9972" y="42280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C5AD2D2-551C-70E9-FEEA-00AA5FA55947}"/>
                  </a:ext>
                </a:extLst>
              </p:cNvPr>
              <p:cNvSpPr/>
              <p:nvPr/>
            </p:nvSpPr>
            <p:spPr>
              <a:xfrm>
                <a:off x="6560133" y="4799068"/>
                <a:ext cx="62498" cy="43453"/>
              </a:xfrm>
              <a:custGeom>
                <a:avLst/>
                <a:gdLst>
                  <a:gd name="connsiteX0" fmla="*/ 49972 w 62498"/>
                  <a:gd name="connsiteY0" fmla="*/ 42483 h 43453"/>
                  <a:gd name="connsiteX1" fmla="*/ 61306 w 62498"/>
                  <a:gd name="connsiteY1" fmla="*/ 39244 h 43453"/>
                  <a:gd name="connsiteX2" fmla="*/ 58270 w 62498"/>
                  <a:gd name="connsiteY2" fmla="*/ 27910 h 43453"/>
                  <a:gd name="connsiteX3" fmla="*/ 12527 w 62498"/>
                  <a:gd name="connsiteY3" fmla="*/ 1192 h 43453"/>
                  <a:gd name="connsiteX4" fmla="*/ 1192 w 62498"/>
                  <a:gd name="connsiteY4" fmla="*/ 4228 h 43453"/>
                  <a:gd name="connsiteX5" fmla="*/ 4228 w 62498"/>
                  <a:gd name="connsiteY5" fmla="*/ 15563 h 43453"/>
                  <a:gd name="connsiteX6" fmla="*/ 49972 w 62498"/>
                  <a:gd name="connsiteY6" fmla="*/ 42483 h 43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498" h="43453">
                    <a:moveTo>
                      <a:pt x="49972" y="42483"/>
                    </a:moveTo>
                    <a:cubicBezTo>
                      <a:pt x="54627" y="44709"/>
                      <a:pt x="59485" y="42888"/>
                      <a:pt x="61306" y="39244"/>
                    </a:cubicBezTo>
                    <a:cubicBezTo>
                      <a:pt x="63735" y="35601"/>
                      <a:pt x="62318" y="30338"/>
                      <a:pt x="58270" y="27910"/>
                    </a:cubicBezTo>
                    <a:lnTo>
                      <a:pt x="12527" y="1192"/>
                    </a:lnTo>
                    <a:cubicBezTo>
                      <a:pt x="8479" y="-1237"/>
                      <a:pt x="3216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9972" y="42483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0F6A4565-BD0E-19D4-6ABA-28087C5AC398}"/>
                  </a:ext>
                </a:extLst>
              </p:cNvPr>
              <p:cNvSpPr/>
              <p:nvPr/>
            </p:nvSpPr>
            <p:spPr>
              <a:xfrm>
                <a:off x="6737530" y="4902386"/>
                <a:ext cx="38269" cy="41673"/>
              </a:xfrm>
              <a:custGeom>
                <a:avLst/>
                <a:gdLst>
                  <a:gd name="connsiteX0" fmla="*/ 1102 w 38269"/>
                  <a:gd name="connsiteY0" fmla="*/ 37535 h 41673"/>
                  <a:gd name="connsiteX1" fmla="*/ 12437 w 38269"/>
                  <a:gd name="connsiteY1" fmla="*/ 40571 h 41673"/>
                  <a:gd name="connsiteX2" fmla="*/ 34094 w 38269"/>
                  <a:gd name="connsiteY2" fmla="*/ 28022 h 41673"/>
                  <a:gd name="connsiteX3" fmla="*/ 34094 w 38269"/>
                  <a:gd name="connsiteY3" fmla="*/ 13651 h 41673"/>
                  <a:gd name="connsiteX4" fmla="*/ 12437 w 38269"/>
                  <a:gd name="connsiteY4" fmla="*/ 1102 h 41673"/>
                  <a:gd name="connsiteX5" fmla="*/ 1102 w 38269"/>
                  <a:gd name="connsiteY5" fmla="*/ 4138 h 41673"/>
                  <a:gd name="connsiteX6" fmla="*/ 4138 w 38269"/>
                  <a:gd name="connsiteY6" fmla="*/ 15473 h 41673"/>
                  <a:gd name="connsiteX7" fmla="*/ 13449 w 38269"/>
                  <a:gd name="connsiteY7" fmla="*/ 20735 h 41673"/>
                  <a:gd name="connsiteX8" fmla="*/ 4138 w 38269"/>
                  <a:gd name="connsiteY8" fmla="*/ 25998 h 41673"/>
                  <a:gd name="connsiteX9" fmla="*/ 1102 w 38269"/>
                  <a:gd name="connsiteY9" fmla="*/ 37535 h 41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269" h="41673">
                    <a:moveTo>
                      <a:pt x="1102" y="37535"/>
                    </a:moveTo>
                    <a:cubicBezTo>
                      <a:pt x="3531" y="41583"/>
                      <a:pt x="8591" y="42798"/>
                      <a:pt x="12437" y="40571"/>
                    </a:cubicBezTo>
                    <a:lnTo>
                      <a:pt x="34094" y="28022"/>
                    </a:lnTo>
                    <a:cubicBezTo>
                      <a:pt x="39761" y="24783"/>
                      <a:pt x="39559" y="16687"/>
                      <a:pt x="34094" y="13651"/>
                    </a:cubicBezTo>
                    <a:lnTo>
                      <a:pt x="12437" y="1102"/>
                    </a:lnTo>
                    <a:cubicBezTo>
                      <a:pt x="8388" y="-1124"/>
                      <a:pt x="3328" y="90"/>
                      <a:pt x="1102" y="4138"/>
                    </a:cubicBezTo>
                    <a:cubicBezTo>
                      <a:pt x="-1125" y="8186"/>
                      <a:pt x="90" y="13246"/>
                      <a:pt x="4138" y="15473"/>
                    </a:cubicBezTo>
                    <a:lnTo>
                      <a:pt x="13449" y="20735"/>
                    </a:lnTo>
                    <a:lnTo>
                      <a:pt x="4138" y="25998"/>
                    </a:lnTo>
                    <a:cubicBezTo>
                      <a:pt x="90" y="28427"/>
                      <a:pt x="-1125" y="33487"/>
                      <a:pt x="1102" y="3753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5B0438A7-9932-FAFD-D095-B2AF57B503A5}"/>
                  </a:ext>
                </a:extLst>
              </p:cNvPr>
              <p:cNvSpPr/>
              <p:nvPr/>
            </p:nvSpPr>
            <p:spPr>
              <a:xfrm>
                <a:off x="6482903" y="5048928"/>
                <a:ext cx="60356" cy="42278"/>
              </a:xfrm>
              <a:custGeom>
                <a:avLst/>
                <a:gdLst>
                  <a:gd name="connsiteX0" fmla="*/ 4138 w 60356"/>
                  <a:gd name="connsiteY0" fmla="*/ 26605 h 42278"/>
                  <a:gd name="connsiteX1" fmla="*/ 1102 w 60356"/>
                  <a:gd name="connsiteY1" fmla="*/ 37940 h 42278"/>
                  <a:gd name="connsiteX2" fmla="*/ 12437 w 60356"/>
                  <a:gd name="connsiteY2" fmla="*/ 41178 h 42278"/>
                  <a:gd name="connsiteX3" fmla="*/ 56156 w 60356"/>
                  <a:gd name="connsiteY3" fmla="*/ 15473 h 42278"/>
                  <a:gd name="connsiteX4" fmla="*/ 59395 w 60356"/>
                  <a:gd name="connsiteY4" fmla="*/ 4138 h 42278"/>
                  <a:gd name="connsiteX5" fmla="*/ 47656 w 60356"/>
                  <a:gd name="connsiteY5" fmla="*/ 1102 h 42278"/>
                  <a:gd name="connsiteX6" fmla="*/ 4138 w 60356"/>
                  <a:gd name="connsiteY6" fmla="*/ 26605 h 4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356" h="42278">
                    <a:moveTo>
                      <a:pt x="4138" y="26605"/>
                    </a:moveTo>
                    <a:cubicBezTo>
                      <a:pt x="90" y="29034"/>
                      <a:pt x="-1125" y="33892"/>
                      <a:pt x="1102" y="37940"/>
                    </a:cubicBezTo>
                    <a:cubicBezTo>
                      <a:pt x="2924" y="41786"/>
                      <a:pt x="7984" y="43607"/>
                      <a:pt x="12437" y="41178"/>
                    </a:cubicBezTo>
                    <a:lnTo>
                      <a:pt x="56156" y="15473"/>
                    </a:lnTo>
                    <a:cubicBezTo>
                      <a:pt x="60205" y="13449"/>
                      <a:pt x="61419" y="8186"/>
                      <a:pt x="59395" y="4138"/>
                    </a:cubicBezTo>
                    <a:cubicBezTo>
                      <a:pt x="56966" y="90"/>
                      <a:pt x="51704" y="-1124"/>
                      <a:pt x="47656" y="1102"/>
                    </a:cubicBezTo>
                    <a:lnTo>
                      <a:pt x="4138" y="2660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358E96D1-23BE-00F3-7818-E023B3FBC9F2}"/>
                  </a:ext>
                </a:extLst>
              </p:cNvPr>
              <p:cNvSpPr/>
              <p:nvPr/>
            </p:nvSpPr>
            <p:spPr>
              <a:xfrm>
                <a:off x="6652722" y="4950963"/>
                <a:ext cx="60497" cy="42145"/>
              </a:xfrm>
              <a:custGeom>
                <a:avLst/>
                <a:gdLst>
                  <a:gd name="connsiteX0" fmla="*/ 48060 w 60497"/>
                  <a:gd name="connsiteY0" fmla="*/ 1102 h 42145"/>
                  <a:gd name="connsiteX1" fmla="*/ 4138 w 60497"/>
                  <a:gd name="connsiteY1" fmla="*/ 26403 h 42145"/>
                  <a:gd name="connsiteX2" fmla="*/ 1102 w 60497"/>
                  <a:gd name="connsiteY2" fmla="*/ 37737 h 42145"/>
                  <a:gd name="connsiteX3" fmla="*/ 12437 w 60497"/>
                  <a:gd name="connsiteY3" fmla="*/ 40774 h 42145"/>
                  <a:gd name="connsiteX4" fmla="*/ 56359 w 60497"/>
                  <a:gd name="connsiteY4" fmla="*/ 15473 h 42145"/>
                  <a:gd name="connsiteX5" fmla="*/ 59395 w 60497"/>
                  <a:gd name="connsiteY5" fmla="*/ 4138 h 42145"/>
                  <a:gd name="connsiteX6" fmla="*/ 48060 w 60497"/>
                  <a:gd name="connsiteY6" fmla="*/ 1102 h 42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497" h="42145">
                    <a:moveTo>
                      <a:pt x="48060" y="1102"/>
                    </a:moveTo>
                    <a:lnTo>
                      <a:pt x="4138" y="26403"/>
                    </a:lnTo>
                    <a:cubicBezTo>
                      <a:pt x="90" y="28832"/>
                      <a:pt x="-1124" y="33689"/>
                      <a:pt x="1102" y="37737"/>
                    </a:cubicBezTo>
                    <a:cubicBezTo>
                      <a:pt x="3126" y="41786"/>
                      <a:pt x="8793" y="43607"/>
                      <a:pt x="12437" y="40774"/>
                    </a:cubicBezTo>
                    <a:lnTo>
                      <a:pt x="56359" y="15473"/>
                    </a:lnTo>
                    <a:cubicBezTo>
                      <a:pt x="60407" y="13044"/>
                      <a:pt x="61622" y="8186"/>
                      <a:pt x="59395" y="4138"/>
                    </a:cubicBezTo>
                    <a:cubicBezTo>
                      <a:pt x="57168" y="90"/>
                      <a:pt x="51703" y="-1124"/>
                      <a:pt x="48060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38012EED-C022-3E0C-2A9A-734B45C4E2BE}"/>
                  </a:ext>
                </a:extLst>
              </p:cNvPr>
              <p:cNvSpPr/>
              <p:nvPr/>
            </p:nvSpPr>
            <p:spPr>
              <a:xfrm>
                <a:off x="6398005" y="5098112"/>
                <a:ext cx="60587" cy="42146"/>
              </a:xfrm>
              <a:custGeom>
                <a:avLst/>
                <a:gdLst>
                  <a:gd name="connsiteX0" fmla="*/ 1192 w 60587"/>
                  <a:gd name="connsiteY0" fmla="*/ 38142 h 42146"/>
                  <a:gd name="connsiteX1" fmla="*/ 12527 w 60587"/>
                  <a:gd name="connsiteY1" fmla="*/ 41178 h 42146"/>
                  <a:gd name="connsiteX2" fmla="*/ 56449 w 60587"/>
                  <a:gd name="connsiteY2" fmla="*/ 15878 h 42146"/>
                  <a:gd name="connsiteX3" fmla="*/ 59485 w 60587"/>
                  <a:gd name="connsiteY3" fmla="*/ 4138 h 42146"/>
                  <a:gd name="connsiteX4" fmla="*/ 48151 w 60587"/>
                  <a:gd name="connsiteY4" fmla="*/ 1102 h 42146"/>
                  <a:gd name="connsiteX5" fmla="*/ 4228 w 60587"/>
                  <a:gd name="connsiteY5" fmla="*/ 26403 h 42146"/>
                  <a:gd name="connsiteX6" fmla="*/ 1192 w 60587"/>
                  <a:gd name="connsiteY6" fmla="*/ 38142 h 42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587" h="42146">
                    <a:moveTo>
                      <a:pt x="1192" y="38142"/>
                    </a:moveTo>
                    <a:cubicBezTo>
                      <a:pt x="3621" y="41988"/>
                      <a:pt x="8479" y="43203"/>
                      <a:pt x="12527" y="41178"/>
                    </a:cubicBezTo>
                    <a:lnTo>
                      <a:pt x="56449" y="15878"/>
                    </a:lnTo>
                    <a:cubicBezTo>
                      <a:pt x="60497" y="13449"/>
                      <a:pt x="61712" y="8186"/>
                      <a:pt x="59485" y="4138"/>
                    </a:cubicBezTo>
                    <a:cubicBezTo>
                      <a:pt x="57056" y="90"/>
                      <a:pt x="51793" y="-1124"/>
                      <a:pt x="48151" y="1102"/>
                    </a:cubicBezTo>
                    <a:lnTo>
                      <a:pt x="4228" y="26403"/>
                    </a:lnTo>
                    <a:cubicBezTo>
                      <a:pt x="180" y="28629"/>
                      <a:pt x="-1237" y="34094"/>
                      <a:pt x="1192" y="3814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0BB76CF-F09D-D1D5-313D-CB31AE39783F}"/>
                  </a:ext>
                </a:extLst>
              </p:cNvPr>
              <p:cNvSpPr/>
              <p:nvPr/>
            </p:nvSpPr>
            <p:spPr>
              <a:xfrm>
                <a:off x="6567712" y="5000058"/>
                <a:ext cx="60497" cy="42149"/>
              </a:xfrm>
              <a:custGeom>
                <a:avLst/>
                <a:gdLst>
                  <a:gd name="connsiteX0" fmla="*/ 48060 w 60497"/>
                  <a:gd name="connsiteY0" fmla="*/ 1192 h 42149"/>
                  <a:gd name="connsiteX1" fmla="*/ 4138 w 60497"/>
                  <a:gd name="connsiteY1" fmla="*/ 26493 h 42149"/>
                  <a:gd name="connsiteX2" fmla="*/ 1102 w 60497"/>
                  <a:gd name="connsiteY2" fmla="*/ 37828 h 42149"/>
                  <a:gd name="connsiteX3" fmla="*/ 12437 w 60497"/>
                  <a:gd name="connsiteY3" fmla="*/ 40864 h 42149"/>
                  <a:gd name="connsiteX4" fmla="*/ 56359 w 60497"/>
                  <a:gd name="connsiteY4" fmla="*/ 15563 h 42149"/>
                  <a:gd name="connsiteX5" fmla="*/ 59395 w 60497"/>
                  <a:gd name="connsiteY5" fmla="*/ 4228 h 42149"/>
                  <a:gd name="connsiteX6" fmla="*/ 48060 w 60497"/>
                  <a:gd name="connsiteY6" fmla="*/ 1192 h 42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497" h="42149">
                    <a:moveTo>
                      <a:pt x="48060" y="1192"/>
                    </a:moveTo>
                    <a:lnTo>
                      <a:pt x="4138" y="26493"/>
                    </a:lnTo>
                    <a:cubicBezTo>
                      <a:pt x="90" y="28922"/>
                      <a:pt x="-1124" y="33779"/>
                      <a:pt x="1102" y="37828"/>
                    </a:cubicBezTo>
                    <a:cubicBezTo>
                      <a:pt x="3936" y="42280"/>
                      <a:pt x="9198" y="43292"/>
                      <a:pt x="12437" y="40864"/>
                    </a:cubicBezTo>
                    <a:lnTo>
                      <a:pt x="56359" y="15563"/>
                    </a:lnTo>
                    <a:cubicBezTo>
                      <a:pt x="60407" y="13134"/>
                      <a:pt x="61622" y="8276"/>
                      <a:pt x="59395" y="4228"/>
                    </a:cubicBezTo>
                    <a:cubicBezTo>
                      <a:pt x="57168" y="180"/>
                      <a:pt x="52108" y="-1237"/>
                      <a:pt x="48060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FF57EE48-0F66-834B-49CC-D318AADB111F}"/>
                  </a:ext>
                </a:extLst>
              </p:cNvPr>
              <p:cNvSpPr/>
              <p:nvPr/>
            </p:nvSpPr>
            <p:spPr>
              <a:xfrm>
                <a:off x="6143266" y="5245374"/>
                <a:ext cx="60497" cy="41831"/>
              </a:xfrm>
              <a:custGeom>
                <a:avLst/>
                <a:gdLst>
                  <a:gd name="connsiteX0" fmla="*/ 48060 w 60497"/>
                  <a:gd name="connsiteY0" fmla="*/ 1192 h 41831"/>
                  <a:gd name="connsiteX1" fmla="*/ 4138 w 60497"/>
                  <a:gd name="connsiteY1" fmla="*/ 26493 h 41831"/>
                  <a:gd name="connsiteX2" fmla="*/ 1102 w 60497"/>
                  <a:gd name="connsiteY2" fmla="*/ 37827 h 41831"/>
                  <a:gd name="connsiteX3" fmla="*/ 12437 w 60497"/>
                  <a:gd name="connsiteY3" fmla="*/ 40864 h 41831"/>
                  <a:gd name="connsiteX4" fmla="*/ 56359 w 60497"/>
                  <a:gd name="connsiteY4" fmla="*/ 15563 h 41831"/>
                  <a:gd name="connsiteX5" fmla="*/ 59395 w 60497"/>
                  <a:gd name="connsiteY5" fmla="*/ 4228 h 41831"/>
                  <a:gd name="connsiteX6" fmla="*/ 48060 w 60497"/>
                  <a:gd name="connsiteY6" fmla="*/ 1192 h 41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497" h="41831">
                    <a:moveTo>
                      <a:pt x="48060" y="1192"/>
                    </a:moveTo>
                    <a:lnTo>
                      <a:pt x="4138" y="26493"/>
                    </a:lnTo>
                    <a:cubicBezTo>
                      <a:pt x="90" y="28922"/>
                      <a:pt x="-1125" y="33779"/>
                      <a:pt x="1102" y="37827"/>
                    </a:cubicBezTo>
                    <a:cubicBezTo>
                      <a:pt x="3531" y="41673"/>
                      <a:pt x="8186" y="42888"/>
                      <a:pt x="12437" y="40864"/>
                    </a:cubicBezTo>
                    <a:lnTo>
                      <a:pt x="56359" y="15563"/>
                    </a:lnTo>
                    <a:cubicBezTo>
                      <a:pt x="60407" y="13134"/>
                      <a:pt x="61621" y="8276"/>
                      <a:pt x="59395" y="4228"/>
                    </a:cubicBezTo>
                    <a:cubicBezTo>
                      <a:pt x="57169" y="180"/>
                      <a:pt x="52108" y="-1237"/>
                      <a:pt x="48060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47B52A09-0AEA-9B0D-624B-B00F4A8615A3}"/>
                  </a:ext>
                </a:extLst>
              </p:cNvPr>
              <p:cNvSpPr/>
              <p:nvPr/>
            </p:nvSpPr>
            <p:spPr>
              <a:xfrm>
                <a:off x="6313231" y="5147438"/>
                <a:ext cx="60552" cy="41803"/>
              </a:xfrm>
              <a:custGeom>
                <a:avLst/>
                <a:gdLst>
                  <a:gd name="connsiteX0" fmla="*/ 955 w 60552"/>
                  <a:gd name="connsiteY0" fmla="*/ 37799 h 41803"/>
                  <a:gd name="connsiteX1" fmla="*/ 12695 w 60552"/>
                  <a:gd name="connsiteY1" fmla="*/ 40836 h 41803"/>
                  <a:gd name="connsiteX2" fmla="*/ 56415 w 60552"/>
                  <a:gd name="connsiteY2" fmla="*/ 15535 h 41803"/>
                  <a:gd name="connsiteX3" fmla="*/ 59451 w 60552"/>
                  <a:gd name="connsiteY3" fmla="*/ 4200 h 41803"/>
                  <a:gd name="connsiteX4" fmla="*/ 48116 w 60552"/>
                  <a:gd name="connsiteY4" fmla="*/ 962 h 41803"/>
                  <a:gd name="connsiteX5" fmla="*/ 4396 w 60552"/>
                  <a:gd name="connsiteY5" fmla="*/ 26667 h 41803"/>
                  <a:gd name="connsiteX6" fmla="*/ 955 w 60552"/>
                  <a:gd name="connsiteY6" fmla="*/ 37799 h 41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552" h="41803">
                    <a:moveTo>
                      <a:pt x="955" y="37799"/>
                    </a:moveTo>
                    <a:cubicBezTo>
                      <a:pt x="3586" y="42050"/>
                      <a:pt x="8849" y="42657"/>
                      <a:pt x="12695" y="40836"/>
                    </a:cubicBezTo>
                    <a:lnTo>
                      <a:pt x="56415" y="15535"/>
                    </a:lnTo>
                    <a:cubicBezTo>
                      <a:pt x="60463" y="13106"/>
                      <a:pt x="61677" y="8248"/>
                      <a:pt x="59451" y="4200"/>
                    </a:cubicBezTo>
                    <a:cubicBezTo>
                      <a:pt x="57022" y="152"/>
                      <a:pt x="52164" y="-1063"/>
                      <a:pt x="48116" y="962"/>
                    </a:cubicBezTo>
                    <a:lnTo>
                      <a:pt x="4396" y="26667"/>
                    </a:lnTo>
                    <a:cubicBezTo>
                      <a:pt x="146" y="28489"/>
                      <a:pt x="-1069" y="33751"/>
                      <a:pt x="955" y="3779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0FE3C43B-C65F-F367-4690-74934D7857F7}"/>
                  </a:ext>
                </a:extLst>
              </p:cNvPr>
              <p:cNvSpPr/>
              <p:nvPr/>
            </p:nvSpPr>
            <p:spPr>
              <a:xfrm>
                <a:off x="6228276" y="5196482"/>
                <a:ext cx="60497" cy="41789"/>
              </a:xfrm>
              <a:custGeom>
                <a:avLst/>
                <a:gdLst>
                  <a:gd name="connsiteX0" fmla="*/ 1102 w 60497"/>
                  <a:gd name="connsiteY0" fmla="*/ 37737 h 41789"/>
                  <a:gd name="connsiteX1" fmla="*/ 12437 w 60497"/>
                  <a:gd name="connsiteY1" fmla="*/ 40774 h 41789"/>
                  <a:gd name="connsiteX2" fmla="*/ 56359 w 60497"/>
                  <a:gd name="connsiteY2" fmla="*/ 15473 h 41789"/>
                  <a:gd name="connsiteX3" fmla="*/ 59395 w 60497"/>
                  <a:gd name="connsiteY3" fmla="*/ 4138 h 41789"/>
                  <a:gd name="connsiteX4" fmla="*/ 48060 w 60497"/>
                  <a:gd name="connsiteY4" fmla="*/ 1102 h 41789"/>
                  <a:gd name="connsiteX5" fmla="*/ 4138 w 60497"/>
                  <a:gd name="connsiteY5" fmla="*/ 26403 h 41789"/>
                  <a:gd name="connsiteX6" fmla="*/ 1102 w 60497"/>
                  <a:gd name="connsiteY6" fmla="*/ 37737 h 41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497" h="41789">
                    <a:moveTo>
                      <a:pt x="1102" y="37737"/>
                    </a:moveTo>
                    <a:cubicBezTo>
                      <a:pt x="2924" y="41381"/>
                      <a:pt x="8186" y="43000"/>
                      <a:pt x="12437" y="40774"/>
                    </a:cubicBezTo>
                    <a:lnTo>
                      <a:pt x="56359" y="15473"/>
                    </a:lnTo>
                    <a:cubicBezTo>
                      <a:pt x="60407" y="13044"/>
                      <a:pt x="61621" y="8186"/>
                      <a:pt x="59395" y="4138"/>
                    </a:cubicBezTo>
                    <a:cubicBezTo>
                      <a:pt x="56966" y="90"/>
                      <a:pt x="51704" y="-1124"/>
                      <a:pt x="48060" y="1102"/>
                    </a:cubicBezTo>
                    <a:lnTo>
                      <a:pt x="4138" y="26403"/>
                    </a:lnTo>
                    <a:cubicBezTo>
                      <a:pt x="90" y="28629"/>
                      <a:pt x="-1125" y="33689"/>
                      <a:pt x="1102" y="3773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A07932ED-EE61-077A-9FBE-2B514420E9BF}"/>
                  </a:ext>
                </a:extLst>
              </p:cNvPr>
              <p:cNvSpPr/>
              <p:nvPr/>
            </p:nvSpPr>
            <p:spPr>
              <a:xfrm>
                <a:off x="6080685" y="5294446"/>
                <a:ext cx="38359" cy="41673"/>
              </a:xfrm>
              <a:custGeom>
                <a:avLst/>
                <a:gdLst>
                  <a:gd name="connsiteX0" fmla="*/ 37167 w 38359"/>
                  <a:gd name="connsiteY0" fmla="*/ 4138 h 41673"/>
                  <a:gd name="connsiteX1" fmla="*/ 25833 w 38359"/>
                  <a:gd name="connsiteY1" fmla="*/ 1102 h 41673"/>
                  <a:gd name="connsiteX2" fmla="*/ 4175 w 38359"/>
                  <a:gd name="connsiteY2" fmla="*/ 13651 h 41673"/>
                  <a:gd name="connsiteX3" fmla="*/ 4175 w 38359"/>
                  <a:gd name="connsiteY3" fmla="*/ 28022 h 41673"/>
                  <a:gd name="connsiteX4" fmla="*/ 25833 w 38359"/>
                  <a:gd name="connsiteY4" fmla="*/ 40571 h 41673"/>
                  <a:gd name="connsiteX5" fmla="*/ 37167 w 38359"/>
                  <a:gd name="connsiteY5" fmla="*/ 37535 h 41673"/>
                  <a:gd name="connsiteX6" fmla="*/ 34131 w 38359"/>
                  <a:gd name="connsiteY6" fmla="*/ 26200 h 41673"/>
                  <a:gd name="connsiteX7" fmla="*/ 25023 w 38359"/>
                  <a:gd name="connsiteY7" fmla="*/ 20938 h 41673"/>
                  <a:gd name="connsiteX8" fmla="*/ 34131 w 38359"/>
                  <a:gd name="connsiteY8" fmla="*/ 15675 h 41673"/>
                  <a:gd name="connsiteX9" fmla="*/ 37167 w 38359"/>
                  <a:gd name="connsiteY9" fmla="*/ 4138 h 41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59" h="41673">
                    <a:moveTo>
                      <a:pt x="37167" y="4138"/>
                    </a:moveTo>
                    <a:cubicBezTo>
                      <a:pt x="34738" y="90"/>
                      <a:pt x="29678" y="-1125"/>
                      <a:pt x="25833" y="1102"/>
                    </a:cubicBezTo>
                    <a:lnTo>
                      <a:pt x="4175" y="13651"/>
                    </a:lnTo>
                    <a:cubicBezTo>
                      <a:pt x="-1492" y="16890"/>
                      <a:pt x="-1290" y="24986"/>
                      <a:pt x="4175" y="28022"/>
                    </a:cubicBezTo>
                    <a:lnTo>
                      <a:pt x="25833" y="40571"/>
                    </a:lnTo>
                    <a:cubicBezTo>
                      <a:pt x="29881" y="42798"/>
                      <a:pt x="34941" y="41583"/>
                      <a:pt x="37167" y="37535"/>
                    </a:cubicBezTo>
                    <a:cubicBezTo>
                      <a:pt x="39394" y="33487"/>
                      <a:pt x="38179" y="28427"/>
                      <a:pt x="34131" y="26200"/>
                    </a:cubicBezTo>
                    <a:lnTo>
                      <a:pt x="25023" y="20938"/>
                    </a:lnTo>
                    <a:lnTo>
                      <a:pt x="34131" y="15675"/>
                    </a:lnTo>
                    <a:cubicBezTo>
                      <a:pt x="38179" y="13246"/>
                      <a:pt x="39596" y="7984"/>
                      <a:pt x="37167" y="413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C435F76C-01CA-5A40-9611-F9D20E5CE2F6}"/>
                  </a:ext>
                </a:extLst>
              </p:cNvPr>
              <p:cNvSpPr/>
              <p:nvPr/>
            </p:nvSpPr>
            <p:spPr>
              <a:xfrm>
                <a:off x="3598502" y="4488199"/>
                <a:ext cx="1848981" cy="2486765"/>
              </a:xfrm>
              <a:custGeom>
                <a:avLst/>
                <a:gdLst>
                  <a:gd name="connsiteX0" fmla="*/ 1846148 w 1848981"/>
                  <a:gd name="connsiteY0" fmla="*/ 150946 h 2486765"/>
                  <a:gd name="connsiteX1" fmla="*/ 1816799 w 1848981"/>
                  <a:gd name="connsiteY1" fmla="*/ 89617 h 2486765"/>
                  <a:gd name="connsiteX2" fmla="*/ 1673697 w 1848981"/>
                  <a:gd name="connsiteY2" fmla="*/ 6631 h 2486765"/>
                  <a:gd name="connsiteX3" fmla="*/ 1606296 w 1848981"/>
                  <a:gd name="connsiteY3" fmla="*/ 12905 h 2486765"/>
                  <a:gd name="connsiteX4" fmla="*/ 91285 w 1848981"/>
                  <a:gd name="connsiteY4" fmla="*/ 887098 h 2486765"/>
                  <a:gd name="connsiteX5" fmla="*/ 0 w 1848981"/>
                  <a:gd name="connsiteY5" fmla="*/ 1040926 h 2486765"/>
                  <a:gd name="connsiteX6" fmla="*/ 607 w 1848981"/>
                  <a:gd name="connsiteY6" fmla="*/ 1272479 h 2486765"/>
                  <a:gd name="connsiteX7" fmla="*/ 8906 w 1848981"/>
                  <a:gd name="connsiteY7" fmla="*/ 1280778 h 2486765"/>
                  <a:gd name="connsiteX8" fmla="*/ 8906 w 1848981"/>
                  <a:gd name="connsiteY8" fmla="*/ 1280778 h 2486765"/>
                  <a:gd name="connsiteX9" fmla="*/ 17205 w 1848981"/>
                  <a:gd name="connsiteY9" fmla="*/ 1272479 h 2486765"/>
                  <a:gd name="connsiteX10" fmla="*/ 16597 w 1848981"/>
                  <a:gd name="connsiteY10" fmla="*/ 1040926 h 2486765"/>
                  <a:gd name="connsiteX11" fmla="*/ 36838 w 1848981"/>
                  <a:gd name="connsiteY11" fmla="*/ 968667 h 2486765"/>
                  <a:gd name="connsiteX12" fmla="*/ 165973 w 1848981"/>
                  <a:gd name="connsiteY12" fmla="*/ 1043963 h 2486765"/>
                  <a:gd name="connsiteX13" fmla="*/ 143506 w 1848981"/>
                  <a:gd name="connsiteY13" fmla="*/ 1124520 h 2486765"/>
                  <a:gd name="connsiteX14" fmla="*/ 146542 w 1848981"/>
                  <a:gd name="connsiteY14" fmla="*/ 2418504 h 2486765"/>
                  <a:gd name="connsiteX15" fmla="*/ 150186 w 1848981"/>
                  <a:gd name="connsiteY15" fmla="*/ 2445221 h 2486765"/>
                  <a:gd name="connsiteX16" fmla="*/ 150388 w 1848981"/>
                  <a:gd name="connsiteY16" fmla="*/ 2445626 h 2486765"/>
                  <a:gd name="connsiteX17" fmla="*/ 150388 w 1848981"/>
                  <a:gd name="connsiteY17" fmla="*/ 2445828 h 2486765"/>
                  <a:gd name="connsiteX18" fmla="*/ 39874 w 1848981"/>
                  <a:gd name="connsiteY18" fmla="*/ 2381666 h 2486765"/>
                  <a:gd name="connsiteX19" fmla="*/ 19634 w 1848981"/>
                  <a:gd name="connsiteY19" fmla="*/ 2335517 h 2486765"/>
                  <a:gd name="connsiteX20" fmla="*/ 17812 w 1848981"/>
                  <a:gd name="connsiteY20" fmla="*/ 1640251 h 2486765"/>
                  <a:gd name="connsiteX21" fmla="*/ 9513 w 1848981"/>
                  <a:gd name="connsiteY21" fmla="*/ 1631953 h 2486765"/>
                  <a:gd name="connsiteX22" fmla="*/ 9513 w 1848981"/>
                  <a:gd name="connsiteY22" fmla="*/ 1631953 h 2486765"/>
                  <a:gd name="connsiteX23" fmla="*/ 1215 w 1848981"/>
                  <a:gd name="connsiteY23" fmla="*/ 1640251 h 2486765"/>
                  <a:gd name="connsiteX24" fmla="*/ 3036 w 1848981"/>
                  <a:gd name="connsiteY24" fmla="*/ 2335517 h 2486765"/>
                  <a:gd name="connsiteX25" fmla="*/ 31576 w 1848981"/>
                  <a:gd name="connsiteY25" fmla="*/ 2396037 h 2486765"/>
                  <a:gd name="connsiteX26" fmla="*/ 175486 w 1848981"/>
                  <a:gd name="connsiteY26" fmla="*/ 2480035 h 2486765"/>
                  <a:gd name="connsiteX27" fmla="*/ 242888 w 1848981"/>
                  <a:gd name="connsiteY27" fmla="*/ 2473963 h 2486765"/>
                  <a:gd name="connsiteX28" fmla="*/ 579894 w 1848981"/>
                  <a:gd name="connsiteY28" fmla="*/ 2279248 h 2486765"/>
                  <a:gd name="connsiteX29" fmla="*/ 879253 w 1848981"/>
                  <a:gd name="connsiteY29" fmla="*/ 2453317 h 2486765"/>
                  <a:gd name="connsiteX30" fmla="*/ 983897 w 1848981"/>
                  <a:gd name="connsiteY30" fmla="*/ 2453317 h 2486765"/>
                  <a:gd name="connsiteX31" fmla="*/ 1464005 w 1848981"/>
                  <a:gd name="connsiteY31" fmla="*/ 2176021 h 2486765"/>
                  <a:gd name="connsiteX32" fmla="*/ 1488698 w 1848981"/>
                  <a:gd name="connsiteY32" fmla="*/ 2140600 h 2486765"/>
                  <a:gd name="connsiteX33" fmla="*/ 1488091 w 1848981"/>
                  <a:gd name="connsiteY33" fmla="*/ 2034944 h 2486765"/>
                  <a:gd name="connsiteX34" fmla="*/ 1464005 w 1848981"/>
                  <a:gd name="connsiteY34" fmla="*/ 1999320 h 2486765"/>
                  <a:gd name="connsiteX35" fmla="*/ 1265242 w 1848981"/>
                  <a:gd name="connsiteY35" fmla="*/ 1883949 h 2486765"/>
                  <a:gd name="connsiteX36" fmla="*/ 1761542 w 1848981"/>
                  <a:gd name="connsiteY36" fmla="*/ 1597341 h 2486765"/>
                  <a:gd name="connsiteX37" fmla="*/ 1848981 w 1848981"/>
                  <a:gd name="connsiteY37" fmla="*/ 1445739 h 2486765"/>
                  <a:gd name="connsiteX38" fmla="*/ 1846148 w 1848981"/>
                  <a:gd name="connsiteY38" fmla="*/ 150946 h 2486765"/>
                  <a:gd name="connsiteX39" fmla="*/ 1472506 w 1848981"/>
                  <a:gd name="connsiteY39" fmla="*/ 2140397 h 2486765"/>
                  <a:gd name="connsiteX40" fmla="*/ 1456920 w 1848981"/>
                  <a:gd name="connsiteY40" fmla="*/ 2161043 h 2486765"/>
                  <a:gd name="connsiteX41" fmla="*/ 975801 w 1848981"/>
                  <a:gd name="connsiteY41" fmla="*/ 2438947 h 2486765"/>
                  <a:gd name="connsiteX42" fmla="*/ 938153 w 1848981"/>
                  <a:gd name="connsiteY42" fmla="*/ 2448865 h 2486765"/>
                  <a:gd name="connsiteX43" fmla="*/ 938153 w 1848981"/>
                  <a:gd name="connsiteY43" fmla="*/ 2359198 h 2486765"/>
                  <a:gd name="connsiteX44" fmla="*/ 983897 w 1848981"/>
                  <a:gd name="connsiteY44" fmla="*/ 2346852 h 2486765"/>
                  <a:gd name="connsiteX45" fmla="*/ 1465017 w 1848981"/>
                  <a:gd name="connsiteY45" fmla="*/ 2069757 h 2486765"/>
                  <a:gd name="connsiteX46" fmla="*/ 1472101 w 1848981"/>
                  <a:gd name="connsiteY46" fmla="*/ 2064697 h 2486765"/>
                  <a:gd name="connsiteX47" fmla="*/ 1472506 w 1848981"/>
                  <a:gd name="connsiteY47" fmla="*/ 2140397 h 2486765"/>
                  <a:gd name="connsiteX48" fmla="*/ 1455706 w 1848981"/>
                  <a:gd name="connsiteY48" fmla="*/ 2013893 h 2486765"/>
                  <a:gd name="connsiteX49" fmla="*/ 1456111 w 1848981"/>
                  <a:gd name="connsiteY49" fmla="*/ 2055184 h 2486765"/>
                  <a:gd name="connsiteX50" fmla="*/ 975396 w 1848981"/>
                  <a:gd name="connsiteY50" fmla="*/ 2332279 h 2486765"/>
                  <a:gd name="connsiteX51" fmla="*/ 887754 w 1848981"/>
                  <a:gd name="connsiteY51" fmla="*/ 2332279 h 2486765"/>
                  <a:gd name="connsiteX52" fmla="*/ 688991 w 1848981"/>
                  <a:gd name="connsiteY52" fmla="*/ 2216907 h 2486765"/>
                  <a:gd name="connsiteX53" fmla="*/ 800314 w 1848981"/>
                  <a:gd name="connsiteY53" fmla="*/ 2152542 h 2486765"/>
                  <a:gd name="connsiteX54" fmla="*/ 800314 w 1848981"/>
                  <a:gd name="connsiteY54" fmla="*/ 2173794 h 2486765"/>
                  <a:gd name="connsiteX55" fmla="*/ 804363 w 1848981"/>
                  <a:gd name="connsiteY55" fmla="*/ 2181081 h 2486765"/>
                  <a:gd name="connsiteX56" fmla="*/ 894029 w 1848981"/>
                  <a:gd name="connsiteY56" fmla="*/ 2233100 h 2486765"/>
                  <a:gd name="connsiteX57" fmla="*/ 902327 w 1848981"/>
                  <a:gd name="connsiteY57" fmla="*/ 2233100 h 2486765"/>
                  <a:gd name="connsiteX58" fmla="*/ 1210997 w 1848981"/>
                  <a:gd name="connsiteY58" fmla="*/ 2054779 h 2486765"/>
                  <a:gd name="connsiteX59" fmla="*/ 1215247 w 1848981"/>
                  <a:gd name="connsiteY59" fmla="*/ 2047493 h 2486765"/>
                  <a:gd name="connsiteX60" fmla="*/ 1214843 w 1848981"/>
                  <a:gd name="connsiteY60" fmla="*/ 1912893 h 2486765"/>
                  <a:gd name="connsiteX61" fmla="*/ 1248442 w 1848981"/>
                  <a:gd name="connsiteY61" fmla="*/ 1893462 h 2486765"/>
                  <a:gd name="connsiteX62" fmla="*/ 1455706 w 1848981"/>
                  <a:gd name="connsiteY62" fmla="*/ 2013893 h 2486765"/>
                  <a:gd name="connsiteX63" fmla="*/ 1198448 w 1848981"/>
                  <a:gd name="connsiteY63" fmla="*/ 1922406 h 2486765"/>
                  <a:gd name="connsiteX64" fmla="*/ 1198852 w 1848981"/>
                  <a:gd name="connsiteY64" fmla="*/ 2042838 h 2486765"/>
                  <a:gd name="connsiteX65" fmla="*/ 906578 w 1848981"/>
                  <a:gd name="connsiteY65" fmla="*/ 2211442 h 2486765"/>
                  <a:gd name="connsiteX66" fmla="*/ 906173 w 1848981"/>
                  <a:gd name="connsiteY66" fmla="*/ 2091010 h 2486765"/>
                  <a:gd name="connsiteX67" fmla="*/ 1198448 w 1848981"/>
                  <a:gd name="connsiteY67" fmla="*/ 1922406 h 2486765"/>
                  <a:gd name="connsiteX68" fmla="*/ 889778 w 1848981"/>
                  <a:gd name="connsiteY68" fmla="*/ 2211240 h 2486765"/>
                  <a:gd name="connsiteX69" fmla="*/ 817114 w 1848981"/>
                  <a:gd name="connsiteY69" fmla="*/ 2169139 h 2486765"/>
                  <a:gd name="connsiteX70" fmla="*/ 817114 w 1848981"/>
                  <a:gd name="connsiteY70" fmla="*/ 2142826 h 2486765"/>
                  <a:gd name="connsiteX71" fmla="*/ 889373 w 1848981"/>
                  <a:gd name="connsiteY71" fmla="*/ 2100726 h 2486765"/>
                  <a:gd name="connsiteX72" fmla="*/ 889778 w 1848981"/>
                  <a:gd name="connsiteY72" fmla="*/ 2211240 h 2486765"/>
                  <a:gd name="connsiteX73" fmla="*/ 1753850 w 1848981"/>
                  <a:gd name="connsiteY73" fmla="*/ 1582363 h 2486765"/>
                  <a:gd name="connsiteX74" fmla="*/ 234994 w 1848981"/>
                  <a:gd name="connsiteY74" fmla="*/ 2459187 h 2486765"/>
                  <a:gd name="connsiteX75" fmla="*/ 163949 w 1848981"/>
                  <a:gd name="connsiteY75" fmla="*/ 2418908 h 2486765"/>
                  <a:gd name="connsiteX76" fmla="*/ 160711 w 1848981"/>
                  <a:gd name="connsiteY76" fmla="*/ 1124520 h 2486765"/>
                  <a:gd name="connsiteX77" fmla="*/ 228922 w 1848981"/>
                  <a:gd name="connsiteY77" fmla="*/ 994980 h 2486765"/>
                  <a:gd name="connsiteX78" fmla="*/ 1757898 w 1848981"/>
                  <a:gd name="connsiteY78" fmla="*/ 110870 h 2486765"/>
                  <a:gd name="connsiteX79" fmla="*/ 1829550 w 1848981"/>
                  <a:gd name="connsiteY79" fmla="*/ 151149 h 2486765"/>
                  <a:gd name="connsiteX80" fmla="*/ 1832789 w 1848981"/>
                  <a:gd name="connsiteY80" fmla="*/ 1445537 h 2486765"/>
                  <a:gd name="connsiteX81" fmla="*/ 1753850 w 1848981"/>
                  <a:gd name="connsiteY81" fmla="*/ 1582363 h 248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848981" h="2486765">
                    <a:moveTo>
                      <a:pt x="1846148" y="150946"/>
                    </a:moveTo>
                    <a:cubicBezTo>
                      <a:pt x="1846148" y="103381"/>
                      <a:pt x="1820240" y="92856"/>
                      <a:pt x="1816799" y="89617"/>
                    </a:cubicBezTo>
                    <a:lnTo>
                      <a:pt x="1673697" y="6631"/>
                    </a:lnTo>
                    <a:cubicBezTo>
                      <a:pt x="1655683" y="-4097"/>
                      <a:pt x="1630990" y="-1668"/>
                      <a:pt x="1606296" y="12905"/>
                    </a:cubicBezTo>
                    <a:cubicBezTo>
                      <a:pt x="1510558" y="68162"/>
                      <a:pt x="2046530" y="-241115"/>
                      <a:pt x="91285" y="887098"/>
                    </a:cubicBezTo>
                    <a:cubicBezTo>
                      <a:pt x="38862" y="916649"/>
                      <a:pt x="0" y="986277"/>
                      <a:pt x="0" y="1040926"/>
                    </a:cubicBezTo>
                    <a:lnTo>
                      <a:pt x="607" y="1272479"/>
                    </a:lnTo>
                    <a:cubicBezTo>
                      <a:pt x="607" y="1277135"/>
                      <a:pt x="4251" y="1280778"/>
                      <a:pt x="8906" y="1280778"/>
                    </a:cubicBezTo>
                    <a:lnTo>
                      <a:pt x="8906" y="1280778"/>
                    </a:lnTo>
                    <a:cubicBezTo>
                      <a:pt x="13561" y="1280778"/>
                      <a:pt x="17205" y="1276932"/>
                      <a:pt x="17205" y="1272479"/>
                    </a:cubicBezTo>
                    <a:lnTo>
                      <a:pt x="16597" y="1040926"/>
                    </a:lnTo>
                    <a:cubicBezTo>
                      <a:pt x="16597" y="1017650"/>
                      <a:pt x="24491" y="991944"/>
                      <a:pt x="36838" y="968667"/>
                    </a:cubicBezTo>
                    <a:lnTo>
                      <a:pt x="165973" y="1043963"/>
                    </a:lnTo>
                    <a:cubicBezTo>
                      <a:pt x="153222" y="1067644"/>
                      <a:pt x="143304" y="1097803"/>
                      <a:pt x="143506" y="1124520"/>
                    </a:cubicBezTo>
                    <a:cubicBezTo>
                      <a:pt x="147554" y="2825340"/>
                      <a:pt x="146340" y="2281474"/>
                      <a:pt x="146542" y="2418504"/>
                    </a:cubicBezTo>
                    <a:cubicBezTo>
                      <a:pt x="146542" y="2424778"/>
                      <a:pt x="147959" y="2439149"/>
                      <a:pt x="150186" y="2445221"/>
                    </a:cubicBezTo>
                    <a:cubicBezTo>
                      <a:pt x="150186" y="2445423"/>
                      <a:pt x="150388" y="2445423"/>
                      <a:pt x="150388" y="2445626"/>
                    </a:cubicBezTo>
                    <a:cubicBezTo>
                      <a:pt x="150388" y="2445626"/>
                      <a:pt x="150388" y="2445626"/>
                      <a:pt x="150388" y="2445828"/>
                    </a:cubicBezTo>
                    <a:lnTo>
                      <a:pt x="39874" y="2381666"/>
                    </a:lnTo>
                    <a:cubicBezTo>
                      <a:pt x="26920" y="2374177"/>
                      <a:pt x="19634" y="2357984"/>
                      <a:pt x="19634" y="2335517"/>
                    </a:cubicBezTo>
                    <a:lnTo>
                      <a:pt x="17812" y="1640251"/>
                    </a:lnTo>
                    <a:cubicBezTo>
                      <a:pt x="17812" y="1635596"/>
                      <a:pt x="14168" y="1631953"/>
                      <a:pt x="9513" y="1631953"/>
                    </a:cubicBezTo>
                    <a:lnTo>
                      <a:pt x="9513" y="1631953"/>
                    </a:lnTo>
                    <a:cubicBezTo>
                      <a:pt x="4858" y="1631953"/>
                      <a:pt x="1215" y="1635799"/>
                      <a:pt x="1215" y="1640251"/>
                    </a:cubicBezTo>
                    <a:lnTo>
                      <a:pt x="3036" y="2335517"/>
                    </a:lnTo>
                    <a:cubicBezTo>
                      <a:pt x="3036" y="2364056"/>
                      <a:pt x="13156" y="2385714"/>
                      <a:pt x="31576" y="2396037"/>
                    </a:cubicBezTo>
                    <a:cubicBezTo>
                      <a:pt x="137839" y="2457973"/>
                      <a:pt x="172045" y="2476594"/>
                      <a:pt x="175486" y="2480035"/>
                    </a:cubicBezTo>
                    <a:cubicBezTo>
                      <a:pt x="196739" y="2492180"/>
                      <a:pt x="221432" y="2486512"/>
                      <a:pt x="242888" y="2473963"/>
                    </a:cubicBezTo>
                    <a:lnTo>
                      <a:pt x="579894" y="2279248"/>
                    </a:lnTo>
                    <a:lnTo>
                      <a:pt x="879253" y="2453317"/>
                    </a:lnTo>
                    <a:cubicBezTo>
                      <a:pt x="911840" y="2471534"/>
                      <a:pt x="956775" y="2468903"/>
                      <a:pt x="983897" y="2453317"/>
                    </a:cubicBezTo>
                    <a:lnTo>
                      <a:pt x="1464005" y="2176021"/>
                    </a:lnTo>
                    <a:cubicBezTo>
                      <a:pt x="1473923" y="2171973"/>
                      <a:pt x="1488698" y="2156792"/>
                      <a:pt x="1488698" y="2140600"/>
                    </a:cubicBezTo>
                    <a:cubicBezTo>
                      <a:pt x="1488293" y="2088986"/>
                      <a:pt x="1488091" y="2112465"/>
                      <a:pt x="1488091" y="2034944"/>
                    </a:cubicBezTo>
                    <a:cubicBezTo>
                      <a:pt x="1488091" y="2021180"/>
                      <a:pt x="1479792" y="2008631"/>
                      <a:pt x="1464005" y="1999320"/>
                    </a:cubicBezTo>
                    <a:lnTo>
                      <a:pt x="1265242" y="1883949"/>
                    </a:lnTo>
                    <a:lnTo>
                      <a:pt x="1761542" y="1597341"/>
                    </a:lnTo>
                    <a:cubicBezTo>
                      <a:pt x="1809512" y="1569409"/>
                      <a:pt x="1848981" y="1501401"/>
                      <a:pt x="1848981" y="1445739"/>
                    </a:cubicBezTo>
                    <a:lnTo>
                      <a:pt x="1846148" y="150946"/>
                    </a:lnTo>
                    <a:close/>
                    <a:moveTo>
                      <a:pt x="1472506" y="2140397"/>
                    </a:moveTo>
                    <a:cubicBezTo>
                      <a:pt x="1472506" y="2152339"/>
                      <a:pt x="1460159" y="2157804"/>
                      <a:pt x="1456920" y="2161043"/>
                    </a:cubicBezTo>
                    <a:lnTo>
                      <a:pt x="975801" y="2438947"/>
                    </a:lnTo>
                    <a:cubicBezTo>
                      <a:pt x="965883" y="2445019"/>
                      <a:pt x="952524" y="2448257"/>
                      <a:pt x="938153" y="2448865"/>
                    </a:cubicBezTo>
                    <a:lnTo>
                      <a:pt x="938153" y="2359198"/>
                    </a:lnTo>
                    <a:cubicBezTo>
                      <a:pt x="955155" y="2358591"/>
                      <a:pt x="971753" y="2353936"/>
                      <a:pt x="983897" y="2346852"/>
                    </a:cubicBezTo>
                    <a:lnTo>
                      <a:pt x="1465017" y="2069757"/>
                    </a:lnTo>
                    <a:cubicBezTo>
                      <a:pt x="1465421" y="2069353"/>
                      <a:pt x="1471494" y="2065102"/>
                      <a:pt x="1472101" y="2064697"/>
                    </a:cubicBezTo>
                    <a:lnTo>
                      <a:pt x="1472506" y="2140397"/>
                    </a:lnTo>
                    <a:close/>
                    <a:moveTo>
                      <a:pt x="1455706" y="2013893"/>
                    </a:moveTo>
                    <a:cubicBezTo>
                      <a:pt x="1477566" y="2026240"/>
                      <a:pt x="1475542" y="2044052"/>
                      <a:pt x="1456111" y="2055184"/>
                    </a:cubicBezTo>
                    <a:lnTo>
                      <a:pt x="975396" y="2332279"/>
                    </a:lnTo>
                    <a:cubicBezTo>
                      <a:pt x="951512" y="2347054"/>
                      <a:pt x="907995" y="2345840"/>
                      <a:pt x="887754" y="2332279"/>
                    </a:cubicBezTo>
                    <a:lnTo>
                      <a:pt x="688991" y="2216907"/>
                    </a:lnTo>
                    <a:lnTo>
                      <a:pt x="800314" y="2152542"/>
                    </a:lnTo>
                    <a:lnTo>
                      <a:pt x="800314" y="2173794"/>
                    </a:lnTo>
                    <a:cubicBezTo>
                      <a:pt x="800314" y="2176830"/>
                      <a:pt x="801934" y="2179462"/>
                      <a:pt x="804363" y="2181081"/>
                    </a:cubicBezTo>
                    <a:cubicBezTo>
                      <a:pt x="807804" y="2183105"/>
                      <a:pt x="899696" y="2236338"/>
                      <a:pt x="894029" y="2233100"/>
                    </a:cubicBezTo>
                    <a:cubicBezTo>
                      <a:pt x="895850" y="2234314"/>
                      <a:pt x="899493" y="2234516"/>
                      <a:pt x="902327" y="2233100"/>
                    </a:cubicBezTo>
                    <a:lnTo>
                      <a:pt x="1210997" y="2054779"/>
                    </a:lnTo>
                    <a:cubicBezTo>
                      <a:pt x="1213628" y="2053160"/>
                      <a:pt x="1215247" y="2050529"/>
                      <a:pt x="1215247" y="2047493"/>
                    </a:cubicBezTo>
                    <a:lnTo>
                      <a:pt x="1214843" y="1912893"/>
                    </a:lnTo>
                    <a:lnTo>
                      <a:pt x="1248442" y="1893462"/>
                    </a:lnTo>
                    <a:lnTo>
                      <a:pt x="1455706" y="2013893"/>
                    </a:lnTo>
                    <a:close/>
                    <a:moveTo>
                      <a:pt x="1198448" y="1922406"/>
                    </a:moveTo>
                    <a:lnTo>
                      <a:pt x="1198852" y="2042838"/>
                    </a:lnTo>
                    <a:lnTo>
                      <a:pt x="906578" y="2211442"/>
                    </a:lnTo>
                    <a:cubicBezTo>
                      <a:pt x="906578" y="2204560"/>
                      <a:pt x="906173" y="2087772"/>
                      <a:pt x="906173" y="2091010"/>
                    </a:cubicBezTo>
                    <a:lnTo>
                      <a:pt x="1198448" y="1922406"/>
                    </a:lnTo>
                    <a:close/>
                    <a:moveTo>
                      <a:pt x="889778" y="2211240"/>
                    </a:moveTo>
                    <a:lnTo>
                      <a:pt x="817114" y="2169139"/>
                    </a:lnTo>
                    <a:lnTo>
                      <a:pt x="817114" y="2142826"/>
                    </a:lnTo>
                    <a:lnTo>
                      <a:pt x="889373" y="2100726"/>
                    </a:lnTo>
                    <a:lnTo>
                      <a:pt x="889778" y="2211240"/>
                    </a:lnTo>
                    <a:close/>
                    <a:moveTo>
                      <a:pt x="1753850" y="1582363"/>
                    </a:moveTo>
                    <a:cubicBezTo>
                      <a:pt x="1515618" y="1719999"/>
                      <a:pt x="367772" y="2382475"/>
                      <a:pt x="234994" y="2459187"/>
                    </a:cubicBezTo>
                    <a:cubicBezTo>
                      <a:pt x="194310" y="2483678"/>
                      <a:pt x="163949" y="2463640"/>
                      <a:pt x="163949" y="2418908"/>
                    </a:cubicBezTo>
                    <a:cubicBezTo>
                      <a:pt x="163544" y="2285725"/>
                      <a:pt x="165164" y="2899826"/>
                      <a:pt x="160711" y="1124520"/>
                    </a:cubicBezTo>
                    <a:cubicBezTo>
                      <a:pt x="160711" y="1080598"/>
                      <a:pt x="186821" y="1026353"/>
                      <a:pt x="228922" y="994980"/>
                    </a:cubicBezTo>
                    <a:cubicBezTo>
                      <a:pt x="240054" y="986884"/>
                      <a:pt x="126909" y="1052464"/>
                      <a:pt x="1757898" y="110870"/>
                    </a:cubicBezTo>
                    <a:cubicBezTo>
                      <a:pt x="1802023" y="86379"/>
                      <a:pt x="1829550" y="107429"/>
                      <a:pt x="1829550" y="151149"/>
                    </a:cubicBezTo>
                    <a:lnTo>
                      <a:pt x="1832789" y="1445537"/>
                    </a:lnTo>
                    <a:cubicBezTo>
                      <a:pt x="1832789" y="1495733"/>
                      <a:pt x="1797165" y="1557062"/>
                      <a:pt x="1753850" y="158236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A741002B-119C-7908-434B-5E9404555A9F}"/>
                  </a:ext>
                </a:extLst>
              </p:cNvPr>
              <p:cNvSpPr/>
              <p:nvPr/>
            </p:nvSpPr>
            <p:spPr>
              <a:xfrm>
                <a:off x="3849890" y="4726084"/>
                <a:ext cx="1491126" cy="2093933"/>
              </a:xfrm>
              <a:custGeom>
                <a:avLst/>
                <a:gdLst>
                  <a:gd name="connsiteX0" fmla="*/ 1463802 w 1491126"/>
                  <a:gd name="connsiteY0" fmla="*/ 2119 h 2093933"/>
                  <a:gd name="connsiteX1" fmla="*/ 33599 w 1491126"/>
                  <a:gd name="connsiteY1" fmla="*/ 827937 h 2093933"/>
                  <a:gd name="connsiteX2" fmla="*/ 0 w 1491126"/>
                  <a:gd name="connsiteY2" fmla="*/ 886230 h 2093933"/>
                  <a:gd name="connsiteX3" fmla="*/ 3036 w 1491126"/>
                  <a:gd name="connsiteY3" fmla="*/ 2077998 h 2093933"/>
                  <a:gd name="connsiteX4" fmla="*/ 27122 w 1491126"/>
                  <a:gd name="connsiteY4" fmla="*/ 2091964 h 2093933"/>
                  <a:gd name="connsiteX5" fmla="*/ 1456718 w 1491126"/>
                  <a:gd name="connsiteY5" fmla="*/ 1266146 h 2093933"/>
                  <a:gd name="connsiteX6" fmla="*/ 1491127 w 1491126"/>
                  <a:gd name="connsiteY6" fmla="*/ 1207044 h 2093933"/>
                  <a:gd name="connsiteX7" fmla="*/ 1488091 w 1491126"/>
                  <a:gd name="connsiteY7" fmla="*/ 15883 h 2093933"/>
                  <a:gd name="connsiteX8" fmla="*/ 1463802 w 1491126"/>
                  <a:gd name="connsiteY8" fmla="*/ 2119 h 2093933"/>
                  <a:gd name="connsiteX9" fmla="*/ 1448419 w 1491126"/>
                  <a:gd name="connsiteY9" fmla="*/ 1251573 h 2093933"/>
                  <a:gd name="connsiteX10" fmla="*/ 19633 w 1491126"/>
                  <a:gd name="connsiteY10" fmla="*/ 2077998 h 2093933"/>
                  <a:gd name="connsiteX11" fmla="*/ 16597 w 1491126"/>
                  <a:gd name="connsiteY11" fmla="*/ 886230 h 2093933"/>
                  <a:gd name="connsiteX12" fmla="*/ 41696 w 1491126"/>
                  <a:gd name="connsiteY12" fmla="*/ 842510 h 2093933"/>
                  <a:gd name="connsiteX13" fmla="*/ 1471291 w 1491126"/>
                  <a:gd name="connsiteY13" fmla="*/ 16085 h 2093933"/>
                  <a:gd name="connsiteX14" fmla="*/ 1474327 w 1491126"/>
                  <a:gd name="connsiteY14" fmla="*/ 1207246 h 2093933"/>
                  <a:gd name="connsiteX15" fmla="*/ 1448419 w 1491126"/>
                  <a:gd name="connsiteY15" fmla="*/ 1251573 h 2093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91126" h="2093933">
                    <a:moveTo>
                      <a:pt x="1463802" y="2119"/>
                    </a:moveTo>
                    <a:lnTo>
                      <a:pt x="33599" y="827937"/>
                    </a:lnTo>
                    <a:cubicBezTo>
                      <a:pt x="14573" y="838867"/>
                      <a:pt x="0" y="864370"/>
                      <a:pt x="0" y="886230"/>
                    </a:cubicBezTo>
                    <a:lnTo>
                      <a:pt x="3036" y="2077998"/>
                    </a:lnTo>
                    <a:cubicBezTo>
                      <a:pt x="3036" y="2089130"/>
                      <a:pt x="14776" y="2098036"/>
                      <a:pt x="27122" y="2091964"/>
                    </a:cubicBezTo>
                    <a:lnTo>
                      <a:pt x="1456718" y="1266146"/>
                    </a:lnTo>
                    <a:cubicBezTo>
                      <a:pt x="1476149" y="1255419"/>
                      <a:pt x="1491127" y="1229511"/>
                      <a:pt x="1491127" y="1207044"/>
                    </a:cubicBezTo>
                    <a:lnTo>
                      <a:pt x="1488091" y="15883"/>
                    </a:lnTo>
                    <a:cubicBezTo>
                      <a:pt x="1487686" y="3131"/>
                      <a:pt x="1473720" y="-3750"/>
                      <a:pt x="1463802" y="2119"/>
                    </a:cubicBezTo>
                    <a:close/>
                    <a:moveTo>
                      <a:pt x="1448419" y="1251573"/>
                    </a:moveTo>
                    <a:lnTo>
                      <a:pt x="19633" y="2077998"/>
                    </a:lnTo>
                    <a:lnTo>
                      <a:pt x="16597" y="886230"/>
                    </a:lnTo>
                    <a:cubicBezTo>
                      <a:pt x="16597" y="870240"/>
                      <a:pt x="28337" y="850201"/>
                      <a:pt x="41696" y="842510"/>
                    </a:cubicBezTo>
                    <a:lnTo>
                      <a:pt x="1471291" y="16085"/>
                    </a:lnTo>
                    <a:lnTo>
                      <a:pt x="1474327" y="1207246"/>
                    </a:lnTo>
                    <a:cubicBezTo>
                      <a:pt x="1474125" y="1223439"/>
                      <a:pt x="1462385" y="1243882"/>
                      <a:pt x="1448419" y="125157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575471CD-D3FA-FCE2-339C-A741868C0683}"/>
                  </a:ext>
                </a:extLst>
              </p:cNvPr>
              <p:cNvSpPr/>
              <p:nvPr/>
            </p:nvSpPr>
            <p:spPr>
              <a:xfrm>
                <a:off x="3599514" y="5827877"/>
                <a:ext cx="17002" cy="219205"/>
              </a:xfrm>
              <a:custGeom>
                <a:avLst/>
                <a:gdLst>
                  <a:gd name="connsiteX0" fmla="*/ 8704 w 17002"/>
                  <a:gd name="connsiteY0" fmla="*/ 219206 h 219205"/>
                  <a:gd name="connsiteX1" fmla="*/ 8704 w 17002"/>
                  <a:gd name="connsiteY1" fmla="*/ 219206 h 219205"/>
                  <a:gd name="connsiteX2" fmla="*/ 17002 w 17002"/>
                  <a:gd name="connsiteY2" fmla="*/ 210907 h 219205"/>
                  <a:gd name="connsiteX3" fmla="*/ 16597 w 17002"/>
                  <a:gd name="connsiteY3" fmla="*/ 8299 h 219205"/>
                  <a:gd name="connsiteX4" fmla="*/ 8299 w 17002"/>
                  <a:gd name="connsiteY4" fmla="*/ 0 h 219205"/>
                  <a:gd name="connsiteX5" fmla="*/ 8299 w 17002"/>
                  <a:gd name="connsiteY5" fmla="*/ 0 h 219205"/>
                  <a:gd name="connsiteX6" fmla="*/ 0 w 17002"/>
                  <a:gd name="connsiteY6" fmla="*/ 8299 h 219205"/>
                  <a:gd name="connsiteX7" fmla="*/ 405 w 17002"/>
                  <a:gd name="connsiteY7" fmla="*/ 210907 h 219205"/>
                  <a:gd name="connsiteX8" fmla="*/ 8704 w 17002"/>
                  <a:gd name="connsiteY8" fmla="*/ 219206 h 219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002" h="219205">
                    <a:moveTo>
                      <a:pt x="8704" y="219206"/>
                    </a:moveTo>
                    <a:lnTo>
                      <a:pt x="8704" y="219206"/>
                    </a:lnTo>
                    <a:cubicBezTo>
                      <a:pt x="13359" y="219206"/>
                      <a:pt x="17002" y="215563"/>
                      <a:pt x="17002" y="210907"/>
                    </a:cubicBezTo>
                    <a:lnTo>
                      <a:pt x="16597" y="8299"/>
                    </a:lnTo>
                    <a:cubicBezTo>
                      <a:pt x="16597" y="3643"/>
                      <a:pt x="12954" y="0"/>
                      <a:pt x="8299" y="0"/>
                    </a:cubicBezTo>
                    <a:lnTo>
                      <a:pt x="8299" y="0"/>
                    </a:lnTo>
                    <a:cubicBezTo>
                      <a:pt x="3643" y="0"/>
                      <a:pt x="0" y="3643"/>
                      <a:pt x="0" y="8299"/>
                    </a:cubicBezTo>
                    <a:lnTo>
                      <a:pt x="405" y="210907"/>
                    </a:lnTo>
                    <a:cubicBezTo>
                      <a:pt x="405" y="215360"/>
                      <a:pt x="4048" y="219206"/>
                      <a:pt x="8704" y="21920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3879523A-E78B-33CB-DD0A-4B9FCF52673E}"/>
                  </a:ext>
                </a:extLst>
              </p:cNvPr>
              <p:cNvSpPr/>
              <p:nvPr/>
            </p:nvSpPr>
            <p:spPr>
              <a:xfrm>
                <a:off x="4262394" y="5145588"/>
                <a:ext cx="775483" cy="1077062"/>
              </a:xfrm>
              <a:custGeom>
                <a:avLst/>
                <a:gdLst>
                  <a:gd name="connsiteX0" fmla="*/ 774609 w 775483"/>
                  <a:gd name="connsiteY0" fmla="*/ 117575 h 1077062"/>
                  <a:gd name="connsiteX1" fmla="*/ 765298 w 775483"/>
                  <a:gd name="connsiteY1" fmla="*/ 97942 h 1077062"/>
                  <a:gd name="connsiteX2" fmla="*/ 601552 w 775483"/>
                  <a:gd name="connsiteY2" fmla="*/ 2609 h 1077062"/>
                  <a:gd name="connsiteX3" fmla="*/ 577870 w 775483"/>
                  <a:gd name="connsiteY3" fmla="*/ 4025 h 1077062"/>
                  <a:gd name="connsiteX4" fmla="*/ 477476 w 775483"/>
                  <a:gd name="connsiteY4" fmla="*/ 62116 h 1077062"/>
                  <a:gd name="connsiteX5" fmla="*/ 451569 w 775483"/>
                  <a:gd name="connsiteY5" fmla="*/ 106443 h 1077062"/>
                  <a:gd name="connsiteX6" fmla="*/ 451569 w 775483"/>
                  <a:gd name="connsiteY6" fmla="*/ 106443 h 1077062"/>
                  <a:gd name="connsiteX7" fmla="*/ 452581 w 775483"/>
                  <a:gd name="connsiteY7" fmla="*/ 502552 h 1077062"/>
                  <a:gd name="connsiteX8" fmla="*/ 323850 w 775483"/>
                  <a:gd name="connsiteY8" fmla="*/ 746856 h 1077062"/>
                  <a:gd name="connsiteX9" fmla="*/ 323243 w 775483"/>
                  <a:gd name="connsiteY9" fmla="*/ 506195 h 1077062"/>
                  <a:gd name="connsiteX10" fmla="*/ 322838 w 775483"/>
                  <a:gd name="connsiteY10" fmla="*/ 378882 h 1077062"/>
                  <a:gd name="connsiteX11" fmla="*/ 312515 w 775483"/>
                  <a:gd name="connsiteY11" fmla="*/ 357831 h 1077062"/>
                  <a:gd name="connsiteX12" fmla="*/ 149781 w 775483"/>
                  <a:gd name="connsiteY12" fmla="*/ 263510 h 1077062"/>
                  <a:gd name="connsiteX13" fmla="*/ 125694 w 775483"/>
                  <a:gd name="connsiteY13" fmla="*/ 265129 h 1077062"/>
                  <a:gd name="connsiteX14" fmla="*/ 25706 w 775483"/>
                  <a:gd name="connsiteY14" fmla="*/ 322815 h 1077062"/>
                  <a:gd name="connsiteX15" fmla="*/ 0 w 775483"/>
                  <a:gd name="connsiteY15" fmla="*/ 367142 h 1077062"/>
                  <a:gd name="connsiteX16" fmla="*/ 405 w 775483"/>
                  <a:gd name="connsiteY16" fmla="*/ 494860 h 1077062"/>
                  <a:gd name="connsiteX17" fmla="*/ 810 w 775483"/>
                  <a:gd name="connsiteY17" fmla="*/ 763251 h 1077062"/>
                  <a:gd name="connsiteX18" fmla="*/ 92500 w 775483"/>
                  <a:gd name="connsiteY18" fmla="*/ 961002 h 1077062"/>
                  <a:gd name="connsiteX19" fmla="*/ 254830 w 775483"/>
                  <a:gd name="connsiteY19" fmla="*/ 1055324 h 1077062"/>
                  <a:gd name="connsiteX20" fmla="*/ 256854 w 775483"/>
                  <a:gd name="connsiteY20" fmla="*/ 1056336 h 1077062"/>
                  <a:gd name="connsiteX21" fmla="*/ 475452 w 775483"/>
                  <a:gd name="connsiteY21" fmla="*/ 1035083 h 1077062"/>
                  <a:gd name="connsiteX22" fmla="*/ 775419 w 775483"/>
                  <a:gd name="connsiteY22" fmla="*/ 504374 h 1077062"/>
                  <a:gd name="connsiteX23" fmla="*/ 774609 w 775483"/>
                  <a:gd name="connsiteY23" fmla="*/ 117575 h 1077062"/>
                  <a:gd name="connsiteX24" fmla="*/ 468166 w 775483"/>
                  <a:gd name="connsiteY24" fmla="*/ 106240 h 1077062"/>
                  <a:gd name="connsiteX25" fmla="*/ 468166 w 775483"/>
                  <a:gd name="connsiteY25" fmla="*/ 106240 h 1077062"/>
                  <a:gd name="connsiteX26" fmla="*/ 470190 w 775483"/>
                  <a:gd name="connsiteY26" fmla="*/ 97335 h 1077062"/>
                  <a:gd name="connsiteX27" fmla="*/ 470190 w 775483"/>
                  <a:gd name="connsiteY27" fmla="*/ 97335 h 1077062"/>
                  <a:gd name="connsiteX28" fmla="*/ 618149 w 775483"/>
                  <a:gd name="connsiteY28" fmla="*/ 183155 h 1077062"/>
                  <a:gd name="connsiteX29" fmla="*/ 614303 w 775483"/>
                  <a:gd name="connsiteY29" fmla="*/ 201169 h 1077062"/>
                  <a:gd name="connsiteX30" fmla="*/ 614708 w 775483"/>
                  <a:gd name="connsiteY30" fmla="*/ 312897 h 1077062"/>
                  <a:gd name="connsiteX31" fmla="*/ 468773 w 775483"/>
                  <a:gd name="connsiteY31" fmla="*/ 228291 h 1077062"/>
                  <a:gd name="connsiteX32" fmla="*/ 468166 w 775483"/>
                  <a:gd name="connsiteY32" fmla="*/ 106240 h 1077062"/>
                  <a:gd name="connsiteX33" fmla="*/ 648510 w 775483"/>
                  <a:gd name="connsiteY33" fmla="*/ 171010 h 1077062"/>
                  <a:gd name="connsiteX34" fmla="*/ 748498 w 775483"/>
                  <a:gd name="connsiteY34" fmla="*/ 112920 h 1077062"/>
                  <a:gd name="connsiteX35" fmla="*/ 748903 w 775483"/>
                  <a:gd name="connsiteY35" fmla="*/ 112920 h 1077062"/>
                  <a:gd name="connsiteX36" fmla="*/ 757809 w 775483"/>
                  <a:gd name="connsiteY36" fmla="*/ 117980 h 1077062"/>
                  <a:gd name="connsiteX37" fmla="*/ 758214 w 775483"/>
                  <a:gd name="connsiteY37" fmla="*/ 239424 h 1077062"/>
                  <a:gd name="connsiteX38" fmla="*/ 631508 w 775483"/>
                  <a:gd name="connsiteY38" fmla="*/ 312695 h 1077062"/>
                  <a:gd name="connsiteX39" fmla="*/ 631103 w 775483"/>
                  <a:gd name="connsiteY39" fmla="*/ 200359 h 1077062"/>
                  <a:gd name="connsiteX40" fmla="*/ 648510 w 775483"/>
                  <a:gd name="connsiteY40" fmla="*/ 171010 h 1077062"/>
                  <a:gd name="connsiteX41" fmla="*/ 485775 w 775483"/>
                  <a:gd name="connsiteY41" fmla="*/ 76284 h 1077062"/>
                  <a:gd name="connsiteX42" fmla="*/ 586169 w 775483"/>
                  <a:gd name="connsiteY42" fmla="*/ 18194 h 1077062"/>
                  <a:gd name="connsiteX43" fmla="*/ 593253 w 775483"/>
                  <a:gd name="connsiteY43" fmla="*/ 16777 h 1077062"/>
                  <a:gd name="connsiteX44" fmla="*/ 736556 w 775483"/>
                  <a:gd name="connsiteY44" fmla="*/ 100371 h 1077062"/>
                  <a:gd name="connsiteX45" fmla="*/ 639806 w 775483"/>
                  <a:gd name="connsiteY45" fmla="*/ 156033 h 1077062"/>
                  <a:gd name="connsiteX46" fmla="*/ 626447 w 775483"/>
                  <a:gd name="connsiteY46" fmla="*/ 167974 h 1077062"/>
                  <a:gd name="connsiteX47" fmla="*/ 478488 w 775483"/>
                  <a:gd name="connsiteY47" fmla="*/ 82357 h 1077062"/>
                  <a:gd name="connsiteX48" fmla="*/ 485775 w 775483"/>
                  <a:gd name="connsiteY48" fmla="*/ 76284 h 1077062"/>
                  <a:gd name="connsiteX49" fmla="*/ 469178 w 775483"/>
                  <a:gd name="connsiteY49" fmla="*/ 502350 h 1077062"/>
                  <a:gd name="connsiteX50" fmla="*/ 468570 w 775483"/>
                  <a:gd name="connsiteY50" fmla="*/ 247115 h 1077062"/>
                  <a:gd name="connsiteX51" fmla="*/ 614506 w 775483"/>
                  <a:gd name="connsiteY51" fmla="*/ 332126 h 1077062"/>
                  <a:gd name="connsiteX52" fmla="*/ 614708 w 775483"/>
                  <a:gd name="connsiteY52" fmla="*/ 332126 h 1077062"/>
                  <a:gd name="connsiteX53" fmla="*/ 615518 w 775483"/>
                  <a:gd name="connsiteY53" fmla="*/ 596873 h 1077062"/>
                  <a:gd name="connsiteX54" fmla="*/ 472619 w 775483"/>
                  <a:gd name="connsiteY54" fmla="*/ 851500 h 1077062"/>
                  <a:gd name="connsiteX55" fmla="*/ 323850 w 775483"/>
                  <a:gd name="connsiteY55" fmla="*/ 768919 h 1077062"/>
                  <a:gd name="connsiteX56" fmla="*/ 323850 w 775483"/>
                  <a:gd name="connsiteY56" fmla="*/ 767907 h 1077062"/>
                  <a:gd name="connsiteX57" fmla="*/ 323850 w 775483"/>
                  <a:gd name="connsiteY57" fmla="*/ 767502 h 1077062"/>
                  <a:gd name="connsiteX58" fmla="*/ 469178 w 775483"/>
                  <a:gd name="connsiteY58" fmla="*/ 502350 h 1077062"/>
                  <a:gd name="connsiteX59" fmla="*/ 17407 w 775483"/>
                  <a:gd name="connsiteY59" fmla="*/ 361880 h 1077062"/>
                  <a:gd name="connsiteX60" fmla="*/ 165164 w 775483"/>
                  <a:gd name="connsiteY60" fmla="*/ 447498 h 1077062"/>
                  <a:gd name="connsiteX61" fmla="*/ 162532 w 775483"/>
                  <a:gd name="connsiteY61" fmla="*/ 461463 h 1077062"/>
                  <a:gd name="connsiteX62" fmla="*/ 162937 w 775483"/>
                  <a:gd name="connsiteY62" fmla="*/ 574204 h 1077062"/>
                  <a:gd name="connsiteX63" fmla="*/ 17205 w 775483"/>
                  <a:gd name="connsiteY63" fmla="*/ 489598 h 1077062"/>
                  <a:gd name="connsiteX64" fmla="*/ 16800 w 775483"/>
                  <a:gd name="connsiteY64" fmla="*/ 366940 h 1077062"/>
                  <a:gd name="connsiteX65" fmla="*/ 17407 w 775483"/>
                  <a:gd name="connsiteY65" fmla="*/ 361880 h 1077062"/>
                  <a:gd name="connsiteX66" fmla="*/ 196739 w 775483"/>
                  <a:gd name="connsiteY66" fmla="*/ 431710 h 1077062"/>
                  <a:gd name="connsiteX67" fmla="*/ 297132 w 775483"/>
                  <a:gd name="connsiteY67" fmla="*/ 373619 h 1077062"/>
                  <a:gd name="connsiteX68" fmla="*/ 306038 w 775483"/>
                  <a:gd name="connsiteY68" fmla="*/ 378679 h 1077062"/>
                  <a:gd name="connsiteX69" fmla="*/ 306443 w 775483"/>
                  <a:gd name="connsiteY69" fmla="*/ 500933 h 1077062"/>
                  <a:gd name="connsiteX70" fmla="*/ 179737 w 775483"/>
                  <a:gd name="connsiteY70" fmla="*/ 574204 h 1077062"/>
                  <a:gd name="connsiteX71" fmla="*/ 179332 w 775483"/>
                  <a:gd name="connsiteY71" fmla="*/ 461463 h 1077062"/>
                  <a:gd name="connsiteX72" fmla="*/ 196739 w 775483"/>
                  <a:gd name="connsiteY72" fmla="*/ 431710 h 1077062"/>
                  <a:gd name="connsiteX73" fmla="*/ 34207 w 775483"/>
                  <a:gd name="connsiteY73" fmla="*/ 336984 h 1077062"/>
                  <a:gd name="connsiteX74" fmla="*/ 134600 w 775483"/>
                  <a:gd name="connsiteY74" fmla="*/ 279298 h 1077062"/>
                  <a:gd name="connsiteX75" fmla="*/ 141684 w 775483"/>
                  <a:gd name="connsiteY75" fmla="*/ 277679 h 1077062"/>
                  <a:gd name="connsiteX76" fmla="*/ 285393 w 775483"/>
                  <a:gd name="connsiteY76" fmla="*/ 361272 h 1077062"/>
                  <a:gd name="connsiteX77" fmla="*/ 188643 w 775483"/>
                  <a:gd name="connsiteY77" fmla="*/ 417339 h 1077062"/>
                  <a:gd name="connsiteX78" fmla="*/ 172653 w 775483"/>
                  <a:gd name="connsiteY78" fmla="*/ 432722 h 1077062"/>
                  <a:gd name="connsiteX79" fmla="*/ 24289 w 775483"/>
                  <a:gd name="connsiteY79" fmla="*/ 346294 h 1077062"/>
                  <a:gd name="connsiteX80" fmla="*/ 34207 w 775483"/>
                  <a:gd name="connsiteY80" fmla="*/ 336984 h 1077062"/>
                  <a:gd name="connsiteX81" fmla="*/ 100798 w 775483"/>
                  <a:gd name="connsiteY81" fmla="*/ 946429 h 1077062"/>
                  <a:gd name="connsiteX82" fmla="*/ 17407 w 775483"/>
                  <a:gd name="connsiteY82" fmla="*/ 763049 h 1077062"/>
                  <a:gd name="connsiteX83" fmla="*/ 17002 w 775483"/>
                  <a:gd name="connsiteY83" fmla="*/ 508624 h 1077062"/>
                  <a:gd name="connsiteX84" fmla="*/ 162735 w 775483"/>
                  <a:gd name="connsiteY84" fmla="*/ 593635 h 1077062"/>
                  <a:gd name="connsiteX85" fmla="*/ 163747 w 775483"/>
                  <a:gd name="connsiteY85" fmla="*/ 857370 h 1077062"/>
                  <a:gd name="connsiteX86" fmla="*/ 163747 w 775483"/>
                  <a:gd name="connsiteY86" fmla="*/ 857775 h 1077062"/>
                  <a:gd name="connsiteX87" fmla="*/ 163747 w 775483"/>
                  <a:gd name="connsiteY87" fmla="*/ 858382 h 1077062"/>
                  <a:gd name="connsiteX88" fmla="*/ 200787 w 775483"/>
                  <a:gd name="connsiteY88" fmla="*/ 1002698 h 1077062"/>
                  <a:gd name="connsiteX89" fmla="*/ 202406 w 775483"/>
                  <a:gd name="connsiteY89" fmla="*/ 1005734 h 1077062"/>
                  <a:gd name="connsiteX90" fmla="*/ 100798 w 775483"/>
                  <a:gd name="connsiteY90" fmla="*/ 946429 h 1077062"/>
                  <a:gd name="connsiteX91" fmla="*/ 466951 w 775483"/>
                  <a:gd name="connsiteY91" fmla="*/ 1020307 h 1077062"/>
                  <a:gd name="connsiteX92" fmla="*/ 264343 w 775483"/>
                  <a:gd name="connsiteY92" fmla="*/ 1041357 h 1077062"/>
                  <a:gd name="connsiteX93" fmla="*/ 263331 w 775483"/>
                  <a:gd name="connsiteY93" fmla="*/ 1040750 h 1077062"/>
                  <a:gd name="connsiteX94" fmla="*/ 262926 w 775483"/>
                  <a:gd name="connsiteY94" fmla="*/ 1040345 h 1077062"/>
                  <a:gd name="connsiteX95" fmla="*/ 180547 w 775483"/>
                  <a:gd name="connsiteY95" fmla="*/ 857573 h 1077062"/>
                  <a:gd name="connsiteX96" fmla="*/ 180547 w 775483"/>
                  <a:gd name="connsiteY96" fmla="*/ 857168 h 1077062"/>
                  <a:gd name="connsiteX97" fmla="*/ 179939 w 775483"/>
                  <a:gd name="connsiteY97" fmla="*/ 593432 h 1077062"/>
                  <a:gd name="connsiteX98" fmla="*/ 306645 w 775483"/>
                  <a:gd name="connsiteY98" fmla="*/ 520161 h 1077062"/>
                  <a:gd name="connsiteX99" fmla="*/ 307253 w 775483"/>
                  <a:gd name="connsiteY99" fmla="*/ 768514 h 1077062"/>
                  <a:gd name="connsiteX100" fmla="*/ 354616 w 775483"/>
                  <a:gd name="connsiteY100" fmla="*/ 877611 h 1077062"/>
                  <a:gd name="connsiteX101" fmla="*/ 355021 w 775483"/>
                  <a:gd name="connsiteY101" fmla="*/ 878218 h 1077062"/>
                  <a:gd name="connsiteX102" fmla="*/ 474440 w 775483"/>
                  <a:gd name="connsiteY102" fmla="*/ 870122 h 1077062"/>
                  <a:gd name="connsiteX103" fmla="*/ 632115 w 775483"/>
                  <a:gd name="connsiteY103" fmla="*/ 596468 h 1077062"/>
                  <a:gd name="connsiteX104" fmla="*/ 631508 w 775483"/>
                  <a:gd name="connsiteY104" fmla="*/ 331721 h 1077062"/>
                  <a:gd name="connsiteX105" fmla="*/ 758214 w 775483"/>
                  <a:gd name="connsiteY105" fmla="*/ 258450 h 1077062"/>
                  <a:gd name="connsiteX106" fmla="*/ 758821 w 775483"/>
                  <a:gd name="connsiteY106" fmla="*/ 503766 h 1077062"/>
                  <a:gd name="connsiteX107" fmla="*/ 466951 w 775483"/>
                  <a:gd name="connsiteY107" fmla="*/ 1020307 h 1077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775483" h="1077062">
                    <a:moveTo>
                      <a:pt x="774609" y="117575"/>
                    </a:moveTo>
                    <a:cubicBezTo>
                      <a:pt x="774609" y="108669"/>
                      <a:pt x="771370" y="101585"/>
                      <a:pt x="765298" y="97942"/>
                    </a:cubicBezTo>
                    <a:cubicBezTo>
                      <a:pt x="761857" y="94501"/>
                      <a:pt x="739188" y="82559"/>
                      <a:pt x="601552" y="2609"/>
                    </a:cubicBezTo>
                    <a:cubicBezTo>
                      <a:pt x="594467" y="-1440"/>
                      <a:pt x="585966" y="-630"/>
                      <a:pt x="577870" y="4025"/>
                    </a:cubicBezTo>
                    <a:lnTo>
                      <a:pt x="477476" y="62116"/>
                    </a:lnTo>
                    <a:cubicBezTo>
                      <a:pt x="459867" y="71831"/>
                      <a:pt x="451569" y="94703"/>
                      <a:pt x="451569" y="106443"/>
                    </a:cubicBezTo>
                    <a:cubicBezTo>
                      <a:pt x="451569" y="106443"/>
                      <a:pt x="451569" y="106443"/>
                      <a:pt x="451569" y="106443"/>
                    </a:cubicBezTo>
                    <a:lnTo>
                      <a:pt x="452581" y="502552"/>
                    </a:lnTo>
                    <a:cubicBezTo>
                      <a:pt x="452783" y="589182"/>
                      <a:pt x="397121" y="692814"/>
                      <a:pt x="323850" y="746856"/>
                    </a:cubicBezTo>
                    <a:lnTo>
                      <a:pt x="323243" y="506195"/>
                    </a:lnTo>
                    <a:lnTo>
                      <a:pt x="322838" y="378882"/>
                    </a:lnTo>
                    <a:cubicBezTo>
                      <a:pt x="322838" y="369571"/>
                      <a:pt x="319195" y="361880"/>
                      <a:pt x="312515" y="357831"/>
                    </a:cubicBezTo>
                    <a:cubicBezTo>
                      <a:pt x="308062" y="353379"/>
                      <a:pt x="154031" y="265939"/>
                      <a:pt x="149781" y="263510"/>
                    </a:cubicBezTo>
                    <a:cubicBezTo>
                      <a:pt x="142696" y="259462"/>
                      <a:pt x="133791" y="260272"/>
                      <a:pt x="125694" y="265129"/>
                    </a:cubicBezTo>
                    <a:lnTo>
                      <a:pt x="25706" y="322815"/>
                    </a:lnTo>
                    <a:cubicBezTo>
                      <a:pt x="11335" y="330911"/>
                      <a:pt x="0" y="350747"/>
                      <a:pt x="0" y="367142"/>
                    </a:cubicBezTo>
                    <a:lnTo>
                      <a:pt x="405" y="494860"/>
                    </a:lnTo>
                    <a:lnTo>
                      <a:pt x="810" y="763251"/>
                    </a:lnTo>
                    <a:cubicBezTo>
                      <a:pt x="1215" y="856561"/>
                      <a:pt x="33802" y="926998"/>
                      <a:pt x="92500" y="961002"/>
                    </a:cubicBezTo>
                    <a:cubicBezTo>
                      <a:pt x="95941" y="963026"/>
                      <a:pt x="265760" y="1061598"/>
                      <a:pt x="254830" y="1055324"/>
                    </a:cubicBezTo>
                    <a:cubicBezTo>
                      <a:pt x="255437" y="1055728"/>
                      <a:pt x="256247" y="1056336"/>
                      <a:pt x="256854" y="1056336"/>
                    </a:cubicBezTo>
                    <a:cubicBezTo>
                      <a:pt x="324255" y="1095602"/>
                      <a:pt x="408254" y="1073742"/>
                      <a:pt x="475452" y="1035083"/>
                    </a:cubicBezTo>
                    <a:cubicBezTo>
                      <a:pt x="649522" y="930641"/>
                      <a:pt x="775419" y="696457"/>
                      <a:pt x="775419" y="504374"/>
                    </a:cubicBezTo>
                    <a:cubicBezTo>
                      <a:pt x="775419" y="470774"/>
                      <a:pt x="775823" y="631080"/>
                      <a:pt x="774609" y="117575"/>
                    </a:cubicBezTo>
                    <a:close/>
                    <a:moveTo>
                      <a:pt x="468166" y="106240"/>
                    </a:moveTo>
                    <a:cubicBezTo>
                      <a:pt x="468166" y="106240"/>
                      <a:pt x="468166" y="106240"/>
                      <a:pt x="468166" y="106240"/>
                    </a:cubicBezTo>
                    <a:cubicBezTo>
                      <a:pt x="468166" y="103609"/>
                      <a:pt x="469380" y="99359"/>
                      <a:pt x="470190" y="97335"/>
                    </a:cubicBezTo>
                    <a:lnTo>
                      <a:pt x="470190" y="97335"/>
                    </a:lnTo>
                    <a:lnTo>
                      <a:pt x="618149" y="183155"/>
                    </a:lnTo>
                    <a:cubicBezTo>
                      <a:pt x="613291" y="196716"/>
                      <a:pt x="615518" y="191251"/>
                      <a:pt x="614303" y="201169"/>
                    </a:cubicBezTo>
                    <a:lnTo>
                      <a:pt x="614708" y="312897"/>
                    </a:lnTo>
                    <a:lnTo>
                      <a:pt x="468773" y="228291"/>
                    </a:lnTo>
                    <a:lnTo>
                      <a:pt x="468166" y="106240"/>
                    </a:lnTo>
                    <a:close/>
                    <a:moveTo>
                      <a:pt x="648510" y="171010"/>
                    </a:moveTo>
                    <a:lnTo>
                      <a:pt x="748498" y="112920"/>
                    </a:lnTo>
                    <a:lnTo>
                      <a:pt x="748903" y="112920"/>
                    </a:lnTo>
                    <a:cubicBezTo>
                      <a:pt x="754975" y="109479"/>
                      <a:pt x="757809" y="110693"/>
                      <a:pt x="757809" y="117980"/>
                    </a:cubicBezTo>
                    <a:lnTo>
                      <a:pt x="758214" y="239424"/>
                    </a:lnTo>
                    <a:lnTo>
                      <a:pt x="631508" y="312695"/>
                    </a:lnTo>
                    <a:lnTo>
                      <a:pt x="631103" y="200359"/>
                    </a:lnTo>
                    <a:cubicBezTo>
                      <a:pt x="631305" y="192466"/>
                      <a:pt x="636973" y="178702"/>
                      <a:pt x="648510" y="171010"/>
                    </a:cubicBezTo>
                    <a:close/>
                    <a:moveTo>
                      <a:pt x="485775" y="76284"/>
                    </a:moveTo>
                    <a:lnTo>
                      <a:pt x="586169" y="18194"/>
                    </a:lnTo>
                    <a:cubicBezTo>
                      <a:pt x="589205" y="16575"/>
                      <a:pt x="591836" y="16170"/>
                      <a:pt x="593253" y="16777"/>
                    </a:cubicBezTo>
                    <a:lnTo>
                      <a:pt x="736556" y="100371"/>
                    </a:lnTo>
                    <a:lnTo>
                      <a:pt x="639806" y="156033"/>
                    </a:lnTo>
                    <a:cubicBezTo>
                      <a:pt x="634746" y="159069"/>
                      <a:pt x="628067" y="165545"/>
                      <a:pt x="626447" y="167974"/>
                    </a:cubicBezTo>
                    <a:lnTo>
                      <a:pt x="478488" y="82357"/>
                    </a:lnTo>
                    <a:cubicBezTo>
                      <a:pt x="480917" y="79928"/>
                      <a:pt x="483144" y="77499"/>
                      <a:pt x="485775" y="76284"/>
                    </a:cubicBezTo>
                    <a:close/>
                    <a:moveTo>
                      <a:pt x="469178" y="502350"/>
                    </a:moveTo>
                    <a:lnTo>
                      <a:pt x="468570" y="247115"/>
                    </a:lnTo>
                    <a:lnTo>
                      <a:pt x="614506" y="332126"/>
                    </a:lnTo>
                    <a:lnTo>
                      <a:pt x="614708" y="332126"/>
                    </a:lnTo>
                    <a:cubicBezTo>
                      <a:pt x="614708" y="335567"/>
                      <a:pt x="615720" y="614078"/>
                      <a:pt x="615518" y="596873"/>
                    </a:cubicBezTo>
                    <a:cubicBezTo>
                      <a:pt x="615720" y="682491"/>
                      <a:pt x="558237" y="797660"/>
                      <a:pt x="472619" y="851500"/>
                    </a:cubicBezTo>
                    <a:cubicBezTo>
                      <a:pt x="385787" y="906150"/>
                      <a:pt x="324457" y="862633"/>
                      <a:pt x="323850" y="768919"/>
                    </a:cubicBezTo>
                    <a:lnTo>
                      <a:pt x="323850" y="767907"/>
                    </a:lnTo>
                    <a:lnTo>
                      <a:pt x="323850" y="767502"/>
                    </a:lnTo>
                    <a:cubicBezTo>
                      <a:pt x="405825" y="712852"/>
                      <a:pt x="469583" y="597481"/>
                      <a:pt x="469178" y="502350"/>
                    </a:cubicBezTo>
                    <a:close/>
                    <a:moveTo>
                      <a:pt x="17407" y="361880"/>
                    </a:moveTo>
                    <a:lnTo>
                      <a:pt x="165164" y="447498"/>
                    </a:lnTo>
                    <a:cubicBezTo>
                      <a:pt x="165164" y="450938"/>
                      <a:pt x="162532" y="451950"/>
                      <a:pt x="162532" y="461463"/>
                    </a:cubicBezTo>
                    <a:lnTo>
                      <a:pt x="162937" y="574204"/>
                    </a:lnTo>
                    <a:lnTo>
                      <a:pt x="17205" y="489598"/>
                    </a:lnTo>
                    <a:lnTo>
                      <a:pt x="16800" y="366940"/>
                    </a:lnTo>
                    <a:cubicBezTo>
                      <a:pt x="16800" y="365320"/>
                      <a:pt x="17205" y="363701"/>
                      <a:pt x="17407" y="361880"/>
                    </a:cubicBezTo>
                    <a:close/>
                    <a:moveTo>
                      <a:pt x="196739" y="431710"/>
                    </a:moveTo>
                    <a:lnTo>
                      <a:pt x="297132" y="373619"/>
                    </a:lnTo>
                    <a:cubicBezTo>
                      <a:pt x="303812" y="370178"/>
                      <a:pt x="306038" y="371798"/>
                      <a:pt x="306038" y="378679"/>
                    </a:cubicBezTo>
                    <a:lnTo>
                      <a:pt x="306443" y="500933"/>
                    </a:lnTo>
                    <a:lnTo>
                      <a:pt x="179737" y="574204"/>
                    </a:lnTo>
                    <a:lnTo>
                      <a:pt x="179332" y="461463"/>
                    </a:lnTo>
                    <a:cubicBezTo>
                      <a:pt x="179534" y="452355"/>
                      <a:pt x="187428" y="436365"/>
                      <a:pt x="196739" y="431710"/>
                    </a:cubicBezTo>
                    <a:close/>
                    <a:moveTo>
                      <a:pt x="34207" y="336984"/>
                    </a:moveTo>
                    <a:lnTo>
                      <a:pt x="134600" y="279298"/>
                    </a:lnTo>
                    <a:cubicBezTo>
                      <a:pt x="137636" y="277274"/>
                      <a:pt x="139863" y="276667"/>
                      <a:pt x="141684" y="277679"/>
                    </a:cubicBezTo>
                    <a:lnTo>
                      <a:pt x="285393" y="361272"/>
                    </a:lnTo>
                    <a:lnTo>
                      <a:pt x="188643" y="417339"/>
                    </a:lnTo>
                    <a:cubicBezTo>
                      <a:pt x="183583" y="420577"/>
                      <a:pt x="177308" y="425840"/>
                      <a:pt x="172653" y="432722"/>
                    </a:cubicBezTo>
                    <a:lnTo>
                      <a:pt x="24289" y="346294"/>
                    </a:lnTo>
                    <a:cubicBezTo>
                      <a:pt x="27122" y="342246"/>
                      <a:pt x="30564" y="339008"/>
                      <a:pt x="34207" y="336984"/>
                    </a:cubicBezTo>
                    <a:close/>
                    <a:moveTo>
                      <a:pt x="100798" y="946429"/>
                    </a:moveTo>
                    <a:cubicBezTo>
                      <a:pt x="47363" y="915461"/>
                      <a:pt x="17812" y="850083"/>
                      <a:pt x="17407" y="763049"/>
                    </a:cubicBezTo>
                    <a:lnTo>
                      <a:pt x="17002" y="508624"/>
                    </a:lnTo>
                    <a:lnTo>
                      <a:pt x="162735" y="593635"/>
                    </a:lnTo>
                    <a:lnTo>
                      <a:pt x="163747" y="857370"/>
                    </a:lnTo>
                    <a:lnTo>
                      <a:pt x="163747" y="857775"/>
                    </a:lnTo>
                    <a:cubicBezTo>
                      <a:pt x="163747" y="858180"/>
                      <a:pt x="163747" y="858180"/>
                      <a:pt x="163747" y="858382"/>
                    </a:cubicBezTo>
                    <a:cubicBezTo>
                      <a:pt x="163747" y="904733"/>
                      <a:pt x="174272" y="963836"/>
                      <a:pt x="200787" y="1002698"/>
                    </a:cubicBezTo>
                    <a:cubicBezTo>
                      <a:pt x="201192" y="1003710"/>
                      <a:pt x="201799" y="1004722"/>
                      <a:pt x="202406" y="1005734"/>
                    </a:cubicBezTo>
                    <a:lnTo>
                      <a:pt x="100798" y="946429"/>
                    </a:lnTo>
                    <a:close/>
                    <a:moveTo>
                      <a:pt x="466951" y="1020307"/>
                    </a:moveTo>
                    <a:cubicBezTo>
                      <a:pt x="390037" y="1064634"/>
                      <a:pt x="317980" y="1071921"/>
                      <a:pt x="264343" y="1041357"/>
                    </a:cubicBezTo>
                    <a:cubicBezTo>
                      <a:pt x="263938" y="1040953"/>
                      <a:pt x="263735" y="1040953"/>
                      <a:pt x="263331" y="1040750"/>
                    </a:cubicBezTo>
                    <a:cubicBezTo>
                      <a:pt x="263331" y="1040750"/>
                      <a:pt x="262926" y="1040750"/>
                      <a:pt x="262926" y="1040345"/>
                    </a:cubicBezTo>
                    <a:cubicBezTo>
                      <a:pt x="203216" y="1006746"/>
                      <a:pt x="180547" y="929629"/>
                      <a:pt x="180547" y="857573"/>
                    </a:cubicBezTo>
                    <a:lnTo>
                      <a:pt x="180547" y="857168"/>
                    </a:lnTo>
                    <a:lnTo>
                      <a:pt x="179939" y="593432"/>
                    </a:lnTo>
                    <a:lnTo>
                      <a:pt x="306645" y="520161"/>
                    </a:lnTo>
                    <a:cubicBezTo>
                      <a:pt x="306645" y="523602"/>
                      <a:pt x="307455" y="785111"/>
                      <a:pt x="307253" y="768514"/>
                    </a:cubicBezTo>
                    <a:cubicBezTo>
                      <a:pt x="307658" y="818711"/>
                      <a:pt x="324255" y="857573"/>
                      <a:pt x="354616" y="877611"/>
                    </a:cubicBezTo>
                    <a:cubicBezTo>
                      <a:pt x="354818" y="877813"/>
                      <a:pt x="354818" y="878016"/>
                      <a:pt x="355021" y="878218"/>
                    </a:cubicBezTo>
                    <a:cubicBezTo>
                      <a:pt x="405217" y="910198"/>
                      <a:pt x="460474" y="875789"/>
                      <a:pt x="474440" y="870122"/>
                    </a:cubicBezTo>
                    <a:cubicBezTo>
                      <a:pt x="562689" y="818913"/>
                      <a:pt x="632520" y="693016"/>
                      <a:pt x="632115" y="596468"/>
                    </a:cubicBezTo>
                    <a:cubicBezTo>
                      <a:pt x="632115" y="593028"/>
                      <a:pt x="631305" y="314517"/>
                      <a:pt x="631508" y="331721"/>
                    </a:cubicBezTo>
                    <a:lnTo>
                      <a:pt x="758214" y="258450"/>
                    </a:lnTo>
                    <a:lnTo>
                      <a:pt x="758821" y="503766"/>
                    </a:lnTo>
                    <a:cubicBezTo>
                      <a:pt x="759226" y="684920"/>
                      <a:pt x="641425" y="915663"/>
                      <a:pt x="466951" y="102030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2EBA56B8-4EFC-2020-AA3A-CFE0200E3328}"/>
                  </a:ext>
                </a:extLst>
              </p:cNvPr>
              <p:cNvSpPr/>
              <p:nvPr/>
            </p:nvSpPr>
            <p:spPr>
              <a:xfrm>
                <a:off x="4624207" y="7116954"/>
                <a:ext cx="756481" cy="549011"/>
              </a:xfrm>
              <a:custGeom>
                <a:avLst/>
                <a:gdLst>
                  <a:gd name="connsiteX0" fmla="*/ 645564 w 756481"/>
                  <a:gd name="connsiteY0" fmla="*/ 62187 h 549011"/>
                  <a:gd name="connsiteX1" fmla="*/ 463398 w 756481"/>
                  <a:gd name="connsiteY1" fmla="*/ 4704 h 549011"/>
                  <a:gd name="connsiteX2" fmla="*/ 454087 w 756481"/>
                  <a:gd name="connsiteY2" fmla="*/ 11990 h 549011"/>
                  <a:gd name="connsiteX3" fmla="*/ 461374 w 756481"/>
                  <a:gd name="connsiteY3" fmla="*/ 21301 h 549011"/>
                  <a:gd name="connsiteX4" fmla="*/ 637265 w 756481"/>
                  <a:gd name="connsiteY4" fmla="*/ 76760 h 549011"/>
                  <a:gd name="connsiteX5" fmla="*/ 638884 w 756481"/>
                  <a:gd name="connsiteY5" fmla="*/ 357700 h 549011"/>
                  <a:gd name="connsiteX6" fmla="*/ 137119 w 756481"/>
                  <a:gd name="connsiteY6" fmla="*/ 357903 h 549011"/>
                  <a:gd name="connsiteX7" fmla="*/ 135500 w 756481"/>
                  <a:gd name="connsiteY7" fmla="*/ 76760 h 549011"/>
                  <a:gd name="connsiteX8" fmla="*/ 395997 w 756481"/>
                  <a:gd name="connsiteY8" fmla="*/ 16848 h 549011"/>
                  <a:gd name="connsiteX9" fmla="*/ 404498 w 756481"/>
                  <a:gd name="connsiteY9" fmla="*/ 8549 h 549011"/>
                  <a:gd name="connsiteX10" fmla="*/ 396199 w 756481"/>
                  <a:gd name="connsiteY10" fmla="*/ 48 h 549011"/>
                  <a:gd name="connsiteX11" fmla="*/ 127201 w 756481"/>
                  <a:gd name="connsiteY11" fmla="*/ 62187 h 549011"/>
                  <a:gd name="connsiteX12" fmla="*/ 18306 w 756481"/>
                  <a:gd name="connsiteY12" fmla="*/ 216016 h 549011"/>
                  <a:gd name="connsiteX13" fmla="*/ 18306 w 756481"/>
                  <a:gd name="connsiteY13" fmla="*/ 216218 h 549011"/>
                  <a:gd name="connsiteX14" fmla="*/ 17902 w 756481"/>
                  <a:gd name="connsiteY14" fmla="*/ 330780 h 549011"/>
                  <a:gd name="connsiteX15" fmla="*/ 19521 w 756481"/>
                  <a:gd name="connsiteY15" fmla="*/ 350414 h 549011"/>
                  <a:gd name="connsiteX16" fmla="*/ 4138 w 756481"/>
                  <a:gd name="connsiteY16" fmla="*/ 359320 h 549011"/>
                  <a:gd name="connsiteX17" fmla="*/ 1102 w 756481"/>
                  <a:gd name="connsiteY17" fmla="*/ 370654 h 549011"/>
                  <a:gd name="connsiteX18" fmla="*/ 12437 w 756481"/>
                  <a:gd name="connsiteY18" fmla="*/ 373690 h 549011"/>
                  <a:gd name="connsiteX19" fmla="*/ 23367 w 756481"/>
                  <a:gd name="connsiteY19" fmla="*/ 367416 h 549011"/>
                  <a:gd name="connsiteX20" fmla="*/ 128618 w 756481"/>
                  <a:gd name="connsiteY20" fmla="*/ 486633 h 549011"/>
                  <a:gd name="connsiteX21" fmla="*/ 528775 w 756481"/>
                  <a:gd name="connsiteY21" fmla="*/ 532579 h 549011"/>
                  <a:gd name="connsiteX22" fmla="*/ 534847 w 756481"/>
                  <a:gd name="connsiteY22" fmla="*/ 522459 h 549011"/>
                  <a:gd name="connsiteX23" fmla="*/ 524727 w 756481"/>
                  <a:gd name="connsiteY23" fmla="*/ 516387 h 549011"/>
                  <a:gd name="connsiteX24" fmla="*/ 136714 w 756481"/>
                  <a:gd name="connsiteY24" fmla="*/ 472262 h 549011"/>
                  <a:gd name="connsiteX25" fmla="*/ 112021 w 756481"/>
                  <a:gd name="connsiteY25" fmla="*/ 456475 h 549011"/>
                  <a:gd name="connsiteX26" fmla="*/ 112021 w 756481"/>
                  <a:gd name="connsiteY26" fmla="*/ 361546 h 549011"/>
                  <a:gd name="connsiteX27" fmla="*/ 128820 w 756481"/>
                  <a:gd name="connsiteY27" fmla="*/ 372273 h 549011"/>
                  <a:gd name="connsiteX28" fmla="*/ 647183 w 756481"/>
                  <a:gd name="connsiteY28" fmla="*/ 372071 h 549011"/>
                  <a:gd name="connsiteX29" fmla="*/ 739277 w 756481"/>
                  <a:gd name="connsiteY29" fmla="*/ 283417 h 549011"/>
                  <a:gd name="connsiteX30" fmla="*/ 739075 w 756481"/>
                  <a:gd name="connsiteY30" fmla="*/ 332602 h 549011"/>
                  <a:gd name="connsiteX31" fmla="*/ 736444 w 756481"/>
                  <a:gd name="connsiteY31" fmla="*/ 355474 h 549011"/>
                  <a:gd name="connsiteX32" fmla="*/ 725716 w 756481"/>
                  <a:gd name="connsiteY32" fmla="*/ 349199 h 549011"/>
                  <a:gd name="connsiteX33" fmla="*/ 714382 w 756481"/>
                  <a:gd name="connsiteY33" fmla="*/ 352235 h 549011"/>
                  <a:gd name="connsiteX34" fmla="*/ 717418 w 756481"/>
                  <a:gd name="connsiteY34" fmla="*/ 363570 h 549011"/>
                  <a:gd name="connsiteX35" fmla="*/ 731991 w 756481"/>
                  <a:gd name="connsiteY35" fmla="*/ 372071 h 549011"/>
                  <a:gd name="connsiteX36" fmla="*/ 644754 w 756481"/>
                  <a:gd name="connsiteY36" fmla="*/ 468416 h 549011"/>
                  <a:gd name="connsiteX37" fmla="*/ 641920 w 756481"/>
                  <a:gd name="connsiteY37" fmla="*/ 479954 h 549011"/>
                  <a:gd name="connsiteX38" fmla="*/ 653457 w 756481"/>
                  <a:gd name="connsiteY38" fmla="*/ 482787 h 549011"/>
                  <a:gd name="connsiteX39" fmla="*/ 756077 w 756481"/>
                  <a:gd name="connsiteY39" fmla="*/ 332804 h 549011"/>
                  <a:gd name="connsiteX40" fmla="*/ 756482 w 756481"/>
                  <a:gd name="connsiteY40" fmla="*/ 218242 h 549011"/>
                  <a:gd name="connsiteX41" fmla="*/ 645564 w 756481"/>
                  <a:gd name="connsiteY41" fmla="*/ 62187 h 549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56481" h="549011">
                    <a:moveTo>
                      <a:pt x="645564" y="62187"/>
                    </a:moveTo>
                    <a:cubicBezTo>
                      <a:pt x="595164" y="33041"/>
                      <a:pt x="532216" y="13205"/>
                      <a:pt x="463398" y="4704"/>
                    </a:cubicBezTo>
                    <a:cubicBezTo>
                      <a:pt x="458742" y="4097"/>
                      <a:pt x="454694" y="7335"/>
                      <a:pt x="454087" y="11990"/>
                    </a:cubicBezTo>
                    <a:cubicBezTo>
                      <a:pt x="453480" y="16646"/>
                      <a:pt x="456718" y="20694"/>
                      <a:pt x="461374" y="21301"/>
                    </a:cubicBezTo>
                    <a:cubicBezTo>
                      <a:pt x="527966" y="29600"/>
                      <a:pt x="588890" y="48828"/>
                      <a:pt x="637265" y="76760"/>
                    </a:cubicBezTo>
                    <a:cubicBezTo>
                      <a:pt x="770246" y="153472"/>
                      <a:pt x="777330" y="277142"/>
                      <a:pt x="638884" y="357700"/>
                    </a:cubicBezTo>
                    <a:cubicBezTo>
                      <a:pt x="501045" y="437853"/>
                      <a:pt x="275970" y="437853"/>
                      <a:pt x="137119" y="357903"/>
                    </a:cubicBezTo>
                    <a:cubicBezTo>
                      <a:pt x="3733" y="280988"/>
                      <a:pt x="-1327" y="156508"/>
                      <a:pt x="135500" y="76760"/>
                    </a:cubicBezTo>
                    <a:cubicBezTo>
                      <a:pt x="203711" y="37089"/>
                      <a:pt x="298639" y="15229"/>
                      <a:pt x="395997" y="16848"/>
                    </a:cubicBezTo>
                    <a:cubicBezTo>
                      <a:pt x="401462" y="17253"/>
                      <a:pt x="404295" y="13205"/>
                      <a:pt x="404498" y="8549"/>
                    </a:cubicBezTo>
                    <a:cubicBezTo>
                      <a:pt x="404498" y="3894"/>
                      <a:pt x="400854" y="251"/>
                      <a:pt x="396199" y="48"/>
                    </a:cubicBezTo>
                    <a:cubicBezTo>
                      <a:pt x="293984" y="-1166"/>
                      <a:pt x="199055" y="20491"/>
                      <a:pt x="127201" y="62187"/>
                    </a:cubicBezTo>
                    <a:cubicBezTo>
                      <a:pt x="57168" y="102871"/>
                      <a:pt x="18509" y="157520"/>
                      <a:pt x="18306" y="216016"/>
                    </a:cubicBezTo>
                    <a:cubicBezTo>
                      <a:pt x="18306" y="216016"/>
                      <a:pt x="18306" y="216016"/>
                      <a:pt x="18306" y="216218"/>
                    </a:cubicBezTo>
                    <a:cubicBezTo>
                      <a:pt x="17699" y="321874"/>
                      <a:pt x="17902" y="324506"/>
                      <a:pt x="17902" y="330780"/>
                    </a:cubicBezTo>
                    <a:cubicBezTo>
                      <a:pt x="17902" y="337460"/>
                      <a:pt x="18509" y="343936"/>
                      <a:pt x="19521" y="350414"/>
                    </a:cubicBezTo>
                    <a:lnTo>
                      <a:pt x="4138" y="359320"/>
                    </a:lnTo>
                    <a:cubicBezTo>
                      <a:pt x="90" y="361748"/>
                      <a:pt x="-1124" y="366808"/>
                      <a:pt x="1102" y="370654"/>
                    </a:cubicBezTo>
                    <a:cubicBezTo>
                      <a:pt x="3531" y="374702"/>
                      <a:pt x="8591" y="375917"/>
                      <a:pt x="12437" y="373690"/>
                    </a:cubicBezTo>
                    <a:lnTo>
                      <a:pt x="23367" y="367416"/>
                    </a:lnTo>
                    <a:cubicBezTo>
                      <a:pt x="38142" y="419636"/>
                      <a:pt x="82672" y="460320"/>
                      <a:pt x="128618" y="486633"/>
                    </a:cubicBezTo>
                    <a:cubicBezTo>
                      <a:pt x="230833" y="545736"/>
                      <a:pt x="386888" y="566786"/>
                      <a:pt x="528775" y="532579"/>
                    </a:cubicBezTo>
                    <a:cubicBezTo>
                      <a:pt x="533228" y="531567"/>
                      <a:pt x="536062" y="526912"/>
                      <a:pt x="534847" y="522459"/>
                    </a:cubicBezTo>
                    <a:cubicBezTo>
                      <a:pt x="533835" y="518006"/>
                      <a:pt x="529382" y="515375"/>
                      <a:pt x="524727" y="516387"/>
                    </a:cubicBezTo>
                    <a:cubicBezTo>
                      <a:pt x="391341" y="548569"/>
                      <a:pt x="239132" y="531365"/>
                      <a:pt x="136714" y="472262"/>
                    </a:cubicBezTo>
                    <a:cubicBezTo>
                      <a:pt x="128011" y="467202"/>
                      <a:pt x="119712" y="461939"/>
                      <a:pt x="112021" y="456475"/>
                    </a:cubicBezTo>
                    <a:lnTo>
                      <a:pt x="112021" y="361546"/>
                    </a:lnTo>
                    <a:cubicBezTo>
                      <a:pt x="117486" y="365189"/>
                      <a:pt x="122950" y="368833"/>
                      <a:pt x="128820" y="372273"/>
                    </a:cubicBezTo>
                    <a:cubicBezTo>
                      <a:pt x="270707" y="454248"/>
                      <a:pt x="504284" y="455260"/>
                      <a:pt x="647183" y="372071"/>
                    </a:cubicBezTo>
                    <a:cubicBezTo>
                      <a:pt x="692117" y="345961"/>
                      <a:pt x="724300" y="311551"/>
                      <a:pt x="739277" y="283417"/>
                    </a:cubicBezTo>
                    <a:lnTo>
                      <a:pt x="739075" y="332602"/>
                    </a:lnTo>
                    <a:cubicBezTo>
                      <a:pt x="739075" y="340293"/>
                      <a:pt x="738063" y="347985"/>
                      <a:pt x="736444" y="355474"/>
                    </a:cubicBezTo>
                    <a:lnTo>
                      <a:pt x="725716" y="349199"/>
                    </a:lnTo>
                    <a:cubicBezTo>
                      <a:pt x="721668" y="346973"/>
                      <a:pt x="716608" y="348187"/>
                      <a:pt x="714382" y="352235"/>
                    </a:cubicBezTo>
                    <a:cubicBezTo>
                      <a:pt x="712155" y="356283"/>
                      <a:pt x="713370" y="361344"/>
                      <a:pt x="717418" y="363570"/>
                    </a:cubicBezTo>
                    <a:lnTo>
                      <a:pt x="731991" y="372071"/>
                    </a:lnTo>
                    <a:cubicBezTo>
                      <a:pt x="719239" y="407897"/>
                      <a:pt x="689283" y="441091"/>
                      <a:pt x="644754" y="468416"/>
                    </a:cubicBezTo>
                    <a:cubicBezTo>
                      <a:pt x="640908" y="470845"/>
                      <a:pt x="639694" y="475905"/>
                      <a:pt x="641920" y="479954"/>
                    </a:cubicBezTo>
                    <a:cubicBezTo>
                      <a:pt x="644349" y="483799"/>
                      <a:pt x="649409" y="485014"/>
                      <a:pt x="653457" y="482787"/>
                    </a:cubicBezTo>
                    <a:cubicBezTo>
                      <a:pt x="709119" y="448783"/>
                      <a:pt x="755875" y="397372"/>
                      <a:pt x="756077" y="332804"/>
                    </a:cubicBezTo>
                    <a:cubicBezTo>
                      <a:pt x="756077" y="327339"/>
                      <a:pt x="756482" y="214801"/>
                      <a:pt x="756482" y="218242"/>
                    </a:cubicBezTo>
                    <a:cubicBezTo>
                      <a:pt x="755065" y="214801"/>
                      <a:pt x="765388" y="131410"/>
                      <a:pt x="645564" y="62187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048BAA28-1527-0742-115C-4857BC3CA50D}"/>
                  </a:ext>
                </a:extLst>
              </p:cNvPr>
              <p:cNvSpPr/>
              <p:nvPr/>
            </p:nvSpPr>
            <p:spPr>
              <a:xfrm>
                <a:off x="6076934" y="5290789"/>
                <a:ext cx="738613" cy="549193"/>
              </a:xfrm>
              <a:custGeom>
                <a:avLst/>
                <a:gdLst>
                  <a:gd name="connsiteX0" fmla="*/ 738613 w 738613"/>
                  <a:gd name="connsiteY0" fmla="*/ 217893 h 549193"/>
                  <a:gd name="connsiteX1" fmla="*/ 628099 w 738613"/>
                  <a:gd name="connsiteY1" fmla="*/ 62445 h 549193"/>
                  <a:gd name="connsiteX2" fmla="*/ 445933 w 738613"/>
                  <a:gd name="connsiteY2" fmla="*/ 4961 h 549193"/>
                  <a:gd name="connsiteX3" fmla="*/ 436623 w 738613"/>
                  <a:gd name="connsiteY3" fmla="*/ 12248 h 549193"/>
                  <a:gd name="connsiteX4" fmla="*/ 443909 w 738613"/>
                  <a:gd name="connsiteY4" fmla="*/ 21559 h 549193"/>
                  <a:gd name="connsiteX5" fmla="*/ 619800 w 738613"/>
                  <a:gd name="connsiteY5" fmla="*/ 77018 h 549193"/>
                  <a:gd name="connsiteX6" fmla="*/ 621420 w 738613"/>
                  <a:gd name="connsiteY6" fmla="*/ 357958 h 549193"/>
                  <a:gd name="connsiteX7" fmla="*/ 119655 w 738613"/>
                  <a:gd name="connsiteY7" fmla="*/ 357958 h 549193"/>
                  <a:gd name="connsiteX8" fmla="*/ 47598 w 738613"/>
                  <a:gd name="connsiteY8" fmla="*/ 297438 h 549193"/>
                  <a:gd name="connsiteX9" fmla="*/ 47396 w 738613"/>
                  <a:gd name="connsiteY9" fmla="*/ 297236 h 549193"/>
                  <a:gd name="connsiteX10" fmla="*/ 118035 w 738613"/>
                  <a:gd name="connsiteY10" fmla="*/ 76816 h 549193"/>
                  <a:gd name="connsiteX11" fmla="*/ 378330 w 738613"/>
                  <a:gd name="connsiteY11" fmla="*/ 16903 h 549193"/>
                  <a:gd name="connsiteX12" fmla="*/ 378532 w 738613"/>
                  <a:gd name="connsiteY12" fmla="*/ 16903 h 549193"/>
                  <a:gd name="connsiteX13" fmla="*/ 386831 w 738613"/>
                  <a:gd name="connsiteY13" fmla="*/ 8605 h 549193"/>
                  <a:gd name="connsiteX14" fmla="*/ 378532 w 738613"/>
                  <a:gd name="connsiteY14" fmla="*/ 104 h 549193"/>
                  <a:gd name="connsiteX15" fmla="*/ 109534 w 738613"/>
                  <a:gd name="connsiteY15" fmla="*/ 62242 h 549193"/>
                  <a:gd name="connsiteX16" fmla="*/ 102045 w 738613"/>
                  <a:gd name="connsiteY16" fmla="*/ 66898 h 549193"/>
                  <a:gd name="connsiteX17" fmla="*/ 84436 w 738613"/>
                  <a:gd name="connsiteY17" fmla="*/ 56777 h 549193"/>
                  <a:gd name="connsiteX18" fmla="*/ 73101 w 738613"/>
                  <a:gd name="connsiteY18" fmla="*/ 59813 h 549193"/>
                  <a:gd name="connsiteX19" fmla="*/ 76137 w 738613"/>
                  <a:gd name="connsiteY19" fmla="*/ 71148 h 549193"/>
                  <a:gd name="connsiteX20" fmla="*/ 86258 w 738613"/>
                  <a:gd name="connsiteY20" fmla="*/ 77018 h 549193"/>
                  <a:gd name="connsiteX21" fmla="*/ 437 w 738613"/>
                  <a:gd name="connsiteY21" fmla="*/ 216071 h 549193"/>
                  <a:gd name="connsiteX22" fmla="*/ 437 w 738613"/>
                  <a:gd name="connsiteY22" fmla="*/ 216274 h 549193"/>
                  <a:gd name="connsiteX23" fmla="*/ 32 w 738613"/>
                  <a:gd name="connsiteY23" fmla="*/ 330835 h 549193"/>
                  <a:gd name="connsiteX24" fmla="*/ 110748 w 738613"/>
                  <a:gd name="connsiteY24" fmla="*/ 486891 h 549193"/>
                  <a:gd name="connsiteX25" fmla="*/ 510906 w 738613"/>
                  <a:gd name="connsiteY25" fmla="*/ 532837 h 549193"/>
                  <a:gd name="connsiteX26" fmla="*/ 516978 w 738613"/>
                  <a:gd name="connsiteY26" fmla="*/ 522717 h 549193"/>
                  <a:gd name="connsiteX27" fmla="*/ 506858 w 738613"/>
                  <a:gd name="connsiteY27" fmla="*/ 516644 h 549193"/>
                  <a:gd name="connsiteX28" fmla="*/ 118845 w 738613"/>
                  <a:gd name="connsiteY28" fmla="*/ 472520 h 549193"/>
                  <a:gd name="connsiteX29" fmla="*/ 94151 w 738613"/>
                  <a:gd name="connsiteY29" fmla="*/ 456732 h 549193"/>
                  <a:gd name="connsiteX30" fmla="*/ 94151 w 738613"/>
                  <a:gd name="connsiteY30" fmla="*/ 361804 h 549193"/>
                  <a:gd name="connsiteX31" fmla="*/ 110951 w 738613"/>
                  <a:gd name="connsiteY31" fmla="*/ 372531 h 549193"/>
                  <a:gd name="connsiteX32" fmla="*/ 629314 w 738613"/>
                  <a:gd name="connsiteY32" fmla="*/ 372531 h 549193"/>
                  <a:gd name="connsiteX33" fmla="*/ 721409 w 738613"/>
                  <a:gd name="connsiteY33" fmla="*/ 283877 h 549193"/>
                  <a:gd name="connsiteX34" fmla="*/ 721206 w 738613"/>
                  <a:gd name="connsiteY34" fmla="*/ 333062 h 549193"/>
                  <a:gd name="connsiteX35" fmla="*/ 626682 w 738613"/>
                  <a:gd name="connsiteY35" fmla="*/ 468877 h 549193"/>
                  <a:gd name="connsiteX36" fmla="*/ 623848 w 738613"/>
                  <a:gd name="connsiteY36" fmla="*/ 480414 h 549193"/>
                  <a:gd name="connsiteX37" fmla="*/ 635386 w 738613"/>
                  <a:gd name="connsiteY37" fmla="*/ 483247 h 549193"/>
                  <a:gd name="connsiteX38" fmla="*/ 738006 w 738613"/>
                  <a:gd name="connsiteY38" fmla="*/ 333264 h 549193"/>
                  <a:gd name="connsiteX39" fmla="*/ 738410 w 738613"/>
                  <a:gd name="connsiteY39" fmla="*/ 218702 h 549193"/>
                  <a:gd name="connsiteX40" fmla="*/ 738410 w 738613"/>
                  <a:gd name="connsiteY40" fmla="*/ 218500 h 549193"/>
                  <a:gd name="connsiteX41" fmla="*/ 738613 w 738613"/>
                  <a:gd name="connsiteY41" fmla="*/ 217893 h 549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38613" h="549193">
                    <a:moveTo>
                      <a:pt x="738613" y="217893"/>
                    </a:moveTo>
                    <a:cubicBezTo>
                      <a:pt x="738613" y="158790"/>
                      <a:pt x="699346" y="103736"/>
                      <a:pt x="628099" y="62445"/>
                    </a:cubicBezTo>
                    <a:cubicBezTo>
                      <a:pt x="577700" y="33298"/>
                      <a:pt x="514752" y="13462"/>
                      <a:pt x="445933" y="4961"/>
                    </a:cubicBezTo>
                    <a:cubicBezTo>
                      <a:pt x="440873" y="4354"/>
                      <a:pt x="437230" y="7593"/>
                      <a:pt x="436623" y="12248"/>
                    </a:cubicBezTo>
                    <a:cubicBezTo>
                      <a:pt x="436016" y="16903"/>
                      <a:pt x="439254" y="20952"/>
                      <a:pt x="443909" y="21559"/>
                    </a:cubicBezTo>
                    <a:cubicBezTo>
                      <a:pt x="510501" y="29857"/>
                      <a:pt x="571425" y="49086"/>
                      <a:pt x="619800" y="77018"/>
                    </a:cubicBezTo>
                    <a:cubicBezTo>
                      <a:pt x="756424" y="155956"/>
                      <a:pt x="755210" y="280234"/>
                      <a:pt x="621420" y="357958"/>
                    </a:cubicBezTo>
                    <a:cubicBezTo>
                      <a:pt x="483581" y="438111"/>
                      <a:pt x="258505" y="438111"/>
                      <a:pt x="119655" y="357958"/>
                    </a:cubicBezTo>
                    <a:cubicBezTo>
                      <a:pt x="93949" y="343182"/>
                      <a:pt x="65612" y="320917"/>
                      <a:pt x="47598" y="297438"/>
                    </a:cubicBezTo>
                    <a:cubicBezTo>
                      <a:pt x="47598" y="297438"/>
                      <a:pt x="47598" y="297438"/>
                      <a:pt x="47396" y="297236"/>
                    </a:cubicBezTo>
                    <a:cubicBezTo>
                      <a:pt x="-15755" y="215666"/>
                      <a:pt x="27357" y="129441"/>
                      <a:pt x="118035" y="76816"/>
                    </a:cubicBezTo>
                    <a:cubicBezTo>
                      <a:pt x="186246" y="37144"/>
                      <a:pt x="281377" y="15689"/>
                      <a:pt x="378330" y="16903"/>
                    </a:cubicBezTo>
                    <a:cubicBezTo>
                      <a:pt x="378330" y="16903"/>
                      <a:pt x="378330" y="16903"/>
                      <a:pt x="378532" y="16903"/>
                    </a:cubicBezTo>
                    <a:cubicBezTo>
                      <a:pt x="383187" y="16903"/>
                      <a:pt x="386831" y="13260"/>
                      <a:pt x="386831" y="8605"/>
                    </a:cubicBezTo>
                    <a:cubicBezTo>
                      <a:pt x="386831" y="3949"/>
                      <a:pt x="383187" y="306"/>
                      <a:pt x="378532" y="104"/>
                    </a:cubicBezTo>
                    <a:cubicBezTo>
                      <a:pt x="277936" y="-1718"/>
                      <a:pt x="181389" y="20547"/>
                      <a:pt x="109534" y="62242"/>
                    </a:cubicBezTo>
                    <a:cubicBezTo>
                      <a:pt x="106903" y="63659"/>
                      <a:pt x="104676" y="65481"/>
                      <a:pt x="102045" y="66898"/>
                    </a:cubicBezTo>
                    <a:lnTo>
                      <a:pt x="84436" y="56777"/>
                    </a:lnTo>
                    <a:cubicBezTo>
                      <a:pt x="80387" y="54551"/>
                      <a:pt x="75327" y="55765"/>
                      <a:pt x="73101" y="59813"/>
                    </a:cubicBezTo>
                    <a:cubicBezTo>
                      <a:pt x="70874" y="63862"/>
                      <a:pt x="72089" y="68922"/>
                      <a:pt x="76137" y="71148"/>
                    </a:cubicBezTo>
                    <a:lnTo>
                      <a:pt x="86258" y="77018"/>
                    </a:lnTo>
                    <a:cubicBezTo>
                      <a:pt x="31001" y="115678"/>
                      <a:pt x="640" y="164255"/>
                      <a:pt x="437" y="216071"/>
                    </a:cubicBezTo>
                    <a:cubicBezTo>
                      <a:pt x="437" y="216071"/>
                      <a:pt x="437" y="216071"/>
                      <a:pt x="437" y="216274"/>
                    </a:cubicBezTo>
                    <a:cubicBezTo>
                      <a:pt x="-170" y="333872"/>
                      <a:pt x="32" y="332455"/>
                      <a:pt x="32" y="330835"/>
                    </a:cubicBezTo>
                    <a:cubicBezTo>
                      <a:pt x="-170" y="398844"/>
                      <a:pt x="51646" y="452684"/>
                      <a:pt x="110748" y="486891"/>
                    </a:cubicBezTo>
                    <a:cubicBezTo>
                      <a:pt x="222882" y="551661"/>
                      <a:pt x="381973" y="564007"/>
                      <a:pt x="510906" y="532837"/>
                    </a:cubicBezTo>
                    <a:cubicBezTo>
                      <a:pt x="515359" y="531825"/>
                      <a:pt x="518192" y="527170"/>
                      <a:pt x="516978" y="522717"/>
                    </a:cubicBezTo>
                    <a:cubicBezTo>
                      <a:pt x="515966" y="518264"/>
                      <a:pt x="511311" y="515632"/>
                      <a:pt x="506858" y="516644"/>
                    </a:cubicBezTo>
                    <a:cubicBezTo>
                      <a:pt x="373472" y="549029"/>
                      <a:pt x="221262" y="531622"/>
                      <a:pt x="118845" y="472520"/>
                    </a:cubicBezTo>
                    <a:cubicBezTo>
                      <a:pt x="110142" y="467460"/>
                      <a:pt x="101843" y="462197"/>
                      <a:pt x="94151" y="456732"/>
                    </a:cubicBezTo>
                    <a:lnTo>
                      <a:pt x="94151" y="361804"/>
                    </a:lnTo>
                    <a:cubicBezTo>
                      <a:pt x="99616" y="365447"/>
                      <a:pt x="105081" y="369090"/>
                      <a:pt x="110951" y="372531"/>
                    </a:cubicBezTo>
                    <a:cubicBezTo>
                      <a:pt x="254457" y="455518"/>
                      <a:pt x="487022" y="455113"/>
                      <a:pt x="629314" y="372531"/>
                    </a:cubicBezTo>
                    <a:cubicBezTo>
                      <a:pt x="675462" y="345814"/>
                      <a:pt x="706430" y="312012"/>
                      <a:pt x="721409" y="283877"/>
                    </a:cubicBezTo>
                    <a:lnTo>
                      <a:pt x="721206" y="333062"/>
                    </a:lnTo>
                    <a:cubicBezTo>
                      <a:pt x="721003" y="383461"/>
                      <a:pt x="687404" y="431836"/>
                      <a:pt x="626682" y="468877"/>
                    </a:cubicBezTo>
                    <a:cubicBezTo>
                      <a:pt x="622836" y="471305"/>
                      <a:pt x="621420" y="476366"/>
                      <a:pt x="623848" y="480414"/>
                    </a:cubicBezTo>
                    <a:cubicBezTo>
                      <a:pt x="626278" y="484462"/>
                      <a:pt x="631540" y="485676"/>
                      <a:pt x="635386" y="483247"/>
                    </a:cubicBezTo>
                    <a:cubicBezTo>
                      <a:pt x="701370" y="442969"/>
                      <a:pt x="737803" y="389736"/>
                      <a:pt x="738006" y="333264"/>
                    </a:cubicBezTo>
                    <a:cubicBezTo>
                      <a:pt x="738006" y="328002"/>
                      <a:pt x="738410" y="215262"/>
                      <a:pt x="738410" y="218702"/>
                    </a:cubicBezTo>
                    <a:cubicBezTo>
                      <a:pt x="738410" y="218702"/>
                      <a:pt x="738410" y="218702"/>
                      <a:pt x="738410" y="218500"/>
                    </a:cubicBezTo>
                    <a:cubicBezTo>
                      <a:pt x="738613" y="218095"/>
                      <a:pt x="738613" y="218095"/>
                      <a:pt x="738613" y="217893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7B512916-F744-DB0B-544F-1594632A9429}"/>
                  </a:ext>
                </a:extLst>
              </p:cNvPr>
              <p:cNvSpPr/>
              <p:nvPr/>
            </p:nvSpPr>
            <p:spPr>
              <a:xfrm>
                <a:off x="5584309" y="4664977"/>
                <a:ext cx="618553" cy="460691"/>
              </a:xfrm>
              <a:custGeom>
                <a:avLst/>
                <a:gdLst>
                  <a:gd name="connsiteX0" fmla="*/ 92905 w 618553"/>
                  <a:gd name="connsiteY0" fmla="*/ 408532 h 460691"/>
                  <a:gd name="connsiteX1" fmla="*/ 427685 w 618553"/>
                  <a:gd name="connsiteY1" fmla="*/ 446989 h 460691"/>
                  <a:gd name="connsiteX2" fmla="*/ 433757 w 618553"/>
                  <a:gd name="connsiteY2" fmla="*/ 436869 h 460691"/>
                  <a:gd name="connsiteX3" fmla="*/ 423637 w 618553"/>
                  <a:gd name="connsiteY3" fmla="*/ 430797 h 460691"/>
                  <a:gd name="connsiteX4" fmla="*/ 101001 w 618553"/>
                  <a:gd name="connsiteY4" fmla="*/ 394161 h 460691"/>
                  <a:gd name="connsiteX5" fmla="*/ 81165 w 618553"/>
                  <a:gd name="connsiteY5" fmla="*/ 381409 h 460691"/>
                  <a:gd name="connsiteX6" fmla="*/ 81165 w 618553"/>
                  <a:gd name="connsiteY6" fmla="*/ 305305 h 460691"/>
                  <a:gd name="connsiteX7" fmla="*/ 93108 w 618553"/>
                  <a:gd name="connsiteY7" fmla="*/ 312794 h 460691"/>
                  <a:gd name="connsiteX8" fmla="*/ 526864 w 618553"/>
                  <a:gd name="connsiteY8" fmla="*/ 312794 h 460691"/>
                  <a:gd name="connsiteX9" fmla="*/ 601552 w 618553"/>
                  <a:gd name="connsiteY9" fmla="*/ 243166 h 460691"/>
                  <a:gd name="connsiteX10" fmla="*/ 601349 w 618553"/>
                  <a:gd name="connsiteY10" fmla="*/ 278789 h 460691"/>
                  <a:gd name="connsiteX11" fmla="*/ 523221 w 618553"/>
                  <a:gd name="connsiteY11" fmla="*/ 390923 h 460691"/>
                  <a:gd name="connsiteX12" fmla="*/ 520387 w 618553"/>
                  <a:gd name="connsiteY12" fmla="*/ 402460 h 460691"/>
                  <a:gd name="connsiteX13" fmla="*/ 531924 w 618553"/>
                  <a:gd name="connsiteY13" fmla="*/ 405293 h 460691"/>
                  <a:gd name="connsiteX14" fmla="*/ 618149 w 618553"/>
                  <a:gd name="connsiteY14" fmla="*/ 278992 h 460691"/>
                  <a:gd name="connsiteX15" fmla="*/ 618554 w 618553"/>
                  <a:gd name="connsiteY15" fmla="*/ 182849 h 460691"/>
                  <a:gd name="connsiteX16" fmla="*/ 586372 w 618553"/>
                  <a:gd name="connsiteY16" fmla="*/ 101684 h 460691"/>
                  <a:gd name="connsiteX17" fmla="*/ 599325 w 618553"/>
                  <a:gd name="connsiteY17" fmla="*/ 94195 h 460691"/>
                  <a:gd name="connsiteX18" fmla="*/ 602361 w 618553"/>
                  <a:gd name="connsiteY18" fmla="*/ 82860 h 460691"/>
                  <a:gd name="connsiteX19" fmla="*/ 591027 w 618553"/>
                  <a:gd name="connsiteY19" fmla="*/ 79824 h 460691"/>
                  <a:gd name="connsiteX20" fmla="*/ 574834 w 618553"/>
                  <a:gd name="connsiteY20" fmla="*/ 89135 h 460691"/>
                  <a:gd name="connsiteX21" fmla="*/ 525650 w 618553"/>
                  <a:gd name="connsiteY21" fmla="*/ 52094 h 460691"/>
                  <a:gd name="connsiteX22" fmla="*/ 373238 w 618553"/>
                  <a:gd name="connsiteY22" fmla="*/ 3922 h 460691"/>
                  <a:gd name="connsiteX23" fmla="*/ 363927 w 618553"/>
                  <a:gd name="connsiteY23" fmla="*/ 11208 h 460691"/>
                  <a:gd name="connsiteX24" fmla="*/ 371214 w 618553"/>
                  <a:gd name="connsiteY24" fmla="*/ 20519 h 460691"/>
                  <a:gd name="connsiteX25" fmla="*/ 517351 w 618553"/>
                  <a:gd name="connsiteY25" fmla="*/ 66668 h 460691"/>
                  <a:gd name="connsiteX26" fmla="*/ 518768 w 618553"/>
                  <a:gd name="connsiteY26" fmla="*/ 298625 h 460691"/>
                  <a:gd name="connsiteX27" fmla="*/ 101609 w 618553"/>
                  <a:gd name="connsiteY27" fmla="*/ 298625 h 460691"/>
                  <a:gd name="connsiteX28" fmla="*/ 100394 w 618553"/>
                  <a:gd name="connsiteY28" fmla="*/ 66668 h 460691"/>
                  <a:gd name="connsiteX29" fmla="*/ 316969 w 618553"/>
                  <a:gd name="connsiteY29" fmla="*/ 16876 h 460691"/>
                  <a:gd name="connsiteX30" fmla="*/ 325470 w 618553"/>
                  <a:gd name="connsiteY30" fmla="*/ 8577 h 460691"/>
                  <a:gd name="connsiteX31" fmla="*/ 317171 w 618553"/>
                  <a:gd name="connsiteY31" fmla="*/ 76 h 460691"/>
                  <a:gd name="connsiteX32" fmla="*/ 92096 w 618553"/>
                  <a:gd name="connsiteY32" fmla="*/ 52094 h 460691"/>
                  <a:gd name="connsiteX33" fmla="*/ 405 w 618553"/>
                  <a:gd name="connsiteY33" fmla="*/ 181634 h 460691"/>
                  <a:gd name="connsiteX34" fmla="*/ 1 w 618553"/>
                  <a:gd name="connsiteY34" fmla="*/ 277373 h 460691"/>
                  <a:gd name="connsiteX35" fmla="*/ 92905 w 618553"/>
                  <a:gd name="connsiteY35" fmla="*/ 408532 h 460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18553" h="460691">
                    <a:moveTo>
                      <a:pt x="92905" y="408532"/>
                    </a:moveTo>
                    <a:cubicBezTo>
                      <a:pt x="186012" y="462372"/>
                      <a:pt x="318791" y="473302"/>
                      <a:pt x="427685" y="446989"/>
                    </a:cubicBezTo>
                    <a:cubicBezTo>
                      <a:pt x="432138" y="445977"/>
                      <a:pt x="434972" y="441322"/>
                      <a:pt x="433757" y="436869"/>
                    </a:cubicBezTo>
                    <a:cubicBezTo>
                      <a:pt x="432745" y="432416"/>
                      <a:pt x="428090" y="429785"/>
                      <a:pt x="423637" y="430797"/>
                    </a:cubicBezTo>
                    <a:cubicBezTo>
                      <a:pt x="312718" y="457717"/>
                      <a:pt x="186012" y="443143"/>
                      <a:pt x="101001" y="394161"/>
                    </a:cubicBezTo>
                    <a:cubicBezTo>
                      <a:pt x="93917" y="390113"/>
                      <a:pt x="87440" y="385862"/>
                      <a:pt x="81165" y="381409"/>
                    </a:cubicBezTo>
                    <a:lnTo>
                      <a:pt x="81165" y="305305"/>
                    </a:lnTo>
                    <a:cubicBezTo>
                      <a:pt x="85011" y="307936"/>
                      <a:pt x="88857" y="310365"/>
                      <a:pt x="93108" y="312794"/>
                    </a:cubicBezTo>
                    <a:cubicBezTo>
                      <a:pt x="212123" y="381612"/>
                      <a:pt x="407242" y="382219"/>
                      <a:pt x="526864" y="312794"/>
                    </a:cubicBezTo>
                    <a:cubicBezTo>
                      <a:pt x="562690" y="291946"/>
                      <a:pt x="588598" y="265026"/>
                      <a:pt x="601552" y="243166"/>
                    </a:cubicBezTo>
                    <a:lnTo>
                      <a:pt x="601349" y="278789"/>
                    </a:lnTo>
                    <a:cubicBezTo>
                      <a:pt x="601147" y="320485"/>
                      <a:pt x="573418" y="360157"/>
                      <a:pt x="523221" y="390923"/>
                    </a:cubicBezTo>
                    <a:cubicBezTo>
                      <a:pt x="519375" y="393351"/>
                      <a:pt x="517958" y="398412"/>
                      <a:pt x="520387" y="402460"/>
                    </a:cubicBezTo>
                    <a:cubicBezTo>
                      <a:pt x="522816" y="406305"/>
                      <a:pt x="528078" y="407520"/>
                      <a:pt x="531924" y="405293"/>
                    </a:cubicBezTo>
                    <a:cubicBezTo>
                      <a:pt x="587384" y="371492"/>
                      <a:pt x="617947" y="326557"/>
                      <a:pt x="618149" y="278992"/>
                    </a:cubicBezTo>
                    <a:cubicBezTo>
                      <a:pt x="618149" y="270086"/>
                      <a:pt x="617947" y="312996"/>
                      <a:pt x="618554" y="182849"/>
                    </a:cubicBezTo>
                    <a:cubicBezTo>
                      <a:pt x="618554" y="154107"/>
                      <a:pt x="607219" y="126580"/>
                      <a:pt x="586372" y="101684"/>
                    </a:cubicBezTo>
                    <a:lnTo>
                      <a:pt x="599325" y="94195"/>
                    </a:lnTo>
                    <a:cubicBezTo>
                      <a:pt x="603373" y="91968"/>
                      <a:pt x="604588" y="86706"/>
                      <a:pt x="602361" y="82860"/>
                    </a:cubicBezTo>
                    <a:cubicBezTo>
                      <a:pt x="599933" y="78812"/>
                      <a:pt x="594873" y="77395"/>
                      <a:pt x="591027" y="79824"/>
                    </a:cubicBezTo>
                    <a:lnTo>
                      <a:pt x="574834" y="89135"/>
                    </a:lnTo>
                    <a:cubicBezTo>
                      <a:pt x="561273" y="75776"/>
                      <a:pt x="545081" y="63227"/>
                      <a:pt x="525650" y="52094"/>
                    </a:cubicBezTo>
                    <a:cubicBezTo>
                      <a:pt x="483549" y="27806"/>
                      <a:pt x="430721" y="11006"/>
                      <a:pt x="373238" y="3922"/>
                    </a:cubicBezTo>
                    <a:cubicBezTo>
                      <a:pt x="368380" y="3315"/>
                      <a:pt x="364534" y="6553"/>
                      <a:pt x="363927" y="11208"/>
                    </a:cubicBezTo>
                    <a:cubicBezTo>
                      <a:pt x="363320" y="15864"/>
                      <a:pt x="366558" y="19912"/>
                      <a:pt x="371214" y="20519"/>
                    </a:cubicBezTo>
                    <a:cubicBezTo>
                      <a:pt x="426673" y="27401"/>
                      <a:pt x="477072" y="43391"/>
                      <a:pt x="517351" y="66668"/>
                    </a:cubicBezTo>
                    <a:cubicBezTo>
                      <a:pt x="626448" y="129616"/>
                      <a:pt x="633532" y="231831"/>
                      <a:pt x="518768" y="298625"/>
                    </a:cubicBezTo>
                    <a:cubicBezTo>
                      <a:pt x="404206" y="365217"/>
                      <a:pt x="216980" y="365217"/>
                      <a:pt x="101609" y="298625"/>
                    </a:cubicBezTo>
                    <a:cubicBezTo>
                      <a:pt x="-8500" y="235070"/>
                      <a:pt x="-13156" y="132450"/>
                      <a:pt x="100394" y="66668"/>
                    </a:cubicBezTo>
                    <a:cubicBezTo>
                      <a:pt x="157068" y="33676"/>
                      <a:pt x="235197" y="15661"/>
                      <a:pt x="316969" y="16876"/>
                    </a:cubicBezTo>
                    <a:cubicBezTo>
                      <a:pt x="321017" y="16876"/>
                      <a:pt x="325267" y="13232"/>
                      <a:pt x="325470" y="8577"/>
                    </a:cubicBezTo>
                    <a:cubicBezTo>
                      <a:pt x="325470" y="3922"/>
                      <a:pt x="321827" y="278"/>
                      <a:pt x="317171" y="76"/>
                    </a:cubicBezTo>
                    <a:cubicBezTo>
                      <a:pt x="233375" y="-1341"/>
                      <a:pt x="152210" y="17078"/>
                      <a:pt x="92096" y="52094"/>
                    </a:cubicBezTo>
                    <a:cubicBezTo>
                      <a:pt x="33195" y="86301"/>
                      <a:pt x="608" y="132247"/>
                      <a:pt x="405" y="181634"/>
                    </a:cubicBezTo>
                    <a:cubicBezTo>
                      <a:pt x="405" y="185075"/>
                      <a:pt x="1" y="280611"/>
                      <a:pt x="1" y="277373"/>
                    </a:cubicBezTo>
                    <a:cubicBezTo>
                      <a:pt x="-202" y="334451"/>
                      <a:pt x="42911" y="379588"/>
                      <a:pt x="92905" y="40853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78AEF27-DBCB-4EF8-5FA0-1422243F5DCB}"/>
                  </a:ext>
                </a:extLst>
              </p:cNvPr>
              <p:cNvSpPr/>
              <p:nvPr/>
            </p:nvSpPr>
            <p:spPr>
              <a:xfrm>
                <a:off x="6620135" y="5746532"/>
                <a:ext cx="38232" cy="29303"/>
              </a:xfrm>
              <a:custGeom>
                <a:avLst/>
                <a:gdLst>
                  <a:gd name="connsiteX0" fmla="*/ 37130 w 38232"/>
                  <a:gd name="connsiteY0" fmla="*/ 25076 h 29303"/>
                  <a:gd name="connsiteX1" fmla="*/ 34094 w 38232"/>
                  <a:gd name="connsiteY1" fmla="*/ 13741 h 29303"/>
                  <a:gd name="connsiteX2" fmla="*/ 12437 w 38232"/>
                  <a:gd name="connsiteY2" fmla="*/ 1192 h 29303"/>
                  <a:gd name="connsiteX3" fmla="*/ 1102 w 38232"/>
                  <a:gd name="connsiteY3" fmla="*/ 4228 h 29303"/>
                  <a:gd name="connsiteX4" fmla="*/ 4138 w 38232"/>
                  <a:gd name="connsiteY4" fmla="*/ 15563 h 29303"/>
                  <a:gd name="connsiteX5" fmla="*/ 25796 w 38232"/>
                  <a:gd name="connsiteY5" fmla="*/ 28112 h 29303"/>
                  <a:gd name="connsiteX6" fmla="*/ 37130 w 38232"/>
                  <a:gd name="connsiteY6" fmla="*/ 25076 h 29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232" h="29303">
                    <a:moveTo>
                      <a:pt x="37130" y="25076"/>
                    </a:moveTo>
                    <a:cubicBezTo>
                      <a:pt x="39357" y="21028"/>
                      <a:pt x="38142" y="15968"/>
                      <a:pt x="34094" y="13741"/>
                    </a:cubicBezTo>
                    <a:lnTo>
                      <a:pt x="12437" y="1192"/>
                    </a:lnTo>
                    <a:cubicBezTo>
                      <a:pt x="8388" y="-1237"/>
                      <a:pt x="3328" y="180"/>
                      <a:pt x="1102" y="4228"/>
                    </a:cubicBezTo>
                    <a:cubicBezTo>
                      <a:pt x="-1125" y="8276"/>
                      <a:pt x="90" y="13336"/>
                      <a:pt x="4138" y="15563"/>
                    </a:cubicBezTo>
                    <a:lnTo>
                      <a:pt x="25796" y="28112"/>
                    </a:lnTo>
                    <a:cubicBezTo>
                      <a:pt x="29844" y="30541"/>
                      <a:pt x="34904" y="29124"/>
                      <a:pt x="37130" y="2507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DAEDB1C9-62CD-E9D0-8E8B-E8C0A8342F48}"/>
                  </a:ext>
                </a:extLst>
              </p:cNvPr>
              <p:cNvSpPr/>
              <p:nvPr/>
            </p:nvSpPr>
            <p:spPr>
              <a:xfrm>
                <a:off x="6685917" y="5784787"/>
                <a:ext cx="63735" cy="44281"/>
              </a:xfrm>
              <a:custGeom>
                <a:avLst/>
                <a:gdLst>
                  <a:gd name="connsiteX0" fmla="*/ 12437 w 63735"/>
                  <a:gd name="connsiteY0" fmla="*/ 1192 h 44281"/>
                  <a:gd name="connsiteX1" fmla="*/ 1102 w 63735"/>
                  <a:gd name="connsiteY1" fmla="*/ 4228 h 44281"/>
                  <a:gd name="connsiteX2" fmla="*/ 4138 w 63735"/>
                  <a:gd name="connsiteY2" fmla="*/ 15563 h 44281"/>
                  <a:gd name="connsiteX3" fmla="*/ 51298 w 63735"/>
                  <a:gd name="connsiteY3" fmla="*/ 43090 h 44281"/>
                  <a:gd name="connsiteX4" fmla="*/ 62633 w 63735"/>
                  <a:gd name="connsiteY4" fmla="*/ 40054 h 44281"/>
                  <a:gd name="connsiteX5" fmla="*/ 59597 w 63735"/>
                  <a:gd name="connsiteY5" fmla="*/ 28719 h 44281"/>
                  <a:gd name="connsiteX6" fmla="*/ 12437 w 63735"/>
                  <a:gd name="connsiteY6" fmla="*/ 1192 h 44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35" h="44281">
                    <a:moveTo>
                      <a:pt x="12437" y="1192"/>
                    </a:moveTo>
                    <a:cubicBezTo>
                      <a:pt x="8388" y="-1237"/>
                      <a:pt x="3328" y="180"/>
                      <a:pt x="1102" y="4228"/>
                    </a:cubicBezTo>
                    <a:cubicBezTo>
                      <a:pt x="-1125" y="8276"/>
                      <a:pt x="90" y="13336"/>
                      <a:pt x="4138" y="15563"/>
                    </a:cubicBezTo>
                    <a:lnTo>
                      <a:pt x="51298" y="43090"/>
                    </a:lnTo>
                    <a:cubicBezTo>
                      <a:pt x="55347" y="45519"/>
                      <a:pt x="60407" y="44102"/>
                      <a:pt x="62633" y="40054"/>
                    </a:cubicBezTo>
                    <a:cubicBezTo>
                      <a:pt x="64860" y="36006"/>
                      <a:pt x="63645" y="30946"/>
                      <a:pt x="59597" y="28719"/>
                    </a:cubicBezTo>
                    <a:lnTo>
                      <a:pt x="1243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2998B29E-D3E4-CBE6-9356-AC145B6ED6DA}"/>
                  </a:ext>
                </a:extLst>
              </p:cNvPr>
              <p:cNvSpPr/>
              <p:nvPr/>
            </p:nvSpPr>
            <p:spPr>
              <a:xfrm>
                <a:off x="6777202" y="5838020"/>
                <a:ext cx="38269" cy="41560"/>
              </a:xfrm>
              <a:custGeom>
                <a:avLst/>
                <a:gdLst>
                  <a:gd name="connsiteX0" fmla="*/ 12437 w 38269"/>
                  <a:gd name="connsiteY0" fmla="*/ 1192 h 41560"/>
                  <a:gd name="connsiteX1" fmla="*/ 1102 w 38269"/>
                  <a:gd name="connsiteY1" fmla="*/ 4228 h 41560"/>
                  <a:gd name="connsiteX2" fmla="*/ 4138 w 38269"/>
                  <a:gd name="connsiteY2" fmla="*/ 15563 h 41560"/>
                  <a:gd name="connsiteX3" fmla="*/ 13449 w 38269"/>
                  <a:gd name="connsiteY3" fmla="*/ 20825 h 41560"/>
                  <a:gd name="connsiteX4" fmla="*/ 4138 w 38269"/>
                  <a:gd name="connsiteY4" fmla="*/ 26088 h 41560"/>
                  <a:gd name="connsiteX5" fmla="*/ 1102 w 38269"/>
                  <a:gd name="connsiteY5" fmla="*/ 37423 h 41560"/>
                  <a:gd name="connsiteX6" fmla="*/ 12437 w 38269"/>
                  <a:gd name="connsiteY6" fmla="*/ 40459 h 41560"/>
                  <a:gd name="connsiteX7" fmla="*/ 34094 w 38269"/>
                  <a:gd name="connsiteY7" fmla="*/ 27910 h 41560"/>
                  <a:gd name="connsiteX8" fmla="*/ 34094 w 38269"/>
                  <a:gd name="connsiteY8" fmla="*/ 13539 h 41560"/>
                  <a:gd name="connsiteX9" fmla="*/ 12437 w 38269"/>
                  <a:gd name="connsiteY9" fmla="*/ 1192 h 41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269" h="41560">
                    <a:moveTo>
                      <a:pt x="12437" y="1192"/>
                    </a:moveTo>
                    <a:cubicBezTo>
                      <a:pt x="8389" y="-1237"/>
                      <a:pt x="3329" y="180"/>
                      <a:pt x="1102" y="4228"/>
                    </a:cubicBezTo>
                    <a:cubicBezTo>
                      <a:pt x="-1124" y="8276"/>
                      <a:pt x="90" y="13336"/>
                      <a:pt x="4138" y="15563"/>
                    </a:cubicBezTo>
                    <a:lnTo>
                      <a:pt x="13449" y="20825"/>
                    </a:lnTo>
                    <a:lnTo>
                      <a:pt x="4138" y="26088"/>
                    </a:lnTo>
                    <a:cubicBezTo>
                      <a:pt x="90" y="28314"/>
                      <a:pt x="-1124" y="33577"/>
                      <a:pt x="1102" y="37423"/>
                    </a:cubicBezTo>
                    <a:cubicBezTo>
                      <a:pt x="3531" y="41471"/>
                      <a:pt x="8591" y="42685"/>
                      <a:pt x="12437" y="40459"/>
                    </a:cubicBezTo>
                    <a:lnTo>
                      <a:pt x="34094" y="27910"/>
                    </a:lnTo>
                    <a:cubicBezTo>
                      <a:pt x="39762" y="24671"/>
                      <a:pt x="39559" y="16575"/>
                      <a:pt x="34094" y="13539"/>
                    </a:cubicBezTo>
                    <a:lnTo>
                      <a:pt x="1243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6E0E3ACA-E2F9-CEB1-F8DC-1D1EDE0AEB84}"/>
                  </a:ext>
                </a:extLst>
              </p:cNvPr>
              <p:cNvSpPr/>
              <p:nvPr/>
            </p:nvSpPr>
            <p:spPr>
              <a:xfrm>
                <a:off x="6687738" y="5888104"/>
                <a:ext cx="62926" cy="43338"/>
              </a:xfrm>
              <a:custGeom>
                <a:avLst/>
                <a:gdLst>
                  <a:gd name="connsiteX0" fmla="*/ 50489 w 62926"/>
                  <a:gd name="connsiteY0" fmla="*/ 1102 h 43338"/>
                  <a:gd name="connsiteX1" fmla="*/ 4138 w 62926"/>
                  <a:gd name="connsiteY1" fmla="*/ 27820 h 43338"/>
                  <a:gd name="connsiteX2" fmla="*/ 1102 w 62926"/>
                  <a:gd name="connsiteY2" fmla="*/ 39154 h 43338"/>
                  <a:gd name="connsiteX3" fmla="*/ 12437 w 62926"/>
                  <a:gd name="connsiteY3" fmla="*/ 42190 h 43338"/>
                  <a:gd name="connsiteX4" fmla="*/ 58788 w 62926"/>
                  <a:gd name="connsiteY4" fmla="*/ 15473 h 43338"/>
                  <a:gd name="connsiteX5" fmla="*/ 61824 w 62926"/>
                  <a:gd name="connsiteY5" fmla="*/ 4138 h 43338"/>
                  <a:gd name="connsiteX6" fmla="*/ 50489 w 62926"/>
                  <a:gd name="connsiteY6" fmla="*/ 1102 h 43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926" h="43338">
                    <a:moveTo>
                      <a:pt x="50489" y="1102"/>
                    </a:moveTo>
                    <a:lnTo>
                      <a:pt x="4138" y="27820"/>
                    </a:lnTo>
                    <a:cubicBezTo>
                      <a:pt x="90" y="30248"/>
                      <a:pt x="-1125" y="35106"/>
                      <a:pt x="1102" y="39154"/>
                    </a:cubicBezTo>
                    <a:cubicBezTo>
                      <a:pt x="3531" y="43000"/>
                      <a:pt x="7377" y="44619"/>
                      <a:pt x="12437" y="42190"/>
                    </a:cubicBezTo>
                    <a:lnTo>
                      <a:pt x="58788" y="15473"/>
                    </a:lnTo>
                    <a:cubicBezTo>
                      <a:pt x="62836" y="13044"/>
                      <a:pt x="64051" y="8186"/>
                      <a:pt x="61824" y="4138"/>
                    </a:cubicBezTo>
                    <a:cubicBezTo>
                      <a:pt x="59395" y="90"/>
                      <a:pt x="54335" y="-1125"/>
                      <a:pt x="50489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9E9603A2-242B-BD51-3E7F-12429B1E3E35}"/>
                  </a:ext>
                </a:extLst>
              </p:cNvPr>
              <p:cNvSpPr/>
              <p:nvPr/>
            </p:nvSpPr>
            <p:spPr>
              <a:xfrm>
                <a:off x="6419348" y="6043147"/>
                <a:ext cx="62925" cy="43562"/>
              </a:xfrm>
              <a:custGeom>
                <a:avLst/>
                <a:gdLst>
                  <a:gd name="connsiteX0" fmla="*/ 50489 w 62925"/>
                  <a:gd name="connsiteY0" fmla="*/ 1102 h 43562"/>
                  <a:gd name="connsiteX1" fmla="*/ 4138 w 62925"/>
                  <a:gd name="connsiteY1" fmla="*/ 27820 h 43562"/>
                  <a:gd name="connsiteX2" fmla="*/ 1102 w 62925"/>
                  <a:gd name="connsiteY2" fmla="*/ 39154 h 43562"/>
                  <a:gd name="connsiteX3" fmla="*/ 12437 w 62925"/>
                  <a:gd name="connsiteY3" fmla="*/ 42190 h 43562"/>
                  <a:gd name="connsiteX4" fmla="*/ 58788 w 62925"/>
                  <a:gd name="connsiteY4" fmla="*/ 15473 h 43562"/>
                  <a:gd name="connsiteX5" fmla="*/ 61824 w 62925"/>
                  <a:gd name="connsiteY5" fmla="*/ 4138 h 43562"/>
                  <a:gd name="connsiteX6" fmla="*/ 50489 w 62925"/>
                  <a:gd name="connsiteY6" fmla="*/ 1102 h 43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925" h="43562">
                    <a:moveTo>
                      <a:pt x="50489" y="1102"/>
                    </a:moveTo>
                    <a:lnTo>
                      <a:pt x="4138" y="27820"/>
                    </a:lnTo>
                    <a:cubicBezTo>
                      <a:pt x="90" y="30249"/>
                      <a:pt x="-1124" y="35106"/>
                      <a:pt x="1102" y="39154"/>
                    </a:cubicBezTo>
                    <a:cubicBezTo>
                      <a:pt x="3126" y="43202"/>
                      <a:pt x="8793" y="45024"/>
                      <a:pt x="12437" y="42190"/>
                    </a:cubicBezTo>
                    <a:lnTo>
                      <a:pt x="58788" y="15473"/>
                    </a:lnTo>
                    <a:cubicBezTo>
                      <a:pt x="62836" y="13044"/>
                      <a:pt x="64050" y="8186"/>
                      <a:pt x="61824" y="4138"/>
                    </a:cubicBezTo>
                    <a:cubicBezTo>
                      <a:pt x="59395" y="90"/>
                      <a:pt x="54133" y="-1124"/>
                      <a:pt x="50489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856571ED-32BE-5601-09E8-E47950CB455A}"/>
                  </a:ext>
                </a:extLst>
              </p:cNvPr>
              <p:cNvSpPr/>
              <p:nvPr/>
            </p:nvSpPr>
            <p:spPr>
              <a:xfrm>
                <a:off x="6508609" y="5991534"/>
                <a:ext cx="63015" cy="43476"/>
              </a:xfrm>
              <a:custGeom>
                <a:avLst/>
                <a:gdLst>
                  <a:gd name="connsiteX0" fmla="*/ 61824 w 63015"/>
                  <a:gd name="connsiteY0" fmla="*/ 4138 h 43476"/>
                  <a:gd name="connsiteX1" fmla="*/ 50489 w 63015"/>
                  <a:gd name="connsiteY1" fmla="*/ 1102 h 43476"/>
                  <a:gd name="connsiteX2" fmla="*/ 4138 w 63015"/>
                  <a:gd name="connsiteY2" fmla="*/ 27820 h 43476"/>
                  <a:gd name="connsiteX3" fmla="*/ 1102 w 63015"/>
                  <a:gd name="connsiteY3" fmla="*/ 39154 h 43476"/>
                  <a:gd name="connsiteX4" fmla="*/ 12437 w 63015"/>
                  <a:gd name="connsiteY4" fmla="*/ 42190 h 43476"/>
                  <a:gd name="connsiteX5" fmla="*/ 58788 w 63015"/>
                  <a:gd name="connsiteY5" fmla="*/ 15473 h 43476"/>
                  <a:gd name="connsiteX6" fmla="*/ 61824 w 63015"/>
                  <a:gd name="connsiteY6" fmla="*/ 4138 h 43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015" h="43476">
                    <a:moveTo>
                      <a:pt x="61824" y="4138"/>
                    </a:moveTo>
                    <a:cubicBezTo>
                      <a:pt x="59395" y="90"/>
                      <a:pt x="54537" y="-1124"/>
                      <a:pt x="50489" y="1102"/>
                    </a:cubicBezTo>
                    <a:lnTo>
                      <a:pt x="4138" y="27820"/>
                    </a:lnTo>
                    <a:cubicBezTo>
                      <a:pt x="90" y="30249"/>
                      <a:pt x="-1125" y="35106"/>
                      <a:pt x="1102" y="39154"/>
                    </a:cubicBezTo>
                    <a:cubicBezTo>
                      <a:pt x="3936" y="43607"/>
                      <a:pt x="9198" y="44619"/>
                      <a:pt x="12437" y="42190"/>
                    </a:cubicBezTo>
                    <a:lnTo>
                      <a:pt x="58788" y="15473"/>
                    </a:lnTo>
                    <a:cubicBezTo>
                      <a:pt x="62836" y="13044"/>
                      <a:pt x="64253" y="7984"/>
                      <a:pt x="61824" y="413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09583B12-DBB8-0559-181B-D52A3EA605BA}"/>
                  </a:ext>
                </a:extLst>
              </p:cNvPr>
              <p:cNvSpPr/>
              <p:nvPr/>
            </p:nvSpPr>
            <p:spPr>
              <a:xfrm>
                <a:off x="6329768" y="6094805"/>
                <a:ext cx="62840" cy="43499"/>
              </a:xfrm>
              <a:custGeom>
                <a:avLst/>
                <a:gdLst>
                  <a:gd name="connsiteX0" fmla="*/ 50403 w 62840"/>
                  <a:gd name="connsiteY0" fmla="*/ 1058 h 43499"/>
                  <a:gd name="connsiteX1" fmla="*/ 4052 w 62840"/>
                  <a:gd name="connsiteY1" fmla="*/ 27776 h 43499"/>
                  <a:gd name="connsiteX2" fmla="*/ 1016 w 62840"/>
                  <a:gd name="connsiteY2" fmla="*/ 39110 h 43499"/>
                  <a:gd name="connsiteX3" fmla="*/ 12351 w 62840"/>
                  <a:gd name="connsiteY3" fmla="*/ 42146 h 43499"/>
                  <a:gd name="connsiteX4" fmla="*/ 58702 w 62840"/>
                  <a:gd name="connsiteY4" fmla="*/ 15429 h 43499"/>
                  <a:gd name="connsiteX5" fmla="*/ 61738 w 62840"/>
                  <a:gd name="connsiteY5" fmla="*/ 4094 h 43499"/>
                  <a:gd name="connsiteX6" fmla="*/ 50403 w 62840"/>
                  <a:gd name="connsiteY6" fmla="*/ 1058 h 43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840" h="43499">
                    <a:moveTo>
                      <a:pt x="50403" y="1058"/>
                    </a:moveTo>
                    <a:lnTo>
                      <a:pt x="4052" y="27776"/>
                    </a:lnTo>
                    <a:cubicBezTo>
                      <a:pt x="409" y="30205"/>
                      <a:pt x="-1210" y="35062"/>
                      <a:pt x="1016" y="39110"/>
                    </a:cubicBezTo>
                    <a:cubicBezTo>
                      <a:pt x="4052" y="44171"/>
                      <a:pt x="10125" y="44373"/>
                      <a:pt x="12351" y="42146"/>
                    </a:cubicBezTo>
                    <a:lnTo>
                      <a:pt x="58702" y="15429"/>
                    </a:lnTo>
                    <a:cubicBezTo>
                      <a:pt x="62750" y="13000"/>
                      <a:pt x="63964" y="8142"/>
                      <a:pt x="61738" y="4094"/>
                    </a:cubicBezTo>
                    <a:cubicBezTo>
                      <a:pt x="59309" y="248"/>
                      <a:pt x="54249" y="-1168"/>
                      <a:pt x="50403" y="105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C7B88D7A-E18B-3DB6-ED5C-C7F44BA340CD}"/>
                  </a:ext>
                </a:extLst>
              </p:cNvPr>
              <p:cNvSpPr/>
              <p:nvPr/>
            </p:nvSpPr>
            <p:spPr>
              <a:xfrm>
                <a:off x="6240421" y="6146374"/>
                <a:ext cx="62926" cy="43578"/>
              </a:xfrm>
              <a:custGeom>
                <a:avLst/>
                <a:gdLst>
                  <a:gd name="connsiteX0" fmla="*/ 12437 w 62926"/>
                  <a:gd name="connsiteY0" fmla="*/ 42190 h 43578"/>
                  <a:gd name="connsiteX1" fmla="*/ 58788 w 62926"/>
                  <a:gd name="connsiteY1" fmla="*/ 15473 h 43578"/>
                  <a:gd name="connsiteX2" fmla="*/ 61824 w 62926"/>
                  <a:gd name="connsiteY2" fmla="*/ 4138 h 43578"/>
                  <a:gd name="connsiteX3" fmla="*/ 50489 w 62926"/>
                  <a:gd name="connsiteY3" fmla="*/ 1102 h 43578"/>
                  <a:gd name="connsiteX4" fmla="*/ 4138 w 62926"/>
                  <a:gd name="connsiteY4" fmla="*/ 27820 h 43578"/>
                  <a:gd name="connsiteX5" fmla="*/ 1102 w 62926"/>
                  <a:gd name="connsiteY5" fmla="*/ 39154 h 43578"/>
                  <a:gd name="connsiteX6" fmla="*/ 12437 w 62926"/>
                  <a:gd name="connsiteY6" fmla="*/ 42190 h 43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926" h="43578">
                    <a:moveTo>
                      <a:pt x="12437" y="42190"/>
                    </a:moveTo>
                    <a:lnTo>
                      <a:pt x="58788" y="15473"/>
                    </a:lnTo>
                    <a:cubicBezTo>
                      <a:pt x="62836" y="13044"/>
                      <a:pt x="64051" y="8186"/>
                      <a:pt x="61824" y="4138"/>
                    </a:cubicBezTo>
                    <a:cubicBezTo>
                      <a:pt x="59395" y="90"/>
                      <a:pt x="54537" y="-1124"/>
                      <a:pt x="50489" y="1102"/>
                    </a:cubicBezTo>
                    <a:lnTo>
                      <a:pt x="4138" y="27820"/>
                    </a:lnTo>
                    <a:cubicBezTo>
                      <a:pt x="90" y="30249"/>
                      <a:pt x="-1125" y="35106"/>
                      <a:pt x="1102" y="39154"/>
                    </a:cubicBezTo>
                    <a:cubicBezTo>
                      <a:pt x="3936" y="44012"/>
                      <a:pt x="9198" y="44619"/>
                      <a:pt x="12437" y="4219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5A201CBF-D6CF-D83A-8AF6-98185C78AEE3}"/>
                  </a:ext>
                </a:extLst>
              </p:cNvPr>
              <p:cNvSpPr/>
              <p:nvPr/>
            </p:nvSpPr>
            <p:spPr>
              <a:xfrm>
                <a:off x="6598312" y="5939718"/>
                <a:ext cx="62725" cy="43435"/>
              </a:xfrm>
              <a:custGeom>
                <a:avLst/>
                <a:gdLst>
                  <a:gd name="connsiteX0" fmla="*/ 1065 w 62725"/>
                  <a:gd name="connsiteY0" fmla="*/ 39154 h 43435"/>
                  <a:gd name="connsiteX1" fmla="*/ 12400 w 62725"/>
                  <a:gd name="connsiteY1" fmla="*/ 42190 h 43435"/>
                  <a:gd name="connsiteX2" fmla="*/ 58346 w 62725"/>
                  <a:gd name="connsiteY2" fmla="*/ 15473 h 43435"/>
                  <a:gd name="connsiteX3" fmla="*/ 61584 w 62725"/>
                  <a:gd name="connsiteY3" fmla="*/ 4138 h 43435"/>
                  <a:gd name="connsiteX4" fmla="*/ 49845 w 62725"/>
                  <a:gd name="connsiteY4" fmla="*/ 1102 h 43435"/>
                  <a:gd name="connsiteX5" fmla="*/ 3899 w 62725"/>
                  <a:gd name="connsiteY5" fmla="*/ 27820 h 43435"/>
                  <a:gd name="connsiteX6" fmla="*/ 1065 w 62725"/>
                  <a:gd name="connsiteY6" fmla="*/ 39154 h 4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725" h="43435">
                    <a:moveTo>
                      <a:pt x="1065" y="39154"/>
                    </a:moveTo>
                    <a:cubicBezTo>
                      <a:pt x="2684" y="42595"/>
                      <a:pt x="6733" y="45024"/>
                      <a:pt x="12400" y="42190"/>
                    </a:cubicBezTo>
                    <a:lnTo>
                      <a:pt x="58346" y="15473"/>
                    </a:lnTo>
                    <a:cubicBezTo>
                      <a:pt x="62394" y="13044"/>
                      <a:pt x="64013" y="8186"/>
                      <a:pt x="61584" y="4138"/>
                    </a:cubicBezTo>
                    <a:cubicBezTo>
                      <a:pt x="59156" y="90"/>
                      <a:pt x="53893" y="-1125"/>
                      <a:pt x="49845" y="1102"/>
                    </a:cubicBezTo>
                    <a:lnTo>
                      <a:pt x="3899" y="27820"/>
                    </a:lnTo>
                    <a:cubicBezTo>
                      <a:pt x="255" y="30248"/>
                      <a:pt x="-1162" y="35309"/>
                      <a:pt x="1065" y="39154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DF344BFD-457D-02E7-7602-7F27E320F95B}"/>
                  </a:ext>
                </a:extLst>
              </p:cNvPr>
              <p:cNvSpPr/>
              <p:nvPr/>
            </p:nvSpPr>
            <p:spPr>
              <a:xfrm>
                <a:off x="5587143" y="6088703"/>
                <a:ext cx="626335" cy="460488"/>
              </a:xfrm>
              <a:custGeom>
                <a:avLst/>
                <a:gdLst>
                  <a:gd name="connsiteX0" fmla="*/ 93107 w 626335"/>
                  <a:gd name="connsiteY0" fmla="*/ 408329 h 460488"/>
                  <a:gd name="connsiteX1" fmla="*/ 427887 w 626335"/>
                  <a:gd name="connsiteY1" fmla="*/ 446786 h 460488"/>
                  <a:gd name="connsiteX2" fmla="*/ 433959 w 626335"/>
                  <a:gd name="connsiteY2" fmla="*/ 436666 h 460488"/>
                  <a:gd name="connsiteX3" fmla="*/ 423839 w 626335"/>
                  <a:gd name="connsiteY3" fmla="*/ 430593 h 460488"/>
                  <a:gd name="connsiteX4" fmla="*/ 101203 w 626335"/>
                  <a:gd name="connsiteY4" fmla="*/ 393958 h 460488"/>
                  <a:gd name="connsiteX5" fmla="*/ 81367 w 626335"/>
                  <a:gd name="connsiteY5" fmla="*/ 381206 h 460488"/>
                  <a:gd name="connsiteX6" fmla="*/ 81367 w 626335"/>
                  <a:gd name="connsiteY6" fmla="*/ 305102 h 460488"/>
                  <a:gd name="connsiteX7" fmla="*/ 93309 w 626335"/>
                  <a:gd name="connsiteY7" fmla="*/ 312591 h 460488"/>
                  <a:gd name="connsiteX8" fmla="*/ 527066 w 626335"/>
                  <a:gd name="connsiteY8" fmla="*/ 312591 h 460488"/>
                  <a:gd name="connsiteX9" fmla="*/ 601551 w 626335"/>
                  <a:gd name="connsiteY9" fmla="*/ 242963 h 460488"/>
                  <a:gd name="connsiteX10" fmla="*/ 601349 w 626335"/>
                  <a:gd name="connsiteY10" fmla="*/ 278789 h 460488"/>
                  <a:gd name="connsiteX11" fmla="*/ 594265 w 626335"/>
                  <a:gd name="connsiteY11" fmla="*/ 314007 h 460488"/>
                  <a:gd name="connsiteX12" fmla="*/ 582121 w 626335"/>
                  <a:gd name="connsiteY12" fmla="*/ 306923 h 460488"/>
                  <a:gd name="connsiteX13" fmla="*/ 570786 w 626335"/>
                  <a:gd name="connsiteY13" fmla="*/ 309959 h 460488"/>
                  <a:gd name="connsiteX14" fmla="*/ 573822 w 626335"/>
                  <a:gd name="connsiteY14" fmla="*/ 321294 h 460488"/>
                  <a:gd name="connsiteX15" fmla="*/ 587181 w 626335"/>
                  <a:gd name="connsiteY15" fmla="*/ 328986 h 460488"/>
                  <a:gd name="connsiteX16" fmla="*/ 523220 w 626335"/>
                  <a:gd name="connsiteY16" fmla="*/ 390922 h 460488"/>
                  <a:gd name="connsiteX17" fmla="*/ 520387 w 626335"/>
                  <a:gd name="connsiteY17" fmla="*/ 402459 h 460488"/>
                  <a:gd name="connsiteX18" fmla="*/ 531924 w 626335"/>
                  <a:gd name="connsiteY18" fmla="*/ 405293 h 460488"/>
                  <a:gd name="connsiteX19" fmla="*/ 618149 w 626335"/>
                  <a:gd name="connsiteY19" fmla="*/ 278991 h 460488"/>
                  <a:gd name="connsiteX20" fmla="*/ 618554 w 626335"/>
                  <a:gd name="connsiteY20" fmla="*/ 183455 h 460488"/>
                  <a:gd name="connsiteX21" fmla="*/ 607017 w 626335"/>
                  <a:gd name="connsiteY21" fmla="*/ 133866 h 460488"/>
                  <a:gd name="connsiteX22" fmla="*/ 622197 w 626335"/>
                  <a:gd name="connsiteY22" fmla="*/ 125162 h 460488"/>
                  <a:gd name="connsiteX23" fmla="*/ 625233 w 626335"/>
                  <a:gd name="connsiteY23" fmla="*/ 113828 h 460488"/>
                  <a:gd name="connsiteX24" fmla="*/ 613898 w 626335"/>
                  <a:gd name="connsiteY24" fmla="*/ 110792 h 460488"/>
                  <a:gd name="connsiteX25" fmla="*/ 599123 w 626335"/>
                  <a:gd name="connsiteY25" fmla="*/ 119293 h 460488"/>
                  <a:gd name="connsiteX26" fmla="*/ 525649 w 626335"/>
                  <a:gd name="connsiteY26" fmla="*/ 52094 h 460488"/>
                  <a:gd name="connsiteX27" fmla="*/ 373237 w 626335"/>
                  <a:gd name="connsiteY27" fmla="*/ 3921 h 460488"/>
                  <a:gd name="connsiteX28" fmla="*/ 363927 w 626335"/>
                  <a:gd name="connsiteY28" fmla="*/ 11208 h 460488"/>
                  <a:gd name="connsiteX29" fmla="*/ 371213 w 626335"/>
                  <a:gd name="connsiteY29" fmla="*/ 20518 h 460488"/>
                  <a:gd name="connsiteX30" fmla="*/ 517351 w 626335"/>
                  <a:gd name="connsiteY30" fmla="*/ 66667 h 460488"/>
                  <a:gd name="connsiteX31" fmla="*/ 518767 w 626335"/>
                  <a:gd name="connsiteY31" fmla="*/ 298625 h 460488"/>
                  <a:gd name="connsiteX32" fmla="*/ 101608 w 626335"/>
                  <a:gd name="connsiteY32" fmla="*/ 298625 h 460488"/>
                  <a:gd name="connsiteX33" fmla="*/ 33802 w 626335"/>
                  <a:gd name="connsiteY33" fmla="*/ 236891 h 460488"/>
                  <a:gd name="connsiteX34" fmla="*/ 100394 w 626335"/>
                  <a:gd name="connsiteY34" fmla="*/ 66667 h 460488"/>
                  <a:gd name="connsiteX35" fmla="*/ 316968 w 626335"/>
                  <a:gd name="connsiteY35" fmla="*/ 16875 h 460488"/>
                  <a:gd name="connsiteX36" fmla="*/ 317171 w 626335"/>
                  <a:gd name="connsiteY36" fmla="*/ 16875 h 460488"/>
                  <a:gd name="connsiteX37" fmla="*/ 325469 w 626335"/>
                  <a:gd name="connsiteY37" fmla="*/ 8576 h 460488"/>
                  <a:gd name="connsiteX38" fmla="*/ 317171 w 626335"/>
                  <a:gd name="connsiteY38" fmla="*/ 75 h 460488"/>
                  <a:gd name="connsiteX39" fmla="*/ 92095 w 626335"/>
                  <a:gd name="connsiteY39" fmla="*/ 52094 h 460488"/>
                  <a:gd name="connsiteX40" fmla="*/ 405 w 626335"/>
                  <a:gd name="connsiteY40" fmla="*/ 181634 h 460488"/>
                  <a:gd name="connsiteX41" fmla="*/ 0 w 626335"/>
                  <a:gd name="connsiteY41" fmla="*/ 277372 h 460488"/>
                  <a:gd name="connsiteX42" fmla="*/ 93107 w 626335"/>
                  <a:gd name="connsiteY42" fmla="*/ 408329 h 460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626335" h="460488">
                    <a:moveTo>
                      <a:pt x="93107" y="408329"/>
                    </a:moveTo>
                    <a:cubicBezTo>
                      <a:pt x="186214" y="462169"/>
                      <a:pt x="318992" y="473099"/>
                      <a:pt x="427887" y="446786"/>
                    </a:cubicBezTo>
                    <a:cubicBezTo>
                      <a:pt x="432340" y="445774"/>
                      <a:pt x="435173" y="441118"/>
                      <a:pt x="433959" y="436666"/>
                    </a:cubicBezTo>
                    <a:cubicBezTo>
                      <a:pt x="432947" y="432213"/>
                      <a:pt x="428292" y="429581"/>
                      <a:pt x="423839" y="430593"/>
                    </a:cubicBezTo>
                    <a:cubicBezTo>
                      <a:pt x="312920" y="457311"/>
                      <a:pt x="186214" y="442940"/>
                      <a:pt x="101203" y="393958"/>
                    </a:cubicBezTo>
                    <a:cubicBezTo>
                      <a:pt x="94119" y="389910"/>
                      <a:pt x="87642" y="385659"/>
                      <a:pt x="81367" y="381206"/>
                    </a:cubicBezTo>
                    <a:lnTo>
                      <a:pt x="81367" y="305102"/>
                    </a:lnTo>
                    <a:cubicBezTo>
                      <a:pt x="85213" y="307733"/>
                      <a:pt x="89059" y="310162"/>
                      <a:pt x="93309" y="312591"/>
                    </a:cubicBezTo>
                    <a:cubicBezTo>
                      <a:pt x="211515" y="380802"/>
                      <a:pt x="406432" y="382623"/>
                      <a:pt x="527066" y="312591"/>
                    </a:cubicBezTo>
                    <a:cubicBezTo>
                      <a:pt x="562892" y="291743"/>
                      <a:pt x="589002" y="264620"/>
                      <a:pt x="601551" y="242963"/>
                    </a:cubicBezTo>
                    <a:lnTo>
                      <a:pt x="601349" y="278789"/>
                    </a:lnTo>
                    <a:cubicBezTo>
                      <a:pt x="601349" y="290731"/>
                      <a:pt x="598718" y="302470"/>
                      <a:pt x="594265" y="314007"/>
                    </a:cubicBezTo>
                    <a:lnTo>
                      <a:pt x="582121" y="306923"/>
                    </a:lnTo>
                    <a:cubicBezTo>
                      <a:pt x="578072" y="304697"/>
                      <a:pt x="573012" y="305911"/>
                      <a:pt x="570786" y="309959"/>
                    </a:cubicBezTo>
                    <a:cubicBezTo>
                      <a:pt x="568559" y="314007"/>
                      <a:pt x="569774" y="319068"/>
                      <a:pt x="573822" y="321294"/>
                    </a:cubicBezTo>
                    <a:lnTo>
                      <a:pt x="587181" y="328986"/>
                    </a:lnTo>
                    <a:cubicBezTo>
                      <a:pt x="574226" y="351655"/>
                      <a:pt x="552772" y="372908"/>
                      <a:pt x="523220" y="390922"/>
                    </a:cubicBezTo>
                    <a:cubicBezTo>
                      <a:pt x="519375" y="393351"/>
                      <a:pt x="517958" y="398411"/>
                      <a:pt x="520387" y="402459"/>
                    </a:cubicBezTo>
                    <a:cubicBezTo>
                      <a:pt x="522815" y="406507"/>
                      <a:pt x="528078" y="407721"/>
                      <a:pt x="531924" y="405293"/>
                    </a:cubicBezTo>
                    <a:cubicBezTo>
                      <a:pt x="579085" y="376551"/>
                      <a:pt x="617946" y="332629"/>
                      <a:pt x="618149" y="278991"/>
                    </a:cubicBezTo>
                    <a:cubicBezTo>
                      <a:pt x="618149" y="272109"/>
                      <a:pt x="618554" y="178800"/>
                      <a:pt x="618554" y="183455"/>
                    </a:cubicBezTo>
                    <a:cubicBezTo>
                      <a:pt x="619161" y="159774"/>
                      <a:pt x="609243" y="138521"/>
                      <a:pt x="607017" y="133866"/>
                    </a:cubicBezTo>
                    <a:lnTo>
                      <a:pt x="622197" y="125162"/>
                    </a:lnTo>
                    <a:cubicBezTo>
                      <a:pt x="626245" y="122936"/>
                      <a:pt x="627459" y="117673"/>
                      <a:pt x="625233" y="113828"/>
                    </a:cubicBezTo>
                    <a:cubicBezTo>
                      <a:pt x="622804" y="109780"/>
                      <a:pt x="617744" y="108565"/>
                      <a:pt x="613898" y="110792"/>
                    </a:cubicBezTo>
                    <a:lnTo>
                      <a:pt x="599123" y="119293"/>
                    </a:lnTo>
                    <a:cubicBezTo>
                      <a:pt x="583537" y="94194"/>
                      <a:pt x="558844" y="71322"/>
                      <a:pt x="525649" y="52094"/>
                    </a:cubicBezTo>
                    <a:cubicBezTo>
                      <a:pt x="483549" y="27805"/>
                      <a:pt x="430721" y="11208"/>
                      <a:pt x="373237" y="3921"/>
                    </a:cubicBezTo>
                    <a:cubicBezTo>
                      <a:pt x="368177" y="3111"/>
                      <a:pt x="364534" y="6552"/>
                      <a:pt x="363927" y="11208"/>
                    </a:cubicBezTo>
                    <a:cubicBezTo>
                      <a:pt x="363319" y="15863"/>
                      <a:pt x="366558" y="19911"/>
                      <a:pt x="371213" y="20518"/>
                    </a:cubicBezTo>
                    <a:cubicBezTo>
                      <a:pt x="426672" y="27400"/>
                      <a:pt x="477071" y="43390"/>
                      <a:pt x="517351" y="66667"/>
                    </a:cubicBezTo>
                    <a:cubicBezTo>
                      <a:pt x="631912" y="132854"/>
                      <a:pt x="627662" y="235271"/>
                      <a:pt x="518767" y="298625"/>
                    </a:cubicBezTo>
                    <a:cubicBezTo>
                      <a:pt x="404205" y="365216"/>
                      <a:pt x="216979" y="365216"/>
                      <a:pt x="101608" y="298625"/>
                    </a:cubicBezTo>
                    <a:cubicBezTo>
                      <a:pt x="51816" y="269883"/>
                      <a:pt x="30564" y="233450"/>
                      <a:pt x="33802" y="236891"/>
                    </a:cubicBezTo>
                    <a:cubicBezTo>
                      <a:pt x="-7489" y="170704"/>
                      <a:pt x="32588" y="106136"/>
                      <a:pt x="100394" y="66667"/>
                    </a:cubicBezTo>
                    <a:cubicBezTo>
                      <a:pt x="157067" y="33675"/>
                      <a:pt x="235399" y="15458"/>
                      <a:pt x="316968" y="16875"/>
                    </a:cubicBezTo>
                    <a:cubicBezTo>
                      <a:pt x="316968" y="16875"/>
                      <a:pt x="316968" y="16875"/>
                      <a:pt x="317171" y="16875"/>
                    </a:cubicBezTo>
                    <a:cubicBezTo>
                      <a:pt x="321826" y="16875"/>
                      <a:pt x="325469" y="13232"/>
                      <a:pt x="325469" y="8576"/>
                    </a:cubicBezTo>
                    <a:cubicBezTo>
                      <a:pt x="325469" y="3921"/>
                      <a:pt x="321826" y="278"/>
                      <a:pt x="317171" y="75"/>
                    </a:cubicBezTo>
                    <a:cubicBezTo>
                      <a:pt x="232767" y="-1342"/>
                      <a:pt x="152209" y="17280"/>
                      <a:pt x="92095" y="52094"/>
                    </a:cubicBezTo>
                    <a:cubicBezTo>
                      <a:pt x="33195" y="86300"/>
                      <a:pt x="607" y="132247"/>
                      <a:pt x="405" y="181634"/>
                    </a:cubicBezTo>
                    <a:cubicBezTo>
                      <a:pt x="203" y="219686"/>
                      <a:pt x="0" y="280813"/>
                      <a:pt x="0" y="277372"/>
                    </a:cubicBezTo>
                    <a:cubicBezTo>
                      <a:pt x="0" y="334046"/>
                      <a:pt x="43113" y="379385"/>
                      <a:pt x="93107" y="40832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67861DB-A1FA-3197-3937-D99E0D4DF4F3}"/>
                  </a:ext>
                </a:extLst>
              </p:cNvPr>
              <p:cNvSpPr/>
              <p:nvPr/>
            </p:nvSpPr>
            <p:spPr>
              <a:xfrm>
                <a:off x="5868346" y="6238605"/>
                <a:ext cx="180647" cy="104595"/>
              </a:xfrm>
              <a:custGeom>
                <a:avLst/>
                <a:gdLst>
                  <a:gd name="connsiteX0" fmla="*/ 2773 w 180647"/>
                  <a:gd name="connsiteY0" fmla="*/ 91441 h 104595"/>
                  <a:gd name="connsiteX1" fmla="*/ 148101 w 180647"/>
                  <a:gd name="connsiteY1" fmla="*/ 85774 h 104595"/>
                  <a:gd name="connsiteX2" fmla="*/ 158221 w 180647"/>
                  <a:gd name="connsiteY2" fmla="*/ 1573 h 104595"/>
                  <a:gd name="connsiteX3" fmla="*/ 147291 w 180647"/>
                  <a:gd name="connsiteY3" fmla="*/ 1168 h 104595"/>
                  <a:gd name="connsiteX4" fmla="*/ 1964 w 180647"/>
                  <a:gd name="connsiteY4" fmla="*/ 84964 h 104595"/>
                  <a:gd name="connsiteX5" fmla="*/ 2773 w 180647"/>
                  <a:gd name="connsiteY5" fmla="*/ 91441 h 104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647" h="104595">
                    <a:moveTo>
                      <a:pt x="2773" y="91441"/>
                    </a:moveTo>
                    <a:cubicBezTo>
                      <a:pt x="46088" y="110670"/>
                      <a:pt x="108429" y="108848"/>
                      <a:pt x="148101" y="85774"/>
                    </a:cubicBezTo>
                    <a:cubicBezTo>
                      <a:pt x="187772" y="62902"/>
                      <a:pt x="191214" y="26671"/>
                      <a:pt x="158221" y="1573"/>
                    </a:cubicBezTo>
                    <a:cubicBezTo>
                      <a:pt x="155590" y="-451"/>
                      <a:pt x="150327" y="-451"/>
                      <a:pt x="147291" y="1168"/>
                    </a:cubicBezTo>
                    <a:lnTo>
                      <a:pt x="1964" y="84964"/>
                    </a:lnTo>
                    <a:cubicBezTo>
                      <a:pt x="-870" y="86988"/>
                      <a:pt x="-668" y="90025"/>
                      <a:pt x="2773" y="91441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78A85340-76F2-0897-83D1-C215EA36D780}"/>
                  </a:ext>
                </a:extLst>
              </p:cNvPr>
              <p:cNvSpPr/>
              <p:nvPr/>
            </p:nvSpPr>
            <p:spPr>
              <a:xfrm>
                <a:off x="5883438" y="6183501"/>
                <a:ext cx="73800" cy="42916"/>
              </a:xfrm>
              <a:custGeom>
                <a:avLst/>
                <a:gdLst>
                  <a:gd name="connsiteX0" fmla="*/ 54070 w 73800"/>
                  <a:gd name="connsiteY0" fmla="*/ 11540 h 42916"/>
                  <a:gd name="connsiteX1" fmla="*/ 4278 w 73800"/>
                  <a:gd name="connsiteY1" fmla="*/ 2432 h 42916"/>
                  <a:gd name="connsiteX2" fmla="*/ 19661 w 73800"/>
                  <a:gd name="connsiteY2" fmla="*/ 31376 h 42916"/>
                  <a:gd name="connsiteX3" fmla="*/ 69656 w 73800"/>
                  <a:gd name="connsiteY3" fmla="*/ 40484 h 42916"/>
                  <a:gd name="connsiteX4" fmla="*/ 54070 w 73800"/>
                  <a:gd name="connsiteY4" fmla="*/ 11540 h 42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800" h="42916">
                    <a:moveTo>
                      <a:pt x="54070" y="11540"/>
                    </a:moveTo>
                    <a:cubicBezTo>
                      <a:pt x="36056" y="1015"/>
                      <a:pt x="13791" y="-3033"/>
                      <a:pt x="4278" y="2432"/>
                    </a:cubicBezTo>
                    <a:cubicBezTo>
                      <a:pt x="-5235" y="7897"/>
                      <a:pt x="1647" y="20851"/>
                      <a:pt x="19661" y="31376"/>
                    </a:cubicBezTo>
                    <a:cubicBezTo>
                      <a:pt x="37675" y="41901"/>
                      <a:pt x="60143" y="45949"/>
                      <a:pt x="69656" y="40484"/>
                    </a:cubicBezTo>
                    <a:cubicBezTo>
                      <a:pt x="78967" y="35019"/>
                      <a:pt x="72084" y="22065"/>
                      <a:pt x="54070" y="1154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45B466BD-5419-B2C1-7FE5-DCC8CE0FE84F}"/>
                  </a:ext>
                </a:extLst>
              </p:cNvPr>
              <p:cNvSpPr/>
              <p:nvPr/>
            </p:nvSpPr>
            <p:spPr>
              <a:xfrm>
                <a:off x="5773734" y="6246929"/>
                <a:ext cx="73928" cy="43044"/>
              </a:xfrm>
              <a:custGeom>
                <a:avLst/>
                <a:gdLst>
                  <a:gd name="connsiteX0" fmla="*/ 4278 w 73928"/>
                  <a:gd name="connsiteY0" fmla="*/ 2560 h 43044"/>
                  <a:gd name="connsiteX1" fmla="*/ 19661 w 73928"/>
                  <a:gd name="connsiteY1" fmla="*/ 31505 h 43044"/>
                  <a:gd name="connsiteX2" fmla="*/ 69656 w 73928"/>
                  <a:gd name="connsiteY2" fmla="*/ 40613 h 43044"/>
                  <a:gd name="connsiteX3" fmla="*/ 54070 w 73928"/>
                  <a:gd name="connsiteY3" fmla="*/ 11669 h 43044"/>
                  <a:gd name="connsiteX4" fmla="*/ 4278 w 73928"/>
                  <a:gd name="connsiteY4" fmla="*/ 2560 h 43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928" h="43044">
                    <a:moveTo>
                      <a:pt x="4278" y="2560"/>
                    </a:moveTo>
                    <a:cubicBezTo>
                      <a:pt x="-5235" y="8025"/>
                      <a:pt x="1647" y="20980"/>
                      <a:pt x="19661" y="31505"/>
                    </a:cubicBezTo>
                    <a:cubicBezTo>
                      <a:pt x="37675" y="42030"/>
                      <a:pt x="60143" y="46078"/>
                      <a:pt x="69656" y="40613"/>
                    </a:cubicBezTo>
                    <a:cubicBezTo>
                      <a:pt x="79169" y="35148"/>
                      <a:pt x="72287" y="22194"/>
                      <a:pt x="54070" y="11669"/>
                    </a:cubicBezTo>
                    <a:cubicBezTo>
                      <a:pt x="36056" y="941"/>
                      <a:pt x="13791" y="-3107"/>
                      <a:pt x="4278" y="256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33D7D9B-5428-03C8-6883-8D7E78331D17}"/>
                  </a:ext>
                </a:extLst>
              </p:cNvPr>
              <p:cNvSpPr/>
              <p:nvPr/>
            </p:nvSpPr>
            <p:spPr>
              <a:xfrm>
                <a:off x="6491517" y="6588542"/>
                <a:ext cx="63510" cy="43870"/>
              </a:xfrm>
              <a:custGeom>
                <a:avLst/>
                <a:gdLst>
                  <a:gd name="connsiteX0" fmla="*/ 1192 w 63510"/>
                  <a:gd name="connsiteY0" fmla="*/ 4228 h 43870"/>
                  <a:gd name="connsiteX1" fmla="*/ 4228 w 63510"/>
                  <a:gd name="connsiteY1" fmla="*/ 15563 h 43870"/>
                  <a:gd name="connsiteX2" fmla="*/ 50579 w 63510"/>
                  <a:gd name="connsiteY2" fmla="*/ 42483 h 43870"/>
                  <a:gd name="connsiteX3" fmla="*/ 62319 w 63510"/>
                  <a:gd name="connsiteY3" fmla="*/ 39447 h 43870"/>
                  <a:gd name="connsiteX4" fmla="*/ 59283 w 63510"/>
                  <a:gd name="connsiteY4" fmla="*/ 28112 h 43870"/>
                  <a:gd name="connsiteX5" fmla="*/ 12527 w 63510"/>
                  <a:gd name="connsiteY5" fmla="*/ 1192 h 43870"/>
                  <a:gd name="connsiteX6" fmla="*/ 1192 w 63510"/>
                  <a:gd name="connsiteY6" fmla="*/ 4228 h 43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510" h="43870">
                    <a:moveTo>
                      <a:pt x="1192" y="4228"/>
                    </a:moveTo>
                    <a:cubicBezTo>
                      <a:pt x="-1237" y="8276"/>
                      <a:pt x="180" y="13539"/>
                      <a:pt x="4228" y="15563"/>
                    </a:cubicBezTo>
                    <a:lnTo>
                      <a:pt x="50579" y="42483"/>
                    </a:lnTo>
                    <a:cubicBezTo>
                      <a:pt x="53818" y="44912"/>
                      <a:pt x="59283" y="44304"/>
                      <a:pt x="62319" y="39447"/>
                    </a:cubicBezTo>
                    <a:cubicBezTo>
                      <a:pt x="64747" y="35398"/>
                      <a:pt x="63331" y="30541"/>
                      <a:pt x="59283" y="28112"/>
                    </a:cubicBezTo>
                    <a:lnTo>
                      <a:pt x="12527" y="1192"/>
                    </a:lnTo>
                    <a:cubicBezTo>
                      <a:pt x="8681" y="-1237"/>
                      <a:pt x="3621" y="180"/>
                      <a:pt x="1192" y="422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E49F9D69-5DD5-A241-EE5C-02BDE3FE9EC9}"/>
                  </a:ext>
                </a:extLst>
              </p:cNvPr>
              <p:cNvSpPr/>
              <p:nvPr/>
            </p:nvSpPr>
            <p:spPr>
              <a:xfrm>
                <a:off x="6401914" y="6536524"/>
                <a:ext cx="63245" cy="43499"/>
              </a:xfrm>
              <a:custGeom>
                <a:avLst/>
                <a:gdLst>
                  <a:gd name="connsiteX0" fmla="*/ 927 w 63245"/>
                  <a:gd name="connsiteY0" fmla="*/ 4228 h 43499"/>
                  <a:gd name="connsiteX1" fmla="*/ 3963 w 63245"/>
                  <a:gd name="connsiteY1" fmla="*/ 15563 h 43499"/>
                  <a:gd name="connsiteX2" fmla="*/ 50719 w 63245"/>
                  <a:gd name="connsiteY2" fmla="*/ 42483 h 43499"/>
                  <a:gd name="connsiteX3" fmla="*/ 62053 w 63245"/>
                  <a:gd name="connsiteY3" fmla="*/ 39447 h 43499"/>
                  <a:gd name="connsiteX4" fmla="*/ 59017 w 63245"/>
                  <a:gd name="connsiteY4" fmla="*/ 28112 h 43499"/>
                  <a:gd name="connsiteX5" fmla="*/ 12666 w 63245"/>
                  <a:gd name="connsiteY5" fmla="*/ 1192 h 43499"/>
                  <a:gd name="connsiteX6" fmla="*/ 927 w 63245"/>
                  <a:gd name="connsiteY6" fmla="*/ 4228 h 43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45" h="43499">
                    <a:moveTo>
                      <a:pt x="927" y="4228"/>
                    </a:moveTo>
                    <a:cubicBezTo>
                      <a:pt x="-1097" y="8276"/>
                      <a:pt x="319" y="13134"/>
                      <a:pt x="3963" y="15563"/>
                    </a:cubicBezTo>
                    <a:lnTo>
                      <a:pt x="50719" y="42483"/>
                    </a:lnTo>
                    <a:cubicBezTo>
                      <a:pt x="55172" y="44709"/>
                      <a:pt x="60232" y="43090"/>
                      <a:pt x="62053" y="39447"/>
                    </a:cubicBezTo>
                    <a:cubicBezTo>
                      <a:pt x="64482" y="35399"/>
                      <a:pt x="63065" y="30541"/>
                      <a:pt x="59017" y="28112"/>
                    </a:cubicBezTo>
                    <a:lnTo>
                      <a:pt x="12666" y="1192"/>
                    </a:lnTo>
                    <a:cubicBezTo>
                      <a:pt x="8618" y="-1237"/>
                      <a:pt x="3153" y="180"/>
                      <a:pt x="927" y="422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34D4160C-C7D5-9D6C-F199-2C56692C4FF9}"/>
                  </a:ext>
                </a:extLst>
              </p:cNvPr>
              <p:cNvSpPr/>
              <p:nvPr/>
            </p:nvSpPr>
            <p:spPr>
              <a:xfrm>
                <a:off x="6311982" y="6484190"/>
                <a:ext cx="63424" cy="43780"/>
              </a:xfrm>
              <a:custGeom>
                <a:avLst/>
                <a:gdLst>
                  <a:gd name="connsiteX0" fmla="*/ 1192 w 63424"/>
                  <a:gd name="connsiteY0" fmla="*/ 4138 h 43780"/>
                  <a:gd name="connsiteX1" fmla="*/ 4228 w 63424"/>
                  <a:gd name="connsiteY1" fmla="*/ 15473 h 43780"/>
                  <a:gd name="connsiteX2" fmla="*/ 50579 w 63424"/>
                  <a:gd name="connsiteY2" fmla="*/ 42393 h 43780"/>
                  <a:gd name="connsiteX3" fmla="*/ 62319 w 63424"/>
                  <a:gd name="connsiteY3" fmla="*/ 39357 h 43780"/>
                  <a:gd name="connsiteX4" fmla="*/ 59283 w 63424"/>
                  <a:gd name="connsiteY4" fmla="*/ 28022 h 43780"/>
                  <a:gd name="connsiteX5" fmla="*/ 12527 w 63424"/>
                  <a:gd name="connsiteY5" fmla="*/ 1102 h 43780"/>
                  <a:gd name="connsiteX6" fmla="*/ 1192 w 63424"/>
                  <a:gd name="connsiteY6" fmla="*/ 4138 h 43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424" h="43780">
                    <a:moveTo>
                      <a:pt x="1192" y="4138"/>
                    </a:moveTo>
                    <a:cubicBezTo>
                      <a:pt x="-1237" y="8186"/>
                      <a:pt x="180" y="13044"/>
                      <a:pt x="4228" y="15473"/>
                    </a:cubicBezTo>
                    <a:lnTo>
                      <a:pt x="50579" y="42393"/>
                    </a:lnTo>
                    <a:cubicBezTo>
                      <a:pt x="53615" y="44822"/>
                      <a:pt x="59283" y="44215"/>
                      <a:pt x="62319" y="39357"/>
                    </a:cubicBezTo>
                    <a:cubicBezTo>
                      <a:pt x="64748" y="35309"/>
                      <a:pt x="62926" y="30451"/>
                      <a:pt x="59283" y="28022"/>
                    </a:cubicBezTo>
                    <a:lnTo>
                      <a:pt x="12527" y="1102"/>
                    </a:lnTo>
                    <a:cubicBezTo>
                      <a:pt x="8479" y="-1124"/>
                      <a:pt x="3419" y="90"/>
                      <a:pt x="1192" y="413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EB7CEE3-47B5-77BF-9DC3-3E1E8E6DE322}"/>
                  </a:ext>
                </a:extLst>
              </p:cNvPr>
              <p:cNvSpPr/>
              <p:nvPr/>
            </p:nvSpPr>
            <p:spPr>
              <a:xfrm>
                <a:off x="6221912" y="6432172"/>
                <a:ext cx="63510" cy="43361"/>
              </a:xfrm>
              <a:custGeom>
                <a:avLst/>
                <a:gdLst>
                  <a:gd name="connsiteX0" fmla="*/ 1192 w 63510"/>
                  <a:gd name="connsiteY0" fmla="*/ 4138 h 43361"/>
                  <a:gd name="connsiteX1" fmla="*/ 4228 w 63510"/>
                  <a:gd name="connsiteY1" fmla="*/ 15473 h 43361"/>
                  <a:gd name="connsiteX2" fmla="*/ 50984 w 63510"/>
                  <a:gd name="connsiteY2" fmla="*/ 42393 h 43361"/>
                  <a:gd name="connsiteX3" fmla="*/ 62319 w 63510"/>
                  <a:gd name="connsiteY3" fmla="*/ 39357 h 43361"/>
                  <a:gd name="connsiteX4" fmla="*/ 59283 w 63510"/>
                  <a:gd name="connsiteY4" fmla="*/ 28022 h 43361"/>
                  <a:gd name="connsiteX5" fmla="*/ 12932 w 63510"/>
                  <a:gd name="connsiteY5" fmla="*/ 1102 h 43361"/>
                  <a:gd name="connsiteX6" fmla="*/ 1192 w 63510"/>
                  <a:gd name="connsiteY6" fmla="*/ 4138 h 4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510" h="43361">
                    <a:moveTo>
                      <a:pt x="1192" y="4138"/>
                    </a:moveTo>
                    <a:cubicBezTo>
                      <a:pt x="-1237" y="8186"/>
                      <a:pt x="180" y="13044"/>
                      <a:pt x="4228" y="15473"/>
                    </a:cubicBezTo>
                    <a:lnTo>
                      <a:pt x="50984" y="42393"/>
                    </a:lnTo>
                    <a:cubicBezTo>
                      <a:pt x="55032" y="44417"/>
                      <a:pt x="59890" y="43203"/>
                      <a:pt x="62319" y="39357"/>
                    </a:cubicBezTo>
                    <a:cubicBezTo>
                      <a:pt x="64748" y="35309"/>
                      <a:pt x="63331" y="30046"/>
                      <a:pt x="59283" y="28022"/>
                    </a:cubicBezTo>
                    <a:lnTo>
                      <a:pt x="12932" y="1102"/>
                    </a:lnTo>
                    <a:cubicBezTo>
                      <a:pt x="8479" y="-1124"/>
                      <a:pt x="3419" y="90"/>
                      <a:pt x="1192" y="4138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BF626C19-2C20-D413-5FA3-6E487659999F}"/>
                  </a:ext>
                </a:extLst>
              </p:cNvPr>
              <p:cNvSpPr/>
              <p:nvPr/>
            </p:nvSpPr>
            <p:spPr>
              <a:xfrm>
                <a:off x="6581475" y="6640853"/>
                <a:ext cx="38269" cy="41673"/>
              </a:xfrm>
              <a:custGeom>
                <a:avLst/>
                <a:gdLst>
                  <a:gd name="connsiteX0" fmla="*/ 1102 w 38269"/>
                  <a:gd name="connsiteY0" fmla="*/ 37535 h 41673"/>
                  <a:gd name="connsiteX1" fmla="*/ 12437 w 38269"/>
                  <a:gd name="connsiteY1" fmla="*/ 40571 h 41673"/>
                  <a:gd name="connsiteX2" fmla="*/ 34094 w 38269"/>
                  <a:gd name="connsiteY2" fmla="*/ 28022 h 41673"/>
                  <a:gd name="connsiteX3" fmla="*/ 34094 w 38269"/>
                  <a:gd name="connsiteY3" fmla="*/ 13651 h 41673"/>
                  <a:gd name="connsiteX4" fmla="*/ 12437 w 38269"/>
                  <a:gd name="connsiteY4" fmla="*/ 1102 h 41673"/>
                  <a:gd name="connsiteX5" fmla="*/ 1102 w 38269"/>
                  <a:gd name="connsiteY5" fmla="*/ 4138 h 41673"/>
                  <a:gd name="connsiteX6" fmla="*/ 4138 w 38269"/>
                  <a:gd name="connsiteY6" fmla="*/ 15473 h 41673"/>
                  <a:gd name="connsiteX7" fmla="*/ 13246 w 38269"/>
                  <a:gd name="connsiteY7" fmla="*/ 20736 h 41673"/>
                  <a:gd name="connsiteX8" fmla="*/ 4138 w 38269"/>
                  <a:gd name="connsiteY8" fmla="*/ 25998 h 41673"/>
                  <a:gd name="connsiteX9" fmla="*/ 1102 w 38269"/>
                  <a:gd name="connsiteY9" fmla="*/ 37535 h 41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269" h="41673">
                    <a:moveTo>
                      <a:pt x="1102" y="37535"/>
                    </a:moveTo>
                    <a:cubicBezTo>
                      <a:pt x="3531" y="41583"/>
                      <a:pt x="8591" y="42798"/>
                      <a:pt x="12437" y="40571"/>
                    </a:cubicBezTo>
                    <a:lnTo>
                      <a:pt x="34094" y="28022"/>
                    </a:lnTo>
                    <a:cubicBezTo>
                      <a:pt x="39762" y="24784"/>
                      <a:pt x="39559" y="16687"/>
                      <a:pt x="34094" y="13651"/>
                    </a:cubicBezTo>
                    <a:lnTo>
                      <a:pt x="12437" y="1102"/>
                    </a:lnTo>
                    <a:cubicBezTo>
                      <a:pt x="8389" y="-1124"/>
                      <a:pt x="3329" y="90"/>
                      <a:pt x="1102" y="4138"/>
                    </a:cubicBezTo>
                    <a:cubicBezTo>
                      <a:pt x="-1125" y="8186"/>
                      <a:pt x="90" y="13246"/>
                      <a:pt x="4138" y="15473"/>
                    </a:cubicBezTo>
                    <a:lnTo>
                      <a:pt x="13246" y="20736"/>
                    </a:lnTo>
                    <a:lnTo>
                      <a:pt x="4138" y="25998"/>
                    </a:lnTo>
                    <a:cubicBezTo>
                      <a:pt x="293" y="28427"/>
                      <a:pt x="-1125" y="33487"/>
                      <a:pt x="1102" y="3753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4BACCE52-4826-9086-319A-3F76617320AF}"/>
                  </a:ext>
                </a:extLst>
              </p:cNvPr>
              <p:cNvSpPr/>
              <p:nvPr/>
            </p:nvSpPr>
            <p:spPr>
              <a:xfrm>
                <a:off x="6367936" y="6767964"/>
                <a:ext cx="53615" cy="37693"/>
              </a:xfrm>
              <a:custGeom>
                <a:avLst/>
                <a:gdLst>
                  <a:gd name="connsiteX0" fmla="*/ 1102 w 53615"/>
                  <a:gd name="connsiteY0" fmla="*/ 33689 h 37693"/>
                  <a:gd name="connsiteX1" fmla="*/ 12437 w 53615"/>
                  <a:gd name="connsiteY1" fmla="*/ 36725 h 37693"/>
                  <a:gd name="connsiteX2" fmla="*/ 49477 w 53615"/>
                  <a:gd name="connsiteY2" fmla="*/ 15473 h 37693"/>
                  <a:gd name="connsiteX3" fmla="*/ 52513 w 53615"/>
                  <a:gd name="connsiteY3" fmla="*/ 4138 h 37693"/>
                  <a:gd name="connsiteX4" fmla="*/ 41179 w 53615"/>
                  <a:gd name="connsiteY4" fmla="*/ 1102 h 37693"/>
                  <a:gd name="connsiteX5" fmla="*/ 4138 w 53615"/>
                  <a:gd name="connsiteY5" fmla="*/ 22152 h 37693"/>
                  <a:gd name="connsiteX6" fmla="*/ 1102 w 53615"/>
                  <a:gd name="connsiteY6" fmla="*/ 33689 h 3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615" h="37693">
                    <a:moveTo>
                      <a:pt x="1102" y="33689"/>
                    </a:moveTo>
                    <a:cubicBezTo>
                      <a:pt x="3531" y="37535"/>
                      <a:pt x="8186" y="38749"/>
                      <a:pt x="12437" y="36725"/>
                    </a:cubicBezTo>
                    <a:lnTo>
                      <a:pt x="49477" y="15473"/>
                    </a:lnTo>
                    <a:cubicBezTo>
                      <a:pt x="53525" y="13044"/>
                      <a:pt x="54740" y="8186"/>
                      <a:pt x="52513" y="4138"/>
                    </a:cubicBezTo>
                    <a:cubicBezTo>
                      <a:pt x="50084" y="90"/>
                      <a:pt x="44822" y="-1124"/>
                      <a:pt x="41179" y="1102"/>
                    </a:cubicBezTo>
                    <a:lnTo>
                      <a:pt x="4138" y="22152"/>
                    </a:lnTo>
                    <a:cubicBezTo>
                      <a:pt x="90" y="24379"/>
                      <a:pt x="-1125" y="29641"/>
                      <a:pt x="1102" y="3368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4772B66B-FEFA-A691-9872-098B02FDA59F}"/>
                  </a:ext>
                </a:extLst>
              </p:cNvPr>
              <p:cNvSpPr/>
              <p:nvPr/>
            </p:nvSpPr>
            <p:spPr>
              <a:xfrm>
                <a:off x="6439386" y="6726875"/>
                <a:ext cx="53210" cy="37825"/>
              </a:xfrm>
              <a:custGeom>
                <a:avLst/>
                <a:gdLst>
                  <a:gd name="connsiteX0" fmla="*/ 40773 w 53210"/>
                  <a:gd name="connsiteY0" fmla="*/ 1102 h 37825"/>
                  <a:gd name="connsiteX1" fmla="*/ 4138 w 53210"/>
                  <a:gd name="connsiteY1" fmla="*/ 22152 h 37825"/>
                  <a:gd name="connsiteX2" fmla="*/ 1102 w 53210"/>
                  <a:gd name="connsiteY2" fmla="*/ 33487 h 37825"/>
                  <a:gd name="connsiteX3" fmla="*/ 12437 w 53210"/>
                  <a:gd name="connsiteY3" fmla="*/ 36725 h 37825"/>
                  <a:gd name="connsiteX4" fmla="*/ 49072 w 53210"/>
                  <a:gd name="connsiteY4" fmla="*/ 15473 h 37825"/>
                  <a:gd name="connsiteX5" fmla="*/ 52108 w 53210"/>
                  <a:gd name="connsiteY5" fmla="*/ 4138 h 37825"/>
                  <a:gd name="connsiteX6" fmla="*/ 40773 w 53210"/>
                  <a:gd name="connsiteY6" fmla="*/ 1102 h 3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210" h="37825">
                    <a:moveTo>
                      <a:pt x="40773" y="1102"/>
                    </a:moveTo>
                    <a:lnTo>
                      <a:pt x="4138" y="22152"/>
                    </a:lnTo>
                    <a:cubicBezTo>
                      <a:pt x="90" y="24581"/>
                      <a:pt x="-1125" y="29439"/>
                      <a:pt x="1102" y="33487"/>
                    </a:cubicBezTo>
                    <a:cubicBezTo>
                      <a:pt x="2924" y="37333"/>
                      <a:pt x="7782" y="39154"/>
                      <a:pt x="12437" y="36725"/>
                    </a:cubicBezTo>
                    <a:lnTo>
                      <a:pt x="49072" y="15473"/>
                    </a:lnTo>
                    <a:cubicBezTo>
                      <a:pt x="53120" y="13044"/>
                      <a:pt x="54335" y="8186"/>
                      <a:pt x="52108" y="4138"/>
                    </a:cubicBezTo>
                    <a:cubicBezTo>
                      <a:pt x="49680" y="90"/>
                      <a:pt x="44822" y="-1124"/>
                      <a:pt x="40773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050AF44D-E77D-C552-5ABB-5E32015712DB}"/>
                  </a:ext>
                </a:extLst>
              </p:cNvPr>
              <p:cNvSpPr/>
              <p:nvPr/>
            </p:nvSpPr>
            <p:spPr>
              <a:xfrm>
                <a:off x="6510430" y="6685487"/>
                <a:ext cx="53529" cy="38109"/>
              </a:xfrm>
              <a:custGeom>
                <a:avLst/>
                <a:gdLst>
                  <a:gd name="connsiteX0" fmla="*/ 40774 w 53529"/>
                  <a:gd name="connsiteY0" fmla="*/ 1200 h 38109"/>
                  <a:gd name="connsiteX1" fmla="*/ 4138 w 53529"/>
                  <a:gd name="connsiteY1" fmla="*/ 22452 h 38109"/>
                  <a:gd name="connsiteX2" fmla="*/ 1102 w 53529"/>
                  <a:gd name="connsiteY2" fmla="*/ 33787 h 38109"/>
                  <a:gd name="connsiteX3" fmla="*/ 12437 w 53529"/>
                  <a:gd name="connsiteY3" fmla="*/ 36823 h 38109"/>
                  <a:gd name="connsiteX4" fmla="*/ 49477 w 53529"/>
                  <a:gd name="connsiteY4" fmla="*/ 15773 h 38109"/>
                  <a:gd name="connsiteX5" fmla="*/ 52513 w 53529"/>
                  <a:gd name="connsiteY5" fmla="*/ 4033 h 38109"/>
                  <a:gd name="connsiteX6" fmla="*/ 40774 w 53529"/>
                  <a:gd name="connsiteY6" fmla="*/ 1200 h 3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529" h="38109">
                    <a:moveTo>
                      <a:pt x="40774" y="1200"/>
                    </a:moveTo>
                    <a:lnTo>
                      <a:pt x="4138" y="22452"/>
                    </a:lnTo>
                    <a:cubicBezTo>
                      <a:pt x="90" y="24881"/>
                      <a:pt x="-1124" y="29739"/>
                      <a:pt x="1102" y="33787"/>
                    </a:cubicBezTo>
                    <a:cubicBezTo>
                      <a:pt x="3936" y="38240"/>
                      <a:pt x="9198" y="39252"/>
                      <a:pt x="12437" y="36823"/>
                    </a:cubicBezTo>
                    <a:lnTo>
                      <a:pt x="49477" y="15773"/>
                    </a:lnTo>
                    <a:cubicBezTo>
                      <a:pt x="53121" y="13344"/>
                      <a:pt x="54740" y="8081"/>
                      <a:pt x="52513" y="4033"/>
                    </a:cubicBezTo>
                    <a:cubicBezTo>
                      <a:pt x="50085" y="187"/>
                      <a:pt x="44619" y="-1229"/>
                      <a:pt x="40774" y="120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729613B5-6AD3-6400-7E28-1D34F54AF484}"/>
                  </a:ext>
                </a:extLst>
              </p:cNvPr>
              <p:cNvSpPr/>
              <p:nvPr/>
            </p:nvSpPr>
            <p:spPr>
              <a:xfrm>
                <a:off x="5755513" y="6787584"/>
                <a:ext cx="738208" cy="548991"/>
              </a:xfrm>
              <a:custGeom>
                <a:avLst/>
                <a:gdLst>
                  <a:gd name="connsiteX0" fmla="*/ 506655 w 738208"/>
                  <a:gd name="connsiteY0" fmla="*/ 516442 h 548991"/>
                  <a:gd name="connsiteX1" fmla="*/ 118643 w 738208"/>
                  <a:gd name="connsiteY1" fmla="*/ 472317 h 548991"/>
                  <a:gd name="connsiteX2" fmla="*/ 93949 w 738208"/>
                  <a:gd name="connsiteY2" fmla="*/ 456530 h 548991"/>
                  <a:gd name="connsiteX3" fmla="*/ 93949 w 738208"/>
                  <a:gd name="connsiteY3" fmla="*/ 361601 h 548991"/>
                  <a:gd name="connsiteX4" fmla="*/ 110749 w 738208"/>
                  <a:gd name="connsiteY4" fmla="*/ 372329 h 548991"/>
                  <a:gd name="connsiteX5" fmla="*/ 629111 w 738208"/>
                  <a:gd name="connsiteY5" fmla="*/ 372329 h 548991"/>
                  <a:gd name="connsiteX6" fmla="*/ 721206 w 738208"/>
                  <a:gd name="connsiteY6" fmla="*/ 283675 h 548991"/>
                  <a:gd name="connsiteX7" fmla="*/ 721004 w 738208"/>
                  <a:gd name="connsiteY7" fmla="*/ 333062 h 548991"/>
                  <a:gd name="connsiteX8" fmla="*/ 709264 w 738208"/>
                  <a:gd name="connsiteY8" fmla="*/ 383461 h 548991"/>
                  <a:gd name="connsiteX9" fmla="*/ 689023 w 738208"/>
                  <a:gd name="connsiteY9" fmla="*/ 371721 h 548991"/>
                  <a:gd name="connsiteX10" fmla="*/ 677689 w 738208"/>
                  <a:gd name="connsiteY10" fmla="*/ 374758 h 548991"/>
                  <a:gd name="connsiteX11" fmla="*/ 680725 w 738208"/>
                  <a:gd name="connsiteY11" fmla="*/ 386092 h 548991"/>
                  <a:gd name="connsiteX12" fmla="*/ 701370 w 738208"/>
                  <a:gd name="connsiteY12" fmla="*/ 398237 h 548991"/>
                  <a:gd name="connsiteX13" fmla="*/ 626480 w 738208"/>
                  <a:gd name="connsiteY13" fmla="*/ 469079 h 548991"/>
                  <a:gd name="connsiteX14" fmla="*/ 623646 w 738208"/>
                  <a:gd name="connsiteY14" fmla="*/ 480616 h 548991"/>
                  <a:gd name="connsiteX15" fmla="*/ 635183 w 738208"/>
                  <a:gd name="connsiteY15" fmla="*/ 483450 h 548991"/>
                  <a:gd name="connsiteX16" fmla="*/ 737803 w 738208"/>
                  <a:gd name="connsiteY16" fmla="*/ 333467 h 548991"/>
                  <a:gd name="connsiteX17" fmla="*/ 738208 w 738208"/>
                  <a:gd name="connsiteY17" fmla="*/ 218905 h 548991"/>
                  <a:gd name="connsiteX18" fmla="*/ 738208 w 738208"/>
                  <a:gd name="connsiteY18" fmla="*/ 218702 h 548991"/>
                  <a:gd name="connsiteX19" fmla="*/ 738208 w 738208"/>
                  <a:gd name="connsiteY19" fmla="*/ 218500 h 548991"/>
                  <a:gd name="connsiteX20" fmla="*/ 627694 w 738208"/>
                  <a:gd name="connsiteY20" fmla="*/ 62647 h 548991"/>
                  <a:gd name="connsiteX21" fmla="*/ 584177 w 738208"/>
                  <a:gd name="connsiteY21" fmla="*/ 41192 h 548991"/>
                  <a:gd name="connsiteX22" fmla="*/ 591059 w 738208"/>
                  <a:gd name="connsiteY22" fmla="*/ 37144 h 548991"/>
                  <a:gd name="connsiteX23" fmla="*/ 594095 w 738208"/>
                  <a:gd name="connsiteY23" fmla="*/ 25809 h 548991"/>
                  <a:gd name="connsiteX24" fmla="*/ 582760 w 738208"/>
                  <a:gd name="connsiteY24" fmla="*/ 22773 h 548991"/>
                  <a:gd name="connsiteX25" fmla="*/ 563936 w 738208"/>
                  <a:gd name="connsiteY25" fmla="*/ 33703 h 548991"/>
                  <a:gd name="connsiteX26" fmla="*/ 445731 w 738208"/>
                  <a:gd name="connsiteY26" fmla="*/ 4961 h 548991"/>
                  <a:gd name="connsiteX27" fmla="*/ 436420 w 738208"/>
                  <a:gd name="connsiteY27" fmla="*/ 12248 h 548991"/>
                  <a:gd name="connsiteX28" fmla="*/ 443707 w 738208"/>
                  <a:gd name="connsiteY28" fmla="*/ 21559 h 548991"/>
                  <a:gd name="connsiteX29" fmla="*/ 619598 w 738208"/>
                  <a:gd name="connsiteY29" fmla="*/ 77018 h 548991"/>
                  <a:gd name="connsiteX30" fmla="*/ 621217 w 738208"/>
                  <a:gd name="connsiteY30" fmla="*/ 357958 h 548991"/>
                  <a:gd name="connsiteX31" fmla="*/ 119452 w 738208"/>
                  <a:gd name="connsiteY31" fmla="*/ 357958 h 548991"/>
                  <a:gd name="connsiteX32" fmla="*/ 117833 w 738208"/>
                  <a:gd name="connsiteY32" fmla="*/ 76816 h 548991"/>
                  <a:gd name="connsiteX33" fmla="*/ 378127 w 738208"/>
                  <a:gd name="connsiteY33" fmla="*/ 16903 h 548991"/>
                  <a:gd name="connsiteX34" fmla="*/ 378330 w 738208"/>
                  <a:gd name="connsiteY34" fmla="*/ 16903 h 548991"/>
                  <a:gd name="connsiteX35" fmla="*/ 386628 w 738208"/>
                  <a:gd name="connsiteY35" fmla="*/ 8605 h 548991"/>
                  <a:gd name="connsiteX36" fmla="*/ 378330 w 738208"/>
                  <a:gd name="connsiteY36" fmla="*/ 104 h 548991"/>
                  <a:gd name="connsiteX37" fmla="*/ 109332 w 738208"/>
                  <a:gd name="connsiteY37" fmla="*/ 62242 h 548991"/>
                  <a:gd name="connsiteX38" fmla="*/ 437 w 738208"/>
                  <a:gd name="connsiteY38" fmla="*/ 216071 h 548991"/>
                  <a:gd name="connsiteX39" fmla="*/ 437 w 738208"/>
                  <a:gd name="connsiteY39" fmla="*/ 216274 h 548991"/>
                  <a:gd name="connsiteX40" fmla="*/ 32 w 738208"/>
                  <a:gd name="connsiteY40" fmla="*/ 330835 h 548991"/>
                  <a:gd name="connsiteX41" fmla="*/ 110749 w 738208"/>
                  <a:gd name="connsiteY41" fmla="*/ 486688 h 548991"/>
                  <a:gd name="connsiteX42" fmla="*/ 510906 w 738208"/>
                  <a:gd name="connsiteY42" fmla="*/ 532634 h 548991"/>
                  <a:gd name="connsiteX43" fmla="*/ 516978 w 738208"/>
                  <a:gd name="connsiteY43" fmla="*/ 522514 h 548991"/>
                  <a:gd name="connsiteX44" fmla="*/ 506655 w 738208"/>
                  <a:gd name="connsiteY44" fmla="*/ 516442 h 54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38208" h="548991">
                    <a:moveTo>
                      <a:pt x="506655" y="516442"/>
                    </a:moveTo>
                    <a:cubicBezTo>
                      <a:pt x="373270" y="548625"/>
                      <a:pt x="221060" y="531420"/>
                      <a:pt x="118643" y="472317"/>
                    </a:cubicBezTo>
                    <a:cubicBezTo>
                      <a:pt x="109939" y="467257"/>
                      <a:pt x="101641" y="461995"/>
                      <a:pt x="93949" y="456530"/>
                    </a:cubicBezTo>
                    <a:lnTo>
                      <a:pt x="93949" y="361601"/>
                    </a:lnTo>
                    <a:cubicBezTo>
                      <a:pt x="99414" y="365245"/>
                      <a:pt x="104879" y="368888"/>
                      <a:pt x="110749" y="372329"/>
                    </a:cubicBezTo>
                    <a:cubicBezTo>
                      <a:pt x="254659" y="455518"/>
                      <a:pt x="487225" y="454708"/>
                      <a:pt x="629111" y="372329"/>
                    </a:cubicBezTo>
                    <a:cubicBezTo>
                      <a:pt x="675057" y="345611"/>
                      <a:pt x="706025" y="312012"/>
                      <a:pt x="721206" y="283675"/>
                    </a:cubicBezTo>
                    <a:lnTo>
                      <a:pt x="721004" y="333062"/>
                    </a:lnTo>
                    <a:cubicBezTo>
                      <a:pt x="721004" y="350266"/>
                      <a:pt x="716753" y="367066"/>
                      <a:pt x="709264" y="383461"/>
                    </a:cubicBezTo>
                    <a:lnTo>
                      <a:pt x="689023" y="371721"/>
                    </a:lnTo>
                    <a:cubicBezTo>
                      <a:pt x="684975" y="369495"/>
                      <a:pt x="679915" y="370709"/>
                      <a:pt x="677689" y="374758"/>
                    </a:cubicBezTo>
                    <a:cubicBezTo>
                      <a:pt x="675462" y="378806"/>
                      <a:pt x="676676" y="383866"/>
                      <a:pt x="680725" y="386092"/>
                    </a:cubicBezTo>
                    <a:lnTo>
                      <a:pt x="701370" y="398237"/>
                    </a:lnTo>
                    <a:cubicBezTo>
                      <a:pt x="685380" y="424145"/>
                      <a:pt x="660484" y="448433"/>
                      <a:pt x="626480" y="469079"/>
                    </a:cubicBezTo>
                    <a:cubicBezTo>
                      <a:pt x="622634" y="471508"/>
                      <a:pt x="621217" y="476568"/>
                      <a:pt x="623646" y="480616"/>
                    </a:cubicBezTo>
                    <a:cubicBezTo>
                      <a:pt x="626075" y="484664"/>
                      <a:pt x="631338" y="485879"/>
                      <a:pt x="635183" y="483450"/>
                    </a:cubicBezTo>
                    <a:cubicBezTo>
                      <a:pt x="701168" y="443171"/>
                      <a:pt x="737601" y="389938"/>
                      <a:pt x="737803" y="333467"/>
                    </a:cubicBezTo>
                    <a:cubicBezTo>
                      <a:pt x="737803" y="309988"/>
                      <a:pt x="738208" y="213035"/>
                      <a:pt x="738208" y="218905"/>
                    </a:cubicBezTo>
                    <a:lnTo>
                      <a:pt x="738208" y="218702"/>
                    </a:lnTo>
                    <a:cubicBezTo>
                      <a:pt x="738208" y="218702"/>
                      <a:pt x="738208" y="218702"/>
                      <a:pt x="738208" y="218500"/>
                    </a:cubicBezTo>
                    <a:cubicBezTo>
                      <a:pt x="736994" y="215262"/>
                      <a:pt x="747317" y="131870"/>
                      <a:pt x="627694" y="62647"/>
                    </a:cubicBezTo>
                    <a:cubicBezTo>
                      <a:pt x="614133" y="54753"/>
                      <a:pt x="599357" y="47669"/>
                      <a:pt x="584177" y="41192"/>
                    </a:cubicBezTo>
                    <a:lnTo>
                      <a:pt x="591059" y="37144"/>
                    </a:lnTo>
                    <a:cubicBezTo>
                      <a:pt x="595107" y="34918"/>
                      <a:pt x="596321" y="29655"/>
                      <a:pt x="594095" y="25809"/>
                    </a:cubicBezTo>
                    <a:cubicBezTo>
                      <a:pt x="591666" y="21761"/>
                      <a:pt x="586606" y="20547"/>
                      <a:pt x="582760" y="22773"/>
                    </a:cubicBezTo>
                    <a:lnTo>
                      <a:pt x="563936" y="33703"/>
                    </a:lnTo>
                    <a:cubicBezTo>
                      <a:pt x="527706" y="20344"/>
                      <a:pt x="488034" y="10426"/>
                      <a:pt x="445731" y="4961"/>
                    </a:cubicBezTo>
                    <a:cubicBezTo>
                      <a:pt x="440873" y="4354"/>
                      <a:pt x="437028" y="7593"/>
                      <a:pt x="436420" y="12248"/>
                    </a:cubicBezTo>
                    <a:cubicBezTo>
                      <a:pt x="435813" y="16903"/>
                      <a:pt x="439052" y="20952"/>
                      <a:pt x="443707" y="21559"/>
                    </a:cubicBezTo>
                    <a:cubicBezTo>
                      <a:pt x="510299" y="29857"/>
                      <a:pt x="571223" y="49086"/>
                      <a:pt x="619598" y="77018"/>
                    </a:cubicBezTo>
                    <a:cubicBezTo>
                      <a:pt x="756222" y="155956"/>
                      <a:pt x="755008" y="280234"/>
                      <a:pt x="621217" y="357958"/>
                    </a:cubicBezTo>
                    <a:cubicBezTo>
                      <a:pt x="483379" y="438111"/>
                      <a:pt x="258303" y="438111"/>
                      <a:pt x="119452" y="357958"/>
                    </a:cubicBezTo>
                    <a:cubicBezTo>
                      <a:pt x="-27495" y="273150"/>
                      <a:pt x="-4623" y="148063"/>
                      <a:pt x="117833" y="76816"/>
                    </a:cubicBezTo>
                    <a:cubicBezTo>
                      <a:pt x="186044" y="37144"/>
                      <a:pt x="281377" y="15284"/>
                      <a:pt x="378127" y="16903"/>
                    </a:cubicBezTo>
                    <a:cubicBezTo>
                      <a:pt x="378127" y="16903"/>
                      <a:pt x="378127" y="16903"/>
                      <a:pt x="378330" y="16903"/>
                    </a:cubicBezTo>
                    <a:cubicBezTo>
                      <a:pt x="382985" y="16903"/>
                      <a:pt x="386628" y="13260"/>
                      <a:pt x="386628" y="8605"/>
                    </a:cubicBezTo>
                    <a:cubicBezTo>
                      <a:pt x="386628" y="3949"/>
                      <a:pt x="382985" y="306"/>
                      <a:pt x="378330" y="104"/>
                    </a:cubicBezTo>
                    <a:cubicBezTo>
                      <a:pt x="277734" y="-1718"/>
                      <a:pt x="181186" y="20547"/>
                      <a:pt x="109332" y="62242"/>
                    </a:cubicBezTo>
                    <a:cubicBezTo>
                      <a:pt x="39299" y="102926"/>
                      <a:pt x="640" y="157576"/>
                      <a:pt x="437" y="216071"/>
                    </a:cubicBezTo>
                    <a:cubicBezTo>
                      <a:pt x="437" y="216071"/>
                      <a:pt x="437" y="216071"/>
                      <a:pt x="437" y="216274"/>
                    </a:cubicBezTo>
                    <a:cubicBezTo>
                      <a:pt x="-170" y="334074"/>
                      <a:pt x="32" y="332455"/>
                      <a:pt x="32" y="330835"/>
                    </a:cubicBezTo>
                    <a:cubicBezTo>
                      <a:pt x="-170" y="390141"/>
                      <a:pt x="39097" y="445397"/>
                      <a:pt x="110749" y="486688"/>
                    </a:cubicBezTo>
                    <a:cubicBezTo>
                      <a:pt x="222882" y="551458"/>
                      <a:pt x="381973" y="563805"/>
                      <a:pt x="510906" y="532634"/>
                    </a:cubicBezTo>
                    <a:cubicBezTo>
                      <a:pt x="515359" y="531622"/>
                      <a:pt x="518192" y="526967"/>
                      <a:pt x="516978" y="522514"/>
                    </a:cubicBezTo>
                    <a:cubicBezTo>
                      <a:pt x="515561" y="518061"/>
                      <a:pt x="511108" y="515430"/>
                      <a:pt x="506655" y="51644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BB33F2E0-7800-9F7D-F2B9-FE1CBE690C83}"/>
                  </a:ext>
                </a:extLst>
              </p:cNvPr>
              <p:cNvSpPr/>
              <p:nvPr/>
            </p:nvSpPr>
            <p:spPr>
              <a:xfrm>
                <a:off x="6491314" y="7192320"/>
                <a:ext cx="57438" cy="40482"/>
              </a:xfrm>
              <a:custGeom>
                <a:avLst/>
                <a:gdLst>
                  <a:gd name="connsiteX0" fmla="*/ 12527 w 57438"/>
                  <a:gd name="connsiteY0" fmla="*/ 1192 h 40482"/>
                  <a:gd name="connsiteX1" fmla="*/ 1192 w 57438"/>
                  <a:gd name="connsiteY1" fmla="*/ 4228 h 40482"/>
                  <a:gd name="connsiteX2" fmla="*/ 4228 w 57438"/>
                  <a:gd name="connsiteY2" fmla="*/ 15563 h 40482"/>
                  <a:gd name="connsiteX3" fmla="*/ 44912 w 57438"/>
                  <a:gd name="connsiteY3" fmla="*/ 39244 h 40482"/>
                  <a:gd name="connsiteX4" fmla="*/ 56246 w 57438"/>
                  <a:gd name="connsiteY4" fmla="*/ 36208 h 40482"/>
                  <a:gd name="connsiteX5" fmla="*/ 53210 w 57438"/>
                  <a:gd name="connsiteY5" fmla="*/ 24874 h 40482"/>
                  <a:gd name="connsiteX6" fmla="*/ 12527 w 57438"/>
                  <a:gd name="connsiteY6" fmla="*/ 1192 h 4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438" h="40482">
                    <a:moveTo>
                      <a:pt x="12527" y="1192"/>
                    </a:moveTo>
                    <a:cubicBezTo>
                      <a:pt x="8479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4912" y="39244"/>
                    </a:lnTo>
                    <a:cubicBezTo>
                      <a:pt x="49972" y="41876"/>
                      <a:pt x="53818" y="40054"/>
                      <a:pt x="56246" y="36208"/>
                    </a:cubicBezTo>
                    <a:cubicBezTo>
                      <a:pt x="58675" y="32160"/>
                      <a:pt x="57258" y="27302"/>
                      <a:pt x="53210" y="24874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BD36D5F0-227F-3427-EE91-C35FEB733F8C}"/>
                  </a:ext>
                </a:extLst>
              </p:cNvPr>
              <p:cNvSpPr/>
              <p:nvPr/>
            </p:nvSpPr>
            <p:spPr>
              <a:xfrm>
                <a:off x="6647977" y="7283605"/>
                <a:ext cx="57438" cy="40260"/>
              </a:xfrm>
              <a:custGeom>
                <a:avLst/>
                <a:gdLst>
                  <a:gd name="connsiteX0" fmla="*/ 12932 w 57438"/>
                  <a:gd name="connsiteY0" fmla="*/ 1192 h 40260"/>
                  <a:gd name="connsiteX1" fmla="*/ 1192 w 57438"/>
                  <a:gd name="connsiteY1" fmla="*/ 4228 h 40260"/>
                  <a:gd name="connsiteX2" fmla="*/ 4228 w 57438"/>
                  <a:gd name="connsiteY2" fmla="*/ 15563 h 40260"/>
                  <a:gd name="connsiteX3" fmla="*/ 44912 w 57438"/>
                  <a:gd name="connsiteY3" fmla="*/ 39244 h 40260"/>
                  <a:gd name="connsiteX4" fmla="*/ 56247 w 57438"/>
                  <a:gd name="connsiteY4" fmla="*/ 36208 h 40260"/>
                  <a:gd name="connsiteX5" fmla="*/ 53211 w 57438"/>
                  <a:gd name="connsiteY5" fmla="*/ 24874 h 40260"/>
                  <a:gd name="connsiteX6" fmla="*/ 12932 w 57438"/>
                  <a:gd name="connsiteY6" fmla="*/ 1192 h 4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438" h="40260">
                    <a:moveTo>
                      <a:pt x="12932" y="1192"/>
                    </a:moveTo>
                    <a:cubicBezTo>
                      <a:pt x="8681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4912" y="39244"/>
                    </a:lnTo>
                    <a:cubicBezTo>
                      <a:pt x="49163" y="41471"/>
                      <a:pt x="54425" y="39852"/>
                      <a:pt x="56247" y="36208"/>
                    </a:cubicBezTo>
                    <a:cubicBezTo>
                      <a:pt x="58676" y="32160"/>
                      <a:pt x="57259" y="27302"/>
                      <a:pt x="53211" y="24874"/>
                    </a:cubicBezTo>
                    <a:lnTo>
                      <a:pt x="12932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F6FBAAC3-090E-1F33-89FD-30D9EFBE9C8E}"/>
                  </a:ext>
                </a:extLst>
              </p:cNvPr>
              <p:cNvSpPr/>
              <p:nvPr/>
            </p:nvSpPr>
            <p:spPr>
              <a:xfrm>
                <a:off x="6569646" y="7237861"/>
                <a:ext cx="57438" cy="40212"/>
              </a:xfrm>
              <a:custGeom>
                <a:avLst/>
                <a:gdLst>
                  <a:gd name="connsiteX0" fmla="*/ 12527 w 57438"/>
                  <a:gd name="connsiteY0" fmla="*/ 1192 h 40212"/>
                  <a:gd name="connsiteX1" fmla="*/ 1192 w 57438"/>
                  <a:gd name="connsiteY1" fmla="*/ 4228 h 40212"/>
                  <a:gd name="connsiteX2" fmla="*/ 4228 w 57438"/>
                  <a:gd name="connsiteY2" fmla="*/ 15563 h 40212"/>
                  <a:gd name="connsiteX3" fmla="*/ 44912 w 57438"/>
                  <a:gd name="connsiteY3" fmla="*/ 39244 h 40212"/>
                  <a:gd name="connsiteX4" fmla="*/ 56246 w 57438"/>
                  <a:gd name="connsiteY4" fmla="*/ 36208 h 40212"/>
                  <a:gd name="connsiteX5" fmla="*/ 53210 w 57438"/>
                  <a:gd name="connsiteY5" fmla="*/ 24874 h 40212"/>
                  <a:gd name="connsiteX6" fmla="*/ 12527 w 57438"/>
                  <a:gd name="connsiteY6" fmla="*/ 1192 h 4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438" h="40212">
                    <a:moveTo>
                      <a:pt x="12527" y="1192"/>
                    </a:moveTo>
                    <a:cubicBezTo>
                      <a:pt x="8479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4912" y="39244"/>
                    </a:lnTo>
                    <a:cubicBezTo>
                      <a:pt x="48960" y="41268"/>
                      <a:pt x="53818" y="40054"/>
                      <a:pt x="56246" y="36208"/>
                    </a:cubicBezTo>
                    <a:cubicBezTo>
                      <a:pt x="58676" y="32160"/>
                      <a:pt x="57258" y="27302"/>
                      <a:pt x="53210" y="24874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9BC6A4D-4320-9863-4E0D-B0CB4D013B17}"/>
                  </a:ext>
                </a:extLst>
              </p:cNvPr>
              <p:cNvSpPr/>
              <p:nvPr/>
            </p:nvSpPr>
            <p:spPr>
              <a:xfrm>
                <a:off x="6726600" y="7329236"/>
                <a:ext cx="38269" cy="41470"/>
              </a:xfrm>
              <a:custGeom>
                <a:avLst/>
                <a:gdLst>
                  <a:gd name="connsiteX0" fmla="*/ 12437 w 38269"/>
                  <a:gd name="connsiteY0" fmla="*/ 1102 h 41470"/>
                  <a:gd name="connsiteX1" fmla="*/ 1102 w 38269"/>
                  <a:gd name="connsiteY1" fmla="*/ 4138 h 41470"/>
                  <a:gd name="connsiteX2" fmla="*/ 4138 w 38269"/>
                  <a:gd name="connsiteY2" fmla="*/ 15473 h 41470"/>
                  <a:gd name="connsiteX3" fmla="*/ 13246 w 38269"/>
                  <a:gd name="connsiteY3" fmla="*/ 20736 h 41470"/>
                  <a:gd name="connsiteX4" fmla="*/ 4138 w 38269"/>
                  <a:gd name="connsiteY4" fmla="*/ 25998 h 41470"/>
                  <a:gd name="connsiteX5" fmla="*/ 1102 w 38269"/>
                  <a:gd name="connsiteY5" fmla="*/ 37333 h 41470"/>
                  <a:gd name="connsiteX6" fmla="*/ 12437 w 38269"/>
                  <a:gd name="connsiteY6" fmla="*/ 40369 h 41470"/>
                  <a:gd name="connsiteX7" fmla="*/ 34094 w 38269"/>
                  <a:gd name="connsiteY7" fmla="*/ 27820 h 41470"/>
                  <a:gd name="connsiteX8" fmla="*/ 34094 w 38269"/>
                  <a:gd name="connsiteY8" fmla="*/ 13449 h 41470"/>
                  <a:gd name="connsiteX9" fmla="*/ 12437 w 38269"/>
                  <a:gd name="connsiteY9" fmla="*/ 1102 h 4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269" h="41470">
                    <a:moveTo>
                      <a:pt x="12437" y="1102"/>
                    </a:moveTo>
                    <a:cubicBezTo>
                      <a:pt x="8389" y="-1124"/>
                      <a:pt x="3329" y="90"/>
                      <a:pt x="1102" y="4138"/>
                    </a:cubicBezTo>
                    <a:cubicBezTo>
                      <a:pt x="-1124" y="8186"/>
                      <a:pt x="90" y="13246"/>
                      <a:pt x="4138" y="15473"/>
                    </a:cubicBezTo>
                    <a:lnTo>
                      <a:pt x="13246" y="20736"/>
                    </a:lnTo>
                    <a:lnTo>
                      <a:pt x="4138" y="25998"/>
                    </a:lnTo>
                    <a:cubicBezTo>
                      <a:pt x="90" y="28224"/>
                      <a:pt x="-1124" y="33487"/>
                      <a:pt x="1102" y="37333"/>
                    </a:cubicBezTo>
                    <a:cubicBezTo>
                      <a:pt x="3531" y="41381"/>
                      <a:pt x="8591" y="42595"/>
                      <a:pt x="12437" y="40369"/>
                    </a:cubicBezTo>
                    <a:lnTo>
                      <a:pt x="34094" y="27820"/>
                    </a:lnTo>
                    <a:cubicBezTo>
                      <a:pt x="39762" y="24581"/>
                      <a:pt x="39559" y="16485"/>
                      <a:pt x="34094" y="13449"/>
                    </a:cubicBezTo>
                    <a:lnTo>
                      <a:pt x="12437" y="110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20D4F652-7E5E-8BCC-2F2F-2ED10A98C6D9}"/>
                  </a:ext>
                </a:extLst>
              </p:cNvPr>
              <p:cNvSpPr/>
              <p:nvPr/>
            </p:nvSpPr>
            <p:spPr>
              <a:xfrm>
                <a:off x="6638289" y="7378938"/>
                <a:ext cx="62582" cy="42802"/>
              </a:xfrm>
              <a:custGeom>
                <a:avLst/>
                <a:gdLst>
                  <a:gd name="connsiteX0" fmla="*/ 49944 w 62582"/>
                  <a:gd name="connsiteY0" fmla="*/ 1192 h 42802"/>
                  <a:gd name="connsiteX1" fmla="*/ 4200 w 62582"/>
                  <a:gd name="connsiteY1" fmla="*/ 27505 h 42802"/>
                  <a:gd name="connsiteX2" fmla="*/ 961 w 62582"/>
                  <a:gd name="connsiteY2" fmla="*/ 38840 h 42802"/>
                  <a:gd name="connsiteX3" fmla="*/ 12701 w 62582"/>
                  <a:gd name="connsiteY3" fmla="*/ 41876 h 42802"/>
                  <a:gd name="connsiteX4" fmla="*/ 58445 w 62582"/>
                  <a:gd name="connsiteY4" fmla="*/ 15563 h 42802"/>
                  <a:gd name="connsiteX5" fmla="*/ 61481 w 62582"/>
                  <a:gd name="connsiteY5" fmla="*/ 4228 h 42802"/>
                  <a:gd name="connsiteX6" fmla="*/ 49944 w 62582"/>
                  <a:gd name="connsiteY6" fmla="*/ 1192 h 4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582" h="42802">
                    <a:moveTo>
                      <a:pt x="49944" y="1192"/>
                    </a:moveTo>
                    <a:lnTo>
                      <a:pt x="4200" y="27505"/>
                    </a:lnTo>
                    <a:cubicBezTo>
                      <a:pt x="152" y="29934"/>
                      <a:pt x="-1063" y="34791"/>
                      <a:pt x="961" y="38840"/>
                    </a:cubicBezTo>
                    <a:cubicBezTo>
                      <a:pt x="3188" y="42483"/>
                      <a:pt x="8248" y="43900"/>
                      <a:pt x="12701" y="41876"/>
                    </a:cubicBezTo>
                    <a:lnTo>
                      <a:pt x="58445" y="15563"/>
                    </a:lnTo>
                    <a:cubicBezTo>
                      <a:pt x="62493" y="13134"/>
                      <a:pt x="63707" y="8276"/>
                      <a:pt x="61481" y="4228"/>
                    </a:cubicBezTo>
                    <a:cubicBezTo>
                      <a:pt x="58850" y="180"/>
                      <a:pt x="53587" y="-1237"/>
                      <a:pt x="49944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4E735E08-5C24-6080-58CE-CB4871A5DE97}"/>
                  </a:ext>
                </a:extLst>
              </p:cNvPr>
              <p:cNvSpPr/>
              <p:nvPr/>
            </p:nvSpPr>
            <p:spPr>
              <a:xfrm>
                <a:off x="6549900" y="7429817"/>
                <a:ext cx="62318" cy="43019"/>
              </a:xfrm>
              <a:custGeom>
                <a:avLst/>
                <a:gdLst>
                  <a:gd name="connsiteX0" fmla="*/ 49882 w 62318"/>
                  <a:gd name="connsiteY0" fmla="*/ 915 h 43019"/>
                  <a:gd name="connsiteX1" fmla="*/ 4138 w 62318"/>
                  <a:gd name="connsiteY1" fmla="*/ 27632 h 43019"/>
                  <a:gd name="connsiteX2" fmla="*/ 1102 w 62318"/>
                  <a:gd name="connsiteY2" fmla="*/ 38967 h 43019"/>
                  <a:gd name="connsiteX3" fmla="*/ 12437 w 62318"/>
                  <a:gd name="connsiteY3" fmla="*/ 42003 h 43019"/>
                  <a:gd name="connsiteX4" fmla="*/ 58181 w 62318"/>
                  <a:gd name="connsiteY4" fmla="*/ 15690 h 43019"/>
                  <a:gd name="connsiteX5" fmla="*/ 61217 w 62318"/>
                  <a:gd name="connsiteY5" fmla="*/ 4356 h 43019"/>
                  <a:gd name="connsiteX6" fmla="*/ 49882 w 62318"/>
                  <a:gd name="connsiteY6" fmla="*/ 915 h 4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18" h="43019">
                    <a:moveTo>
                      <a:pt x="49882" y="915"/>
                    </a:moveTo>
                    <a:lnTo>
                      <a:pt x="4138" y="27632"/>
                    </a:lnTo>
                    <a:cubicBezTo>
                      <a:pt x="90" y="29656"/>
                      <a:pt x="-1124" y="34919"/>
                      <a:pt x="1102" y="38967"/>
                    </a:cubicBezTo>
                    <a:cubicBezTo>
                      <a:pt x="2924" y="42610"/>
                      <a:pt x="7984" y="44229"/>
                      <a:pt x="12437" y="42003"/>
                    </a:cubicBezTo>
                    <a:lnTo>
                      <a:pt x="58181" y="15690"/>
                    </a:lnTo>
                    <a:cubicBezTo>
                      <a:pt x="62229" y="13261"/>
                      <a:pt x="63443" y="8404"/>
                      <a:pt x="61217" y="4356"/>
                    </a:cubicBezTo>
                    <a:cubicBezTo>
                      <a:pt x="58990" y="307"/>
                      <a:pt x="53930" y="-1109"/>
                      <a:pt x="49882" y="91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661FF8E-2E17-80EE-5959-C780A7E39B10}"/>
                  </a:ext>
                </a:extLst>
              </p:cNvPr>
              <p:cNvSpPr/>
              <p:nvPr/>
            </p:nvSpPr>
            <p:spPr>
              <a:xfrm>
                <a:off x="6284950" y="7582649"/>
                <a:ext cx="62318" cy="43071"/>
              </a:xfrm>
              <a:custGeom>
                <a:avLst/>
                <a:gdLst>
                  <a:gd name="connsiteX0" fmla="*/ 49882 w 62318"/>
                  <a:gd name="connsiteY0" fmla="*/ 1102 h 43071"/>
                  <a:gd name="connsiteX1" fmla="*/ 4138 w 62318"/>
                  <a:gd name="connsiteY1" fmla="*/ 27415 h 43071"/>
                  <a:gd name="connsiteX2" fmla="*/ 1102 w 62318"/>
                  <a:gd name="connsiteY2" fmla="*/ 38749 h 43071"/>
                  <a:gd name="connsiteX3" fmla="*/ 12437 w 62318"/>
                  <a:gd name="connsiteY3" fmla="*/ 41786 h 43071"/>
                  <a:gd name="connsiteX4" fmla="*/ 58181 w 62318"/>
                  <a:gd name="connsiteY4" fmla="*/ 15473 h 43071"/>
                  <a:gd name="connsiteX5" fmla="*/ 61217 w 62318"/>
                  <a:gd name="connsiteY5" fmla="*/ 4138 h 43071"/>
                  <a:gd name="connsiteX6" fmla="*/ 49882 w 62318"/>
                  <a:gd name="connsiteY6" fmla="*/ 1102 h 43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18" h="43071">
                    <a:moveTo>
                      <a:pt x="49882" y="1102"/>
                    </a:moveTo>
                    <a:lnTo>
                      <a:pt x="4138" y="27415"/>
                    </a:lnTo>
                    <a:cubicBezTo>
                      <a:pt x="90" y="29844"/>
                      <a:pt x="-1125" y="34701"/>
                      <a:pt x="1102" y="38749"/>
                    </a:cubicBezTo>
                    <a:cubicBezTo>
                      <a:pt x="3936" y="43202"/>
                      <a:pt x="9198" y="44214"/>
                      <a:pt x="12437" y="41786"/>
                    </a:cubicBezTo>
                    <a:lnTo>
                      <a:pt x="58181" y="15473"/>
                    </a:lnTo>
                    <a:cubicBezTo>
                      <a:pt x="62229" y="13044"/>
                      <a:pt x="63443" y="8186"/>
                      <a:pt x="61217" y="4138"/>
                    </a:cubicBezTo>
                    <a:cubicBezTo>
                      <a:pt x="58788" y="90"/>
                      <a:pt x="53728" y="-1124"/>
                      <a:pt x="49882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7E616B88-7DAA-81B2-718E-62146994337A}"/>
                  </a:ext>
                </a:extLst>
              </p:cNvPr>
              <p:cNvSpPr/>
              <p:nvPr/>
            </p:nvSpPr>
            <p:spPr>
              <a:xfrm>
                <a:off x="6373199" y="7531635"/>
                <a:ext cx="62318" cy="43005"/>
              </a:xfrm>
              <a:custGeom>
                <a:avLst/>
                <a:gdLst>
                  <a:gd name="connsiteX0" fmla="*/ 49882 w 62318"/>
                  <a:gd name="connsiteY0" fmla="*/ 1110 h 43005"/>
                  <a:gd name="connsiteX1" fmla="*/ 4138 w 62318"/>
                  <a:gd name="connsiteY1" fmla="*/ 27422 h 43005"/>
                  <a:gd name="connsiteX2" fmla="*/ 1102 w 62318"/>
                  <a:gd name="connsiteY2" fmla="*/ 38757 h 43005"/>
                  <a:gd name="connsiteX3" fmla="*/ 12437 w 62318"/>
                  <a:gd name="connsiteY3" fmla="*/ 41996 h 43005"/>
                  <a:gd name="connsiteX4" fmla="*/ 58181 w 62318"/>
                  <a:gd name="connsiteY4" fmla="*/ 15278 h 43005"/>
                  <a:gd name="connsiteX5" fmla="*/ 61217 w 62318"/>
                  <a:gd name="connsiteY5" fmla="*/ 3943 h 43005"/>
                  <a:gd name="connsiteX6" fmla="*/ 49882 w 62318"/>
                  <a:gd name="connsiteY6" fmla="*/ 1110 h 43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18" h="43005">
                    <a:moveTo>
                      <a:pt x="49882" y="1110"/>
                    </a:moveTo>
                    <a:lnTo>
                      <a:pt x="4138" y="27422"/>
                    </a:lnTo>
                    <a:cubicBezTo>
                      <a:pt x="90" y="29851"/>
                      <a:pt x="-1125" y="34709"/>
                      <a:pt x="1102" y="38757"/>
                    </a:cubicBezTo>
                    <a:cubicBezTo>
                      <a:pt x="3531" y="42603"/>
                      <a:pt x="7984" y="44222"/>
                      <a:pt x="12437" y="41996"/>
                    </a:cubicBezTo>
                    <a:lnTo>
                      <a:pt x="58181" y="15278"/>
                    </a:lnTo>
                    <a:cubicBezTo>
                      <a:pt x="62229" y="13254"/>
                      <a:pt x="63443" y="7991"/>
                      <a:pt x="61217" y="3943"/>
                    </a:cubicBezTo>
                    <a:cubicBezTo>
                      <a:pt x="58990" y="98"/>
                      <a:pt x="53930" y="-1117"/>
                      <a:pt x="49882" y="111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FDDE94E0-4FEF-24F1-5F89-8204F9E7D41D}"/>
                  </a:ext>
                </a:extLst>
              </p:cNvPr>
              <p:cNvSpPr/>
              <p:nvPr/>
            </p:nvSpPr>
            <p:spPr>
              <a:xfrm>
                <a:off x="6461651" y="7480636"/>
                <a:ext cx="62318" cy="43206"/>
              </a:xfrm>
              <a:custGeom>
                <a:avLst/>
                <a:gdLst>
                  <a:gd name="connsiteX0" fmla="*/ 49882 w 62318"/>
                  <a:gd name="connsiteY0" fmla="*/ 1102 h 43206"/>
                  <a:gd name="connsiteX1" fmla="*/ 4138 w 62318"/>
                  <a:gd name="connsiteY1" fmla="*/ 27415 h 43206"/>
                  <a:gd name="connsiteX2" fmla="*/ 1102 w 62318"/>
                  <a:gd name="connsiteY2" fmla="*/ 39154 h 43206"/>
                  <a:gd name="connsiteX3" fmla="*/ 12437 w 62318"/>
                  <a:gd name="connsiteY3" fmla="*/ 42191 h 43206"/>
                  <a:gd name="connsiteX4" fmla="*/ 58181 w 62318"/>
                  <a:gd name="connsiteY4" fmla="*/ 15878 h 43206"/>
                  <a:gd name="connsiteX5" fmla="*/ 61217 w 62318"/>
                  <a:gd name="connsiteY5" fmla="*/ 4138 h 43206"/>
                  <a:gd name="connsiteX6" fmla="*/ 49882 w 62318"/>
                  <a:gd name="connsiteY6" fmla="*/ 1102 h 4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318" h="43206">
                    <a:moveTo>
                      <a:pt x="49882" y="1102"/>
                    </a:moveTo>
                    <a:lnTo>
                      <a:pt x="4138" y="27415"/>
                    </a:lnTo>
                    <a:cubicBezTo>
                      <a:pt x="90" y="29844"/>
                      <a:pt x="-1125" y="35106"/>
                      <a:pt x="1102" y="39154"/>
                    </a:cubicBezTo>
                    <a:cubicBezTo>
                      <a:pt x="2924" y="42798"/>
                      <a:pt x="8186" y="44417"/>
                      <a:pt x="12437" y="42191"/>
                    </a:cubicBezTo>
                    <a:lnTo>
                      <a:pt x="58181" y="15878"/>
                    </a:lnTo>
                    <a:cubicBezTo>
                      <a:pt x="62229" y="13449"/>
                      <a:pt x="63443" y="8186"/>
                      <a:pt x="61217" y="4138"/>
                    </a:cubicBezTo>
                    <a:cubicBezTo>
                      <a:pt x="58788" y="90"/>
                      <a:pt x="53728" y="-1124"/>
                      <a:pt x="49882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BFEF4378-BBCA-DE7B-EDC3-65FCCBA90CED}"/>
                  </a:ext>
                </a:extLst>
              </p:cNvPr>
              <p:cNvSpPr/>
              <p:nvPr/>
            </p:nvSpPr>
            <p:spPr>
              <a:xfrm>
                <a:off x="6199332" y="7633565"/>
                <a:ext cx="59889" cy="29251"/>
              </a:xfrm>
              <a:custGeom>
                <a:avLst/>
                <a:gdLst>
                  <a:gd name="connsiteX0" fmla="*/ 47251 w 59889"/>
                  <a:gd name="connsiteY0" fmla="*/ 1192 h 29251"/>
                  <a:gd name="connsiteX1" fmla="*/ 29843 w 59889"/>
                  <a:gd name="connsiteY1" fmla="*/ 11312 h 29251"/>
                  <a:gd name="connsiteX2" fmla="*/ 12437 w 59889"/>
                  <a:gd name="connsiteY2" fmla="*/ 1192 h 29251"/>
                  <a:gd name="connsiteX3" fmla="*/ 1102 w 59889"/>
                  <a:gd name="connsiteY3" fmla="*/ 4228 h 29251"/>
                  <a:gd name="connsiteX4" fmla="*/ 4138 w 59889"/>
                  <a:gd name="connsiteY4" fmla="*/ 15563 h 29251"/>
                  <a:gd name="connsiteX5" fmla="*/ 25795 w 59889"/>
                  <a:gd name="connsiteY5" fmla="*/ 28112 h 29251"/>
                  <a:gd name="connsiteX6" fmla="*/ 34094 w 59889"/>
                  <a:gd name="connsiteY6" fmla="*/ 28112 h 29251"/>
                  <a:gd name="connsiteX7" fmla="*/ 55752 w 59889"/>
                  <a:gd name="connsiteY7" fmla="*/ 15563 h 29251"/>
                  <a:gd name="connsiteX8" fmla="*/ 58788 w 59889"/>
                  <a:gd name="connsiteY8" fmla="*/ 4228 h 29251"/>
                  <a:gd name="connsiteX9" fmla="*/ 47251 w 59889"/>
                  <a:gd name="connsiteY9" fmla="*/ 1192 h 2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89" h="29251">
                    <a:moveTo>
                      <a:pt x="47251" y="1192"/>
                    </a:moveTo>
                    <a:lnTo>
                      <a:pt x="29843" y="11312"/>
                    </a:lnTo>
                    <a:lnTo>
                      <a:pt x="12437" y="1192"/>
                    </a:lnTo>
                    <a:cubicBezTo>
                      <a:pt x="8389" y="-1237"/>
                      <a:pt x="3329" y="180"/>
                      <a:pt x="1102" y="4228"/>
                    </a:cubicBezTo>
                    <a:cubicBezTo>
                      <a:pt x="-1124" y="8276"/>
                      <a:pt x="90" y="13336"/>
                      <a:pt x="4138" y="15563"/>
                    </a:cubicBezTo>
                    <a:lnTo>
                      <a:pt x="25795" y="28112"/>
                    </a:lnTo>
                    <a:cubicBezTo>
                      <a:pt x="28225" y="29529"/>
                      <a:pt x="31463" y="29731"/>
                      <a:pt x="34094" y="28112"/>
                    </a:cubicBezTo>
                    <a:lnTo>
                      <a:pt x="55752" y="15563"/>
                    </a:lnTo>
                    <a:cubicBezTo>
                      <a:pt x="59800" y="13336"/>
                      <a:pt x="61014" y="8074"/>
                      <a:pt x="58788" y="4228"/>
                    </a:cubicBezTo>
                    <a:cubicBezTo>
                      <a:pt x="56359" y="180"/>
                      <a:pt x="51096" y="-1035"/>
                      <a:pt x="47251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9A354E4-261B-461E-ACEE-ECA92431109C}"/>
                  </a:ext>
                </a:extLst>
              </p:cNvPr>
              <p:cNvSpPr/>
              <p:nvPr/>
            </p:nvSpPr>
            <p:spPr>
              <a:xfrm>
                <a:off x="6108829" y="7580940"/>
                <a:ext cx="63447" cy="43855"/>
              </a:xfrm>
              <a:custGeom>
                <a:avLst/>
                <a:gdLst>
                  <a:gd name="connsiteX0" fmla="*/ 12666 w 63447"/>
                  <a:gd name="connsiteY0" fmla="*/ 1192 h 43855"/>
                  <a:gd name="connsiteX1" fmla="*/ 926 w 63447"/>
                  <a:gd name="connsiteY1" fmla="*/ 4228 h 43855"/>
                  <a:gd name="connsiteX2" fmla="*/ 3963 w 63447"/>
                  <a:gd name="connsiteY2" fmla="*/ 15563 h 43855"/>
                  <a:gd name="connsiteX3" fmla="*/ 50921 w 63447"/>
                  <a:gd name="connsiteY3" fmla="*/ 42888 h 43855"/>
                  <a:gd name="connsiteX4" fmla="*/ 62256 w 63447"/>
                  <a:gd name="connsiteY4" fmla="*/ 39851 h 43855"/>
                  <a:gd name="connsiteX5" fmla="*/ 59220 w 63447"/>
                  <a:gd name="connsiteY5" fmla="*/ 28517 h 43855"/>
                  <a:gd name="connsiteX6" fmla="*/ 12666 w 63447"/>
                  <a:gd name="connsiteY6" fmla="*/ 1192 h 4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447" h="43855">
                    <a:moveTo>
                      <a:pt x="12666" y="1192"/>
                    </a:moveTo>
                    <a:cubicBezTo>
                      <a:pt x="8618" y="-1237"/>
                      <a:pt x="3356" y="180"/>
                      <a:pt x="926" y="4228"/>
                    </a:cubicBezTo>
                    <a:cubicBezTo>
                      <a:pt x="-1098" y="8276"/>
                      <a:pt x="320" y="13134"/>
                      <a:pt x="3963" y="15563"/>
                    </a:cubicBezTo>
                    <a:lnTo>
                      <a:pt x="50921" y="42888"/>
                    </a:lnTo>
                    <a:cubicBezTo>
                      <a:pt x="54969" y="44912"/>
                      <a:pt x="59827" y="43697"/>
                      <a:pt x="62256" y="39851"/>
                    </a:cubicBezTo>
                    <a:cubicBezTo>
                      <a:pt x="64684" y="35803"/>
                      <a:pt x="63268" y="30946"/>
                      <a:pt x="59220" y="28517"/>
                    </a:cubicBezTo>
                    <a:lnTo>
                      <a:pt x="12666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BE6AE5B-4F5A-7695-EA01-0000841C44D0}"/>
                  </a:ext>
                </a:extLst>
              </p:cNvPr>
              <p:cNvSpPr/>
              <p:nvPr/>
            </p:nvSpPr>
            <p:spPr>
              <a:xfrm>
                <a:off x="6018291" y="7528314"/>
                <a:ext cx="63713" cy="43855"/>
              </a:xfrm>
              <a:custGeom>
                <a:avLst/>
                <a:gdLst>
                  <a:gd name="connsiteX0" fmla="*/ 12526 w 63713"/>
                  <a:gd name="connsiteY0" fmla="*/ 1192 h 43855"/>
                  <a:gd name="connsiteX1" fmla="*/ 1192 w 63713"/>
                  <a:gd name="connsiteY1" fmla="*/ 4228 h 43855"/>
                  <a:gd name="connsiteX2" fmla="*/ 4228 w 63713"/>
                  <a:gd name="connsiteY2" fmla="*/ 15563 h 43855"/>
                  <a:gd name="connsiteX3" fmla="*/ 51186 w 63713"/>
                  <a:gd name="connsiteY3" fmla="*/ 42888 h 43855"/>
                  <a:gd name="connsiteX4" fmla="*/ 62521 w 63713"/>
                  <a:gd name="connsiteY4" fmla="*/ 39851 h 43855"/>
                  <a:gd name="connsiteX5" fmla="*/ 59485 w 63713"/>
                  <a:gd name="connsiteY5" fmla="*/ 28517 h 43855"/>
                  <a:gd name="connsiteX6" fmla="*/ 12526 w 63713"/>
                  <a:gd name="connsiteY6" fmla="*/ 1192 h 4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13" h="43855">
                    <a:moveTo>
                      <a:pt x="12526" y="1192"/>
                    </a:moveTo>
                    <a:cubicBezTo>
                      <a:pt x="8478" y="-1237"/>
                      <a:pt x="3621" y="180"/>
                      <a:pt x="1192" y="4228"/>
                    </a:cubicBezTo>
                    <a:cubicBezTo>
                      <a:pt x="-1237" y="8276"/>
                      <a:pt x="180" y="13539"/>
                      <a:pt x="4228" y="15563"/>
                    </a:cubicBezTo>
                    <a:lnTo>
                      <a:pt x="51186" y="42888"/>
                    </a:lnTo>
                    <a:cubicBezTo>
                      <a:pt x="55234" y="44912"/>
                      <a:pt x="60092" y="43697"/>
                      <a:pt x="62521" y="39851"/>
                    </a:cubicBezTo>
                    <a:cubicBezTo>
                      <a:pt x="64950" y="35803"/>
                      <a:pt x="63533" y="30946"/>
                      <a:pt x="59485" y="28517"/>
                    </a:cubicBezTo>
                    <a:lnTo>
                      <a:pt x="12526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7F1CC66-11BA-F5BB-5091-553BAE5457A6}"/>
                  </a:ext>
                </a:extLst>
              </p:cNvPr>
              <p:cNvSpPr/>
              <p:nvPr/>
            </p:nvSpPr>
            <p:spPr>
              <a:xfrm>
                <a:off x="5931549" y="7490538"/>
                <a:ext cx="59687" cy="29140"/>
              </a:xfrm>
              <a:custGeom>
                <a:avLst/>
                <a:gdLst>
                  <a:gd name="connsiteX0" fmla="*/ 34094 w 59687"/>
                  <a:gd name="connsiteY0" fmla="*/ 1118 h 29140"/>
                  <a:gd name="connsiteX1" fmla="*/ 25391 w 59687"/>
                  <a:gd name="connsiteY1" fmla="*/ 1320 h 29140"/>
                  <a:gd name="connsiteX2" fmla="*/ 4138 w 59687"/>
                  <a:gd name="connsiteY2" fmla="*/ 13667 h 29140"/>
                  <a:gd name="connsiteX3" fmla="*/ 1102 w 59687"/>
                  <a:gd name="connsiteY3" fmla="*/ 25002 h 29140"/>
                  <a:gd name="connsiteX4" fmla="*/ 12437 w 59687"/>
                  <a:gd name="connsiteY4" fmla="*/ 28038 h 29140"/>
                  <a:gd name="connsiteX5" fmla="*/ 29844 w 59687"/>
                  <a:gd name="connsiteY5" fmla="*/ 17918 h 29140"/>
                  <a:gd name="connsiteX6" fmla="*/ 47251 w 59687"/>
                  <a:gd name="connsiteY6" fmla="*/ 28038 h 29140"/>
                  <a:gd name="connsiteX7" fmla="*/ 58586 w 59687"/>
                  <a:gd name="connsiteY7" fmla="*/ 25002 h 29140"/>
                  <a:gd name="connsiteX8" fmla="*/ 55549 w 59687"/>
                  <a:gd name="connsiteY8" fmla="*/ 13667 h 29140"/>
                  <a:gd name="connsiteX9" fmla="*/ 34094 w 59687"/>
                  <a:gd name="connsiteY9" fmla="*/ 1118 h 29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687" h="29140">
                    <a:moveTo>
                      <a:pt x="34094" y="1118"/>
                    </a:moveTo>
                    <a:cubicBezTo>
                      <a:pt x="31261" y="-501"/>
                      <a:pt x="28022" y="-299"/>
                      <a:pt x="25391" y="1320"/>
                    </a:cubicBezTo>
                    <a:lnTo>
                      <a:pt x="4138" y="13667"/>
                    </a:lnTo>
                    <a:cubicBezTo>
                      <a:pt x="90" y="15894"/>
                      <a:pt x="-1124" y="21156"/>
                      <a:pt x="1102" y="25002"/>
                    </a:cubicBezTo>
                    <a:cubicBezTo>
                      <a:pt x="3531" y="29050"/>
                      <a:pt x="8591" y="30265"/>
                      <a:pt x="12437" y="28038"/>
                    </a:cubicBezTo>
                    <a:lnTo>
                      <a:pt x="29844" y="17918"/>
                    </a:lnTo>
                    <a:lnTo>
                      <a:pt x="47251" y="28038"/>
                    </a:lnTo>
                    <a:cubicBezTo>
                      <a:pt x="51299" y="30265"/>
                      <a:pt x="56359" y="29050"/>
                      <a:pt x="58586" y="25002"/>
                    </a:cubicBezTo>
                    <a:cubicBezTo>
                      <a:pt x="60812" y="20954"/>
                      <a:pt x="59598" y="15894"/>
                      <a:pt x="55549" y="13667"/>
                    </a:cubicBezTo>
                    <a:lnTo>
                      <a:pt x="34094" y="1118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5BEBFE8-FB8C-44C0-964D-82BF3E794D6B}"/>
                  </a:ext>
                </a:extLst>
              </p:cNvPr>
              <p:cNvSpPr/>
              <p:nvPr/>
            </p:nvSpPr>
            <p:spPr>
              <a:xfrm>
                <a:off x="5734810" y="7587012"/>
                <a:ext cx="67581" cy="46197"/>
              </a:xfrm>
              <a:custGeom>
                <a:avLst/>
                <a:gdLst>
                  <a:gd name="connsiteX0" fmla="*/ 55144 w 67581"/>
                  <a:gd name="connsiteY0" fmla="*/ 1192 h 46197"/>
                  <a:gd name="connsiteX1" fmla="*/ 4138 w 67581"/>
                  <a:gd name="connsiteY1" fmla="*/ 30541 h 46197"/>
                  <a:gd name="connsiteX2" fmla="*/ 1102 w 67581"/>
                  <a:gd name="connsiteY2" fmla="*/ 41876 h 46197"/>
                  <a:gd name="connsiteX3" fmla="*/ 12437 w 67581"/>
                  <a:gd name="connsiteY3" fmla="*/ 44912 h 46197"/>
                  <a:gd name="connsiteX4" fmla="*/ 63443 w 67581"/>
                  <a:gd name="connsiteY4" fmla="*/ 15563 h 46197"/>
                  <a:gd name="connsiteX5" fmla="*/ 66479 w 67581"/>
                  <a:gd name="connsiteY5" fmla="*/ 4228 h 46197"/>
                  <a:gd name="connsiteX6" fmla="*/ 55144 w 67581"/>
                  <a:gd name="connsiteY6" fmla="*/ 1192 h 4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1" h="46197">
                    <a:moveTo>
                      <a:pt x="55144" y="1192"/>
                    </a:moveTo>
                    <a:lnTo>
                      <a:pt x="4138" y="30541"/>
                    </a:lnTo>
                    <a:cubicBezTo>
                      <a:pt x="90" y="32970"/>
                      <a:pt x="-1124" y="37827"/>
                      <a:pt x="1102" y="41876"/>
                    </a:cubicBezTo>
                    <a:cubicBezTo>
                      <a:pt x="3936" y="46329"/>
                      <a:pt x="9198" y="47341"/>
                      <a:pt x="12437" y="44912"/>
                    </a:cubicBezTo>
                    <a:lnTo>
                      <a:pt x="63443" y="15563"/>
                    </a:lnTo>
                    <a:cubicBezTo>
                      <a:pt x="67491" y="13134"/>
                      <a:pt x="68706" y="8276"/>
                      <a:pt x="66479" y="4228"/>
                    </a:cubicBezTo>
                    <a:cubicBezTo>
                      <a:pt x="64253" y="180"/>
                      <a:pt x="59192" y="-1237"/>
                      <a:pt x="55144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FFFF9C30-879F-F41E-F008-4063230C378D}"/>
                  </a:ext>
                </a:extLst>
              </p:cNvPr>
              <p:cNvSpPr/>
              <p:nvPr/>
            </p:nvSpPr>
            <p:spPr>
              <a:xfrm>
                <a:off x="5833382" y="7530338"/>
                <a:ext cx="67238" cy="46247"/>
              </a:xfrm>
              <a:custGeom>
                <a:avLst/>
                <a:gdLst>
                  <a:gd name="connsiteX0" fmla="*/ 54740 w 67238"/>
                  <a:gd name="connsiteY0" fmla="*/ 1192 h 46247"/>
                  <a:gd name="connsiteX1" fmla="*/ 4138 w 67238"/>
                  <a:gd name="connsiteY1" fmla="*/ 30541 h 46247"/>
                  <a:gd name="connsiteX2" fmla="*/ 1102 w 67238"/>
                  <a:gd name="connsiteY2" fmla="*/ 41876 h 46247"/>
                  <a:gd name="connsiteX3" fmla="*/ 12437 w 67238"/>
                  <a:gd name="connsiteY3" fmla="*/ 44912 h 46247"/>
                  <a:gd name="connsiteX4" fmla="*/ 63038 w 67238"/>
                  <a:gd name="connsiteY4" fmla="*/ 15563 h 46247"/>
                  <a:gd name="connsiteX5" fmla="*/ 66277 w 67238"/>
                  <a:gd name="connsiteY5" fmla="*/ 4228 h 46247"/>
                  <a:gd name="connsiteX6" fmla="*/ 54740 w 67238"/>
                  <a:gd name="connsiteY6" fmla="*/ 1192 h 4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238" h="46247">
                    <a:moveTo>
                      <a:pt x="54740" y="1192"/>
                    </a:moveTo>
                    <a:lnTo>
                      <a:pt x="4138" y="30541"/>
                    </a:lnTo>
                    <a:cubicBezTo>
                      <a:pt x="90" y="32970"/>
                      <a:pt x="-1124" y="37827"/>
                      <a:pt x="1102" y="41876"/>
                    </a:cubicBezTo>
                    <a:cubicBezTo>
                      <a:pt x="3936" y="46531"/>
                      <a:pt x="9198" y="47341"/>
                      <a:pt x="12437" y="44912"/>
                    </a:cubicBezTo>
                    <a:lnTo>
                      <a:pt x="63038" y="15563"/>
                    </a:lnTo>
                    <a:cubicBezTo>
                      <a:pt x="67086" y="13134"/>
                      <a:pt x="68301" y="8276"/>
                      <a:pt x="66277" y="4228"/>
                    </a:cubicBezTo>
                    <a:cubicBezTo>
                      <a:pt x="63646" y="180"/>
                      <a:pt x="58586" y="-1237"/>
                      <a:pt x="54740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7A61BC4C-65F6-1846-A737-C173E9014D3B}"/>
                  </a:ext>
                </a:extLst>
              </p:cNvPr>
              <p:cNvSpPr/>
              <p:nvPr/>
            </p:nvSpPr>
            <p:spPr>
              <a:xfrm>
                <a:off x="5644537" y="7643776"/>
                <a:ext cx="59889" cy="29084"/>
              </a:xfrm>
              <a:custGeom>
                <a:avLst/>
                <a:gdLst>
                  <a:gd name="connsiteX0" fmla="*/ 47250 w 59889"/>
                  <a:gd name="connsiteY0" fmla="*/ 1102 h 29084"/>
                  <a:gd name="connsiteX1" fmla="*/ 29844 w 59889"/>
                  <a:gd name="connsiteY1" fmla="*/ 11222 h 29084"/>
                  <a:gd name="connsiteX2" fmla="*/ 12437 w 59889"/>
                  <a:gd name="connsiteY2" fmla="*/ 1102 h 29084"/>
                  <a:gd name="connsiteX3" fmla="*/ 1102 w 59889"/>
                  <a:gd name="connsiteY3" fmla="*/ 4138 h 29084"/>
                  <a:gd name="connsiteX4" fmla="*/ 4138 w 59889"/>
                  <a:gd name="connsiteY4" fmla="*/ 15473 h 29084"/>
                  <a:gd name="connsiteX5" fmla="*/ 25796 w 59889"/>
                  <a:gd name="connsiteY5" fmla="*/ 28022 h 29084"/>
                  <a:gd name="connsiteX6" fmla="*/ 34094 w 59889"/>
                  <a:gd name="connsiteY6" fmla="*/ 28022 h 29084"/>
                  <a:gd name="connsiteX7" fmla="*/ 55752 w 59889"/>
                  <a:gd name="connsiteY7" fmla="*/ 15473 h 29084"/>
                  <a:gd name="connsiteX8" fmla="*/ 58788 w 59889"/>
                  <a:gd name="connsiteY8" fmla="*/ 4138 h 29084"/>
                  <a:gd name="connsiteX9" fmla="*/ 47250 w 59889"/>
                  <a:gd name="connsiteY9" fmla="*/ 1102 h 29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89" h="29084">
                    <a:moveTo>
                      <a:pt x="47250" y="1102"/>
                    </a:moveTo>
                    <a:lnTo>
                      <a:pt x="29844" y="11222"/>
                    </a:lnTo>
                    <a:lnTo>
                      <a:pt x="12437" y="1102"/>
                    </a:lnTo>
                    <a:cubicBezTo>
                      <a:pt x="8388" y="-1124"/>
                      <a:pt x="3328" y="90"/>
                      <a:pt x="1102" y="4138"/>
                    </a:cubicBezTo>
                    <a:cubicBezTo>
                      <a:pt x="-1125" y="8186"/>
                      <a:pt x="90" y="13246"/>
                      <a:pt x="4138" y="15473"/>
                    </a:cubicBezTo>
                    <a:lnTo>
                      <a:pt x="25796" y="28022"/>
                    </a:lnTo>
                    <a:cubicBezTo>
                      <a:pt x="28427" y="29439"/>
                      <a:pt x="31463" y="29439"/>
                      <a:pt x="34094" y="28022"/>
                    </a:cubicBezTo>
                    <a:lnTo>
                      <a:pt x="55752" y="15473"/>
                    </a:lnTo>
                    <a:cubicBezTo>
                      <a:pt x="59800" y="13246"/>
                      <a:pt x="61014" y="7984"/>
                      <a:pt x="58788" y="4138"/>
                    </a:cubicBezTo>
                    <a:cubicBezTo>
                      <a:pt x="56359" y="90"/>
                      <a:pt x="51096" y="-1124"/>
                      <a:pt x="47250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2458B142-88FA-F236-6F3A-CAC97BDC3AC2}"/>
                  </a:ext>
                </a:extLst>
              </p:cNvPr>
              <p:cNvSpPr/>
              <p:nvPr/>
            </p:nvSpPr>
            <p:spPr>
              <a:xfrm>
                <a:off x="5562153" y="7595918"/>
                <a:ext cx="59376" cy="41592"/>
              </a:xfrm>
              <a:custGeom>
                <a:avLst/>
                <a:gdLst>
                  <a:gd name="connsiteX0" fmla="*/ 12845 w 59376"/>
                  <a:gd name="connsiteY0" fmla="*/ 1192 h 41592"/>
                  <a:gd name="connsiteX1" fmla="*/ 1106 w 59376"/>
                  <a:gd name="connsiteY1" fmla="*/ 4228 h 41592"/>
                  <a:gd name="connsiteX2" fmla="*/ 4142 w 59376"/>
                  <a:gd name="connsiteY2" fmla="*/ 15563 h 41592"/>
                  <a:gd name="connsiteX3" fmla="*/ 46850 w 59376"/>
                  <a:gd name="connsiteY3" fmla="*/ 40256 h 41592"/>
                  <a:gd name="connsiteX4" fmla="*/ 58185 w 59376"/>
                  <a:gd name="connsiteY4" fmla="*/ 37220 h 41592"/>
                  <a:gd name="connsiteX5" fmla="*/ 55149 w 59376"/>
                  <a:gd name="connsiteY5" fmla="*/ 25885 h 41592"/>
                  <a:gd name="connsiteX6" fmla="*/ 12845 w 59376"/>
                  <a:gd name="connsiteY6" fmla="*/ 1192 h 4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376" h="41592">
                    <a:moveTo>
                      <a:pt x="12845" y="1192"/>
                    </a:moveTo>
                    <a:cubicBezTo>
                      <a:pt x="8797" y="-1237"/>
                      <a:pt x="3535" y="180"/>
                      <a:pt x="1106" y="4228"/>
                    </a:cubicBezTo>
                    <a:cubicBezTo>
                      <a:pt x="-1323" y="8276"/>
                      <a:pt x="499" y="13539"/>
                      <a:pt x="4142" y="15563"/>
                    </a:cubicBezTo>
                    <a:lnTo>
                      <a:pt x="46850" y="40256"/>
                    </a:lnTo>
                    <a:cubicBezTo>
                      <a:pt x="50089" y="42685"/>
                      <a:pt x="55351" y="41876"/>
                      <a:pt x="58185" y="37220"/>
                    </a:cubicBezTo>
                    <a:cubicBezTo>
                      <a:pt x="60614" y="33172"/>
                      <a:pt x="59197" y="28314"/>
                      <a:pt x="55149" y="25885"/>
                    </a:cubicBezTo>
                    <a:lnTo>
                      <a:pt x="12845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E59333B1-3D1D-6F41-E2E0-A98B516E1345}"/>
                  </a:ext>
                </a:extLst>
              </p:cNvPr>
              <p:cNvSpPr/>
              <p:nvPr/>
            </p:nvSpPr>
            <p:spPr>
              <a:xfrm>
                <a:off x="5480498" y="7548353"/>
                <a:ext cx="59057" cy="41592"/>
              </a:xfrm>
              <a:custGeom>
                <a:avLst/>
                <a:gdLst>
                  <a:gd name="connsiteX0" fmla="*/ 12527 w 59057"/>
                  <a:gd name="connsiteY0" fmla="*/ 1192 h 41592"/>
                  <a:gd name="connsiteX1" fmla="*/ 1192 w 59057"/>
                  <a:gd name="connsiteY1" fmla="*/ 4228 h 41592"/>
                  <a:gd name="connsiteX2" fmla="*/ 4228 w 59057"/>
                  <a:gd name="connsiteY2" fmla="*/ 15968 h 41592"/>
                  <a:gd name="connsiteX3" fmla="*/ 46531 w 59057"/>
                  <a:gd name="connsiteY3" fmla="*/ 40256 h 41592"/>
                  <a:gd name="connsiteX4" fmla="*/ 57866 w 59057"/>
                  <a:gd name="connsiteY4" fmla="*/ 37220 h 41592"/>
                  <a:gd name="connsiteX5" fmla="*/ 54830 w 59057"/>
                  <a:gd name="connsiteY5" fmla="*/ 25885 h 41592"/>
                  <a:gd name="connsiteX6" fmla="*/ 12527 w 59057"/>
                  <a:gd name="connsiteY6" fmla="*/ 1192 h 4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057" h="41592">
                    <a:moveTo>
                      <a:pt x="12527" y="1192"/>
                    </a:moveTo>
                    <a:cubicBezTo>
                      <a:pt x="8478" y="-1237"/>
                      <a:pt x="3621" y="180"/>
                      <a:pt x="1192" y="4228"/>
                    </a:cubicBezTo>
                    <a:cubicBezTo>
                      <a:pt x="-1237" y="8276"/>
                      <a:pt x="180" y="13539"/>
                      <a:pt x="4228" y="15968"/>
                    </a:cubicBezTo>
                    <a:lnTo>
                      <a:pt x="46531" y="40256"/>
                    </a:lnTo>
                    <a:cubicBezTo>
                      <a:pt x="49770" y="42685"/>
                      <a:pt x="55032" y="41876"/>
                      <a:pt x="57866" y="37220"/>
                    </a:cubicBezTo>
                    <a:cubicBezTo>
                      <a:pt x="60295" y="33172"/>
                      <a:pt x="58878" y="28314"/>
                      <a:pt x="54830" y="25885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39E92126-8A52-B801-0D50-57CF02BB7922}"/>
                  </a:ext>
                </a:extLst>
              </p:cNvPr>
              <p:cNvSpPr/>
              <p:nvPr/>
            </p:nvSpPr>
            <p:spPr>
              <a:xfrm>
                <a:off x="5398523" y="7500772"/>
                <a:ext cx="59057" cy="41287"/>
              </a:xfrm>
              <a:custGeom>
                <a:avLst/>
                <a:gdLst>
                  <a:gd name="connsiteX0" fmla="*/ 12527 w 59057"/>
                  <a:gd name="connsiteY0" fmla="*/ 1005 h 41287"/>
                  <a:gd name="connsiteX1" fmla="*/ 1192 w 59057"/>
                  <a:gd name="connsiteY1" fmla="*/ 4243 h 41287"/>
                  <a:gd name="connsiteX2" fmla="*/ 4228 w 59057"/>
                  <a:gd name="connsiteY2" fmla="*/ 15578 h 41287"/>
                  <a:gd name="connsiteX3" fmla="*/ 46531 w 59057"/>
                  <a:gd name="connsiteY3" fmla="*/ 40272 h 41287"/>
                  <a:gd name="connsiteX4" fmla="*/ 57866 w 59057"/>
                  <a:gd name="connsiteY4" fmla="*/ 37235 h 41287"/>
                  <a:gd name="connsiteX5" fmla="*/ 54830 w 59057"/>
                  <a:gd name="connsiteY5" fmla="*/ 25496 h 41287"/>
                  <a:gd name="connsiteX6" fmla="*/ 12527 w 59057"/>
                  <a:gd name="connsiteY6" fmla="*/ 1005 h 41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057" h="41287">
                    <a:moveTo>
                      <a:pt x="12527" y="1005"/>
                    </a:moveTo>
                    <a:cubicBezTo>
                      <a:pt x="8478" y="-1019"/>
                      <a:pt x="3621" y="-7"/>
                      <a:pt x="1192" y="4243"/>
                    </a:cubicBezTo>
                    <a:cubicBezTo>
                      <a:pt x="-1237" y="7887"/>
                      <a:pt x="180" y="13149"/>
                      <a:pt x="4228" y="15578"/>
                    </a:cubicBezTo>
                    <a:lnTo>
                      <a:pt x="46531" y="40272"/>
                    </a:lnTo>
                    <a:cubicBezTo>
                      <a:pt x="50984" y="42498"/>
                      <a:pt x="56044" y="40879"/>
                      <a:pt x="57866" y="37235"/>
                    </a:cubicBezTo>
                    <a:cubicBezTo>
                      <a:pt x="60295" y="33187"/>
                      <a:pt x="58878" y="27925"/>
                      <a:pt x="54830" y="25496"/>
                    </a:cubicBezTo>
                    <a:lnTo>
                      <a:pt x="12527" y="100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95B63CA-54B2-B2A1-1A00-E79343CCCA24}"/>
                  </a:ext>
                </a:extLst>
              </p:cNvPr>
              <p:cNvSpPr/>
              <p:nvPr/>
            </p:nvSpPr>
            <p:spPr>
              <a:xfrm>
                <a:off x="4554377" y="7494595"/>
                <a:ext cx="52603" cy="37793"/>
              </a:xfrm>
              <a:custGeom>
                <a:avLst/>
                <a:gdLst>
                  <a:gd name="connsiteX0" fmla="*/ 40166 w 52603"/>
                  <a:gd name="connsiteY0" fmla="*/ 1110 h 37793"/>
                  <a:gd name="connsiteX1" fmla="*/ 4138 w 52603"/>
                  <a:gd name="connsiteY1" fmla="*/ 22160 h 37793"/>
                  <a:gd name="connsiteX2" fmla="*/ 1102 w 52603"/>
                  <a:gd name="connsiteY2" fmla="*/ 33495 h 37793"/>
                  <a:gd name="connsiteX3" fmla="*/ 12437 w 52603"/>
                  <a:gd name="connsiteY3" fmla="*/ 36733 h 37793"/>
                  <a:gd name="connsiteX4" fmla="*/ 48465 w 52603"/>
                  <a:gd name="connsiteY4" fmla="*/ 15683 h 37793"/>
                  <a:gd name="connsiteX5" fmla="*/ 51501 w 52603"/>
                  <a:gd name="connsiteY5" fmla="*/ 3943 h 37793"/>
                  <a:gd name="connsiteX6" fmla="*/ 40166 w 52603"/>
                  <a:gd name="connsiteY6" fmla="*/ 1110 h 3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603" h="37793">
                    <a:moveTo>
                      <a:pt x="40166" y="1110"/>
                    </a:moveTo>
                    <a:lnTo>
                      <a:pt x="4138" y="22160"/>
                    </a:lnTo>
                    <a:cubicBezTo>
                      <a:pt x="90" y="24589"/>
                      <a:pt x="-1124" y="29851"/>
                      <a:pt x="1102" y="33495"/>
                    </a:cubicBezTo>
                    <a:cubicBezTo>
                      <a:pt x="2924" y="37138"/>
                      <a:pt x="7781" y="39162"/>
                      <a:pt x="12437" y="36733"/>
                    </a:cubicBezTo>
                    <a:lnTo>
                      <a:pt x="48465" y="15683"/>
                    </a:lnTo>
                    <a:cubicBezTo>
                      <a:pt x="52513" y="13254"/>
                      <a:pt x="53728" y="7991"/>
                      <a:pt x="51501" y="3943"/>
                    </a:cubicBezTo>
                    <a:cubicBezTo>
                      <a:pt x="49275" y="98"/>
                      <a:pt x="44215" y="-1117"/>
                      <a:pt x="40166" y="1110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ABBA28A2-F2D9-22D6-52C9-9739B8C12116}"/>
                  </a:ext>
                </a:extLst>
              </p:cNvPr>
              <p:cNvSpPr/>
              <p:nvPr/>
            </p:nvSpPr>
            <p:spPr>
              <a:xfrm>
                <a:off x="4484687" y="7535286"/>
                <a:ext cx="52867" cy="37491"/>
              </a:xfrm>
              <a:custGeom>
                <a:avLst/>
                <a:gdLst>
                  <a:gd name="connsiteX0" fmla="*/ 40228 w 52867"/>
                  <a:gd name="connsiteY0" fmla="*/ 1102 h 37491"/>
                  <a:gd name="connsiteX1" fmla="*/ 4200 w 52867"/>
                  <a:gd name="connsiteY1" fmla="*/ 22152 h 37491"/>
                  <a:gd name="connsiteX2" fmla="*/ 962 w 52867"/>
                  <a:gd name="connsiteY2" fmla="*/ 33487 h 37491"/>
                  <a:gd name="connsiteX3" fmla="*/ 12701 w 52867"/>
                  <a:gd name="connsiteY3" fmla="*/ 36523 h 37491"/>
                  <a:gd name="connsiteX4" fmla="*/ 48729 w 52867"/>
                  <a:gd name="connsiteY4" fmla="*/ 15473 h 37491"/>
                  <a:gd name="connsiteX5" fmla="*/ 51765 w 52867"/>
                  <a:gd name="connsiteY5" fmla="*/ 4138 h 37491"/>
                  <a:gd name="connsiteX6" fmla="*/ 40228 w 52867"/>
                  <a:gd name="connsiteY6" fmla="*/ 1102 h 3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867" h="37491">
                    <a:moveTo>
                      <a:pt x="40228" y="1102"/>
                    </a:moveTo>
                    <a:lnTo>
                      <a:pt x="4200" y="22152"/>
                    </a:lnTo>
                    <a:cubicBezTo>
                      <a:pt x="152" y="24581"/>
                      <a:pt x="-1063" y="29439"/>
                      <a:pt x="962" y="33487"/>
                    </a:cubicBezTo>
                    <a:cubicBezTo>
                      <a:pt x="3593" y="37737"/>
                      <a:pt x="8855" y="38345"/>
                      <a:pt x="12701" y="36523"/>
                    </a:cubicBezTo>
                    <a:lnTo>
                      <a:pt x="48729" y="15473"/>
                    </a:lnTo>
                    <a:cubicBezTo>
                      <a:pt x="52777" y="13044"/>
                      <a:pt x="53992" y="8186"/>
                      <a:pt x="51765" y="4138"/>
                    </a:cubicBezTo>
                    <a:cubicBezTo>
                      <a:pt x="49134" y="90"/>
                      <a:pt x="44277" y="-1124"/>
                      <a:pt x="40228" y="110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DD1B7F1A-DABE-62CF-978E-4FB684177A2B}"/>
                  </a:ext>
                </a:extLst>
              </p:cNvPr>
              <p:cNvSpPr/>
              <p:nvPr/>
            </p:nvSpPr>
            <p:spPr>
              <a:xfrm>
                <a:off x="4407834" y="7575880"/>
                <a:ext cx="59889" cy="29174"/>
              </a:xfrm>
              <a:custGeom>
                <a:avLst/>
                <a:gdLst>
                  <a:gd name="connsiteX0" fmla="*/ 47251 w 59889"/>
                  <a:gd name="connsiteY0" fmla="*/ 1192 h 29174"/>
                  <a:gd name="connsiteX1" fmla="*/ 29844 w 59889"/>
                  <a:gd name="connsiteY1" fmla="*/ 11312 h 29174"/>
                  <a:gd name="connsiteX2" fmla="*/ 12437 w 59889"/>
                  <a:gd name="connsiteY2" fmla="*/ 1192 h 29174"/>
                  <a:gd name="connsiteX3" fmla="*/ 1102 w 59889"/>
                  <a:gd name="connsiteY3" fmla="*/ 4228 h 29174"/>
                  <a:gd name="connsiteX4" fmla="*/ 4138 w 59889"/>
                  <a:gd name="connsiteY4" fmla="*/ 15563 h 29174"/>
                  <a:gd name="connsiteX5" fmla="*/ 25796 w 59889"/>
                  <a:gd name="connsiteY5" fmla="*/ 28112 h 29174"/>
                  <a:gd name="connsiteX6" fmla="*/ 34094 w 59889"/>
                  <a:gd name="connsiteY6" fmla="*/ 28112 h 29174"/>
                  <a:gd name="connsiteX7" fmla="*/ 55752 w 59889"/>
                  <a:gd name="connsiteY7" fmla="*/ 15563 h 29174"/>
                  <a:gd name="connsiteX8" fmla="*/ 58788 w 59889"/>
                  <a:gd name="connsiteY8" fmla="*/ 4228 h 29174"/>
                  <a:gd name="connsiteX9" fmla="*/ 47251 w 59889"/>
                  <a:gd name="connsiteY9" fmla="*/ 1192 h 29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89" h="29174">
                    <a:moveTo>
                      <a:pt x="47251" y="1192"/>
                    </a:moveTo>
                    <a:lnTo>
                      <a:pt x="29844" y="11312"/>
                    </a:lnTo>
                    <a:lnTo>
                      <a:pt x="12437" y="1192"/>
                    </a:lnTo>
                    <a:cubicBezTo>
                      <a:pt x="8389" y="-1035"/>
                      <a:pt x="3328" y="180"/>
                      <a:pt x="1102" y="4228"/>
                    </a:cubicBezTo>
                    <a:cubicBezTo>
                      <a:pt x="-1124" y="8276"/>
                      <a:pt x="90" y="13336"/>
                      <a:pt x="4138" y="15563"/>
                    </a:cubicBezTo>
                    <a:lnTo>
                      <a:pt x="25796" y="28112"/>
                    </a:lnTo>
                    <a:cubicBezTo>
                      <a:pt x="28427" y="29529"/>
                      <a:pt x="31665" y="29529"/>
                      <a:pt x="34094" y="28112"/>
                    </a:cubicBezTo>
                    <a:lnTo>
                      <a:pt x="55752" y="15563"/>
                    </a:lnTo>
                    <a:cubicBezTo>
                      <a:pt x="59800" y="13336"/>
                      <a:pt x="61014" y="8074"/>
                      <a:pt x="58788" y="4228"/>
                    </a:cubicBezTo>
                    <a:cubicBezTo>
                      <a:pt x="56359" y="180"/>
                      <a:pt x="51096" y="-1237"/>
                      <a:pt x="47251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CD3FED9B-42FD-7D77-81B4-AC4F6A8E284D}"/>
                  </a:ext>
                </a:extLst>
              </p:cNvPr>
              <p:cNvSpPr/>
              <p:nvPr/>
            </p:nvSpPr>
            <p:spPr>
              <a:xfrm>
                <a:off x="4010305" y="7346553"/>
                <a:ext cx="57959" cy="40659"/>
              </a:xfrm>
              <a:custGeom>
                <a:avLst/>
                <a:gdLst>
                  <a:gd name="connsiteX0" fmla="*/ 12441 w 57959"/>
                  <a:gd name="connsiteY0" fmla="*/ 1192 h 40659"/>
                  <a:gd name="connsiteX1" fmla="*/ 1106 w 57959"/>
                  <a:gd name="connsiteY1" fmla="*/ 4228 h 40659"/>
                  <a:gd name="connsiteX2" fmla="*/ 4142 w 57959"/>
                  <a:gd name="connsiteY2" fmla="*/ 15563 h 40659"/>
                  <a:gd name="connsiteX3" fmla="*/ 45433 w 57959"/>
                  <a:gd name="connsiteY3" fmla="*/ 39649 h 40659"/>
                  <a:gd name="connsiteX4" fmla="*/ 56768 w 57959"/>
                  <a:gd name="connsiteY4" fmla="*/ 36411 h 40659"/>
                  <a:gd name="connsiteX5" fmla="*/ 53731 w 57959"/>
                  <a:gd name="connsiteY5" fmla="*/ 25076 h 40659"/>
                  <a:gd name="connsiteX6" fmla="*/ 12441 w 57959"/>
                  <a:gd name="connsiteY6" fmla="*/ 1192 h 40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59" h="40659">
                    <a:moveTo>
                      <a:pt x="12441" y="1192"/>
                    </a:moveTo>
                    <a:cubicBezTo>
                      <a:pt x="8797" y="-1237"/>
                      <a:pt x="3535" y="180"/>
                      <a:pt x="1106" y="4228"/>
                    </a:cubicBezTo>
                    <a:cubicBezTo>
                      <a:pt x="-1323" y="8276"/>
                      <a:pt x="499" y="13539"/>
                      <a:pt x="4142" y="15563"/>
                    </a:cubicBezTo>
                    <a:lnTo>
                      <a:pt x="45433" y="39649"/>
                    </a:lnTo>
                    <a:cubicBezTo>
                      <a:pt x="49886" y="41876"/>
                      <a:pt x="54339" y="40256"/>
                      <a:pt x="56768" y="36411"/>
                    </a:cubicBezTo>
                    <a:cubicBezTo>
                      <a:pt x="59197" y="32767"/>
                      <a:pt x="57780" y="27505"/>
                      <a:pt x="53731" y="25076"/>
                    </a:cubicBezTo>
                    <a:lnTo>
                      <a:pt x="12441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18A2003A-898A-9AED-D564-83D2FBC531DC}"/>
                  </a:ext>
                </a:extLst>
              </p:cNvPr>
              <p:cNvSpPr/>
              <p:nvPr/>
            </p:nvSpPr>
            <p:spPr>
              <a:xfrm>
                <a:off x="4328268" y="7529933"/>
                <a:ext cx="57774" cy="40617"/>
              </a:xfrm>
              <a:custGeom>
                <a:avLst/>
                <a:gdLst>
                  <a:gd name="connsiteX0" fmla="*/ 12660 w 57774"/>
                  <a:gd name="connsiteY0" fmla="*/ 1192 h 40617"/>
                  <a:gd name="connsiteX1" fmla="*/ 921 w 57774"/>
                  <a:gd name="connsiteY1" fmla="*/ 4228 h 40617"/>
                  <a:gd name="connsiteX2" fmla="*/ 4159 w 57774"/>
                  <a:gd name="connsiteY2" fmla="*/ 15968 h 40617"/>
                  <a:gd name="connsiteX3" fmla="*/ 45248 w 57774"/>
                  <a:gd name="connsiteY3" fmla="*/ 39649 h 40617"/>
                  <a:gd name="connsiteX4" fmla="*/ 56582 w 57774"/>
                  <a:gd name="connsiteY4" fmla="*/ 36613 h 40617"/>
                  <a:gd name="connsiteX5" fmla="*/ 53546 w 57774"/>
                  <a:gd name="connsiteY5" fmla="*/ 24873 h 40617"/>
                  <a:gd name="connsiteX6" fmla="*/ 12660 w 57774"/>
                  <a:gd name="connsiteY6" fmla="*/ 1192 h 40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774" h="40617">
                    <a:moveTo>
                      <a:pt x="12660" y="1192"/>
                    </a:moveTo>
                    <a:cubicBezTo>
                      <a:pt x="8612" y="-1237"/>
                      <a:pt x="3350" y="180"/>
                      <a:pt x="921" y="4228"/>
                    </a:cubicBezTo>
                    <a:cubicBezTo>
                      <a:pt x="-1104" y="8276"/>
                      <a:pt x="313" y="13539"/>
                      <a:pt x="4159" y="15968"/>
                    </a:cubicBezTo>
                    <a:lnTo>
                      <a:pt x="45248" y="39649"/>
                    </a:lnTo>
                    <a:cubicBezTo>
                      <a:pt x="49296" y="41673"/>
                      <a:pt x="54153" y="40459"/>
                      <a:pt x="56582" y="36613"/>
                    </a:cubicBezTo>
                    <a:cubicBezTo>
                      <a:pt x="59011" y="32565"/>
                      <a:pt x="57594" y="27302"/>
                      <a:pt x="53546" y="24873"/>
                    </a:cubicBezTo>
                    <a:lnTo>
                      <a:pt x="12660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BC0038FF-1444-743A-1A8C-3CE238844E4B}"/>
                  </a:ext>
                </a:extLst>
              </p:cNvPr>
              <p:cNvSpPr/>
              <p:nvPr/>
            </p:nvSpPr>
            <p:spPr>
              <a:xfrm>
                <a:off x="4089967" y="7392500"/>
                <a:ext cx="57843" cy="40220"/>
              </a:xfrm>
              <a:custGeom>
                <a:avLst/>
                <a:gdLst>
                  <a:gd name="connsiteX0" fmla="*/ 12527 w 57843"/>
                  <a:gd name="connsiteY0" fmla="*/ 1192 h 40220"/>
                  <a:gd name="connsiteX1" fmla="*/ 1192 w 57843"/>
                  <a:gd name="connsiteY1" fmla="*/ 4228 h 40220"/>
                  <a:gd name="connsiteX2" fmla="*/ 4228 w 57843"/>
                  <a:gd name="connsiteY2" fmla="*/ 15563 h 40220"/>
                  <a:gd name="connsiteX3" fmla="*/ 45317 w 57843"/>
                  <a:gd name="connsiteY3" fmla="*/ 39244 h 40220"/>
                  <a:gd name="connsiteX4" fmla="*/ 56651 w 57843"/>
                  <a:gd name="connsiteY4" fmla="*/ 36208 h 40220"/>
                  <a:gd name="connsiteX5" fmla="*/ 53615 w 57843"/>
                  <a:gd name="connsiteY5" fmla="*/ 24873 h 40220"/>
                  <a:gd name="connsiteX6" fmla="*/ 12527 w 57843"/>
                  <a:gd name="connsiteY6" fmla="*/ 1192 h 4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843" h="40220">
                    <a:moveTo>
                      <a:pt x="12527" y="1192"/>
                    </a:moveTo>
                    <a:cubicBezTo>
                      <a:pt x="8478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5317" y="39244"/>
                    </a:lnTo>
                    <a:cubicBezTo>
                      <a:pt x="49972" y="41471"/>
                      <a:pt x="55032" y="39649"/>
                      <a:pt x="56651" y="36208"/>
                    </a:cubicBezTo>
                    <a:cubicBezTo>
                      <a:pt x="59080" y="32160"/>
                      <a:pt x="57663" y="27302"/>
                      <a:pt x="53615" y="24873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2DEC50F2-4559-1A2E-FD33-661B79AE499D}"/>
                  </a:ext>
                </a:extLst>
              </p:cNvPr>
              <p:cNvSpPr/>
              <p:nvPr/>
            </p:nvSpPr>
            <p:spPr>
              <a:xfrm>
                <a:off x="4248653" y="7484190"/>
                <a:ext cx="58045" cy="40482"/>
              </a:xfrm>
              <a:custGeom>
                <a:avLst/>
                <a:gdLst>
                  <a:gd name="connsiteX0" fmla="*/ 12527 w 58045"/>
                  <a:gd name="connsiteY0" fmla="*/ 1192 h 40482"/>
                  <a:gd name="connsiteX1" fmla="*/ 1192 w 58045"/>
                  <a:gd name="connsiteY1" fmla="*/ 4228 h 40482"/>
                  <a:gd name="connsiteX2" fmla="*/ 4228 w 58045"/>
                  <a:gd name="connsiteY2" fmla="*/ 15563 h 40482"/>
                  <a:gd name="connsiteX3" fmla="*/ 45519 w 58045"/>
                  <a:gd name="connsiteY3" fmla="*/ 39244 h 40482"/>
                  <a:gd name="connsiteX4" fmla="*/ 56854 w 58045"/>
                  <a:gd name="connsiteY4" fmla="*/ 36208 h 40482"/>
                  <a:gd name="connsiteX5" fmla="*/ 53818 w 58045"/>
                  <a:gd name="connsiteY5" fmla="*/ 24873 h 40482"/>
                  <a:gd name="connsiteX6" fmla="*/ 12527 w 58045"/>
                  <a:gd name="connsiteY6" fmla="*/ 1192 h 4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045" h="40482">
                    <a:moveTo>
                      <a:pt x="12527" y="1192"/>
                    </a:moveTo>
                    <a:cubicBezTo>
                      <a:pt x="8478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5519" y="39244"/>
                    </a:lnTo>
                    <a:cubicBezTo>
                      <a:pt x="50579" y="41876"/>
                      <a:pt x="54425" y="40054"/>
                      <a:pt x="56854" y="36208"/>
                    </a:cubicBezTo>
                    <a:cubicBezTo>
                      <a:pt x="59282" y="32160"/>
                      <a:pt x="57866" y="27302"/>
                      <a:pt x="53818" y="24873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5BF68298-CAF7-FDE8-3032-7A2199E1E4A6}"/>
                  </a:ext>
                </a:extLst>
              </p:cNvPr>
              <p:cNvSpPr/>
              <p:nvPr/>
            </p:nvSpPr>
            <p:spPr>
              <a:xfrm>
                <a:off x="4169310" y="7438243"/>
                <a:ext cx="57843" cy="40620"/>
              </a:xfrm>
              <a:custGeom>
                <a:avLst/>
                <a:gdLst>
                  <a:gd name="connsiteX0" fmla="*/ 12527 w 57843"/>
                  <a:gd name="connsiteY0" fmla="*/ 1192 h 40620"/>
                  <a:gd name="connsiteX1" fmla="*/ 1192 w 57843"/>
                  <a:gd name="connsiteY1" fmla="*/ 4228 h 40620"/>
                  <a:gd name="connsiteX2" fmla="*/ 4228 w 57843"/>
                  <a:gd name="connsiteY2" fmla="*/ 15968 h 40620"/>
                  <a:gd name="connsiteX3" fmla="*/ 45316 w 57843"/>
                  <a:gd name="connsiteY3" fmla="*/ 39649 h 40620"/>
                  <a:gd name="connsiteX4" fmla="*/ 56651 w 57843"/>
                  <a:gd name="connsiteY4" fmla="*/ 36411 h 40620"/>
                  <a:gd name="connsiteX5" fmla="*/ 53615 w 57843"/>
                  <a:gd name="connsiteY5" fmla="*/ 25076 h 40620"/>
                  <a:gd name="connsiteX6" fmla="*/ 12527 w 57843"/>
                  <a:gd name="connsiteY6" fmla="*/ 1192 h 40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843" h="40620">
                    <a:moveTo>
                      <a:pt x="12527" y="1192"/>
                    </a:moveTo>
                    <a:cubicBezTo>
                      <a:pt x="8479" y="-1237"/>
                      <a:pt x="3621" y="180"/>
                      <a:pt x="1192" y="4228"/>
                    </a:cubicBezTo>
                    <a:cubicBezTo>
                      <a:pt x="-1237" y="8276"/>
                      <a:pt x="180" y="13539"/>
                      <a:pt x="4228" y="15968"/>
                    </a:cubicBezTo>
                    <a:lnTo>
                      <a:pt x="45316" y="39649"/>
                    </a:lnTo>
                    <a:cubicBezTo>
                      <a:pt x="49972" y="41876"/>
                      <a:pt x="54830" y="40054"/>
                      <a:pt x="56651" y="36411"/>
                    </a:cubicBezTo>
                    <a:cubicBezTo>
                      <a:pt x="59080" y="32767"/>
                      <a:pt x="57663" y="27505"/>
                      <a:pt x="53615" y="25076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6F4FFEA-0895-3411-8033-871C8C434DAE}"/>
                  </a:ext>
                </a:extLst>
              </p:cNvPr>
              <p:cNvSpPr/>
              <p:nvPr/>
            </p:nvSpPr>
            <p:spPr>
              <a:xfrm>
                <a:off x="3930875" y="7300810"/>
                <a:ext cx="57976" cy="40212"/>
              </a:xfrm>
              <a:custGeom>
                <a:avLst/>
                <a:gdLst>
                  <a:gd name="connsiteX0" fmla="*/ 12527 w 57976"/>
                  <a:gd name="connsiteY0" fmla="*/ 1192 h 40212"/>
                  <a:gd name="connsiteX1" fmla="*/ 1192 w 57976"/>
                  <a:gd name="connsiteY1" fmla="*/ 4228 h 40212"/>
                  <a:gd name="connsiteX2" fmla="*/ 4228 w 57976"/>
                  <a:gd name="connsiteY2" fmla="*/ 15563 h 40212"/>
                  <a:gd name="connsiteX3" fmla="*/ 45317 w 57976"/>
                  <a:gd name="connsiteY3" fmla="*/ 39244 h 40212"/>
                  <a:gd name="connsiteX4" fmla="*/ 57056 w 57976"/>
                  <a:gd name="connsiteY4" fmla="*/ 36208 h 40212"/>
                  <a:gd name="connsiteX5" fmla="*/ 53818 w 57976"/>
                  <a:gd name="connsiteY5" fmla="*/ 24874 h 40212"/>
                  <a:gd name="connsiteX6" fmla="*/ 12527 w 57976"/>
                  <a:gd name="connsiteY6" fmla="*/ 1192 h 4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76" h="40212">
                    <a:moveTo>
                      <a:pt x="12527" y="1192"/>
                    </a:moveTo>
                    <a:cubicBezTo>
                      <a:pt x="8478" y="-1237"/>
                      <a:pt x="3621" y="180"/>
                      <a:pt x="1192" y="4228"/>
                    </a:cubicBezTo>
                    <a:cubicBezTo>
                      <a:pt x="-1237" y="8276"/>
                      <a:pt x="180" y="13134"/>
                      <a:pt x="4228" y="15563"/>
                    </a:cubicBezTo>
                    <a:lnTo>
                      <a:pt x="45317" y="39244"/>
                    </a:lnTo>
                    <a:cubicBezTo>
                      <a:pt x="49162" y="41066"/>
                      <a:pt x="54222" y="40459"/>
                      <a:pt x="57056" y="36208"/>
                    </a:cubicBezTo>
                    <a:cubicBezTo>
                      <a:pt x="59080" y="32160"/>
                      <a:pt x="57663" y="27302"/>
                      <a:pt x="53818" y="24874"/>
                    </a:cubicBezTo>
                    <a:lnTo>
                      <a:pt x="12527" y="1192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7542BB2C-1FBB-3706-8570-EA05BD767AA1}"/>
                  </a:ext>
                </a:extLst>
              </p:cNvPr>
              <p:cNvSpPr/>
              <p:nvPr/>
            </p:nvSpPr>
            <p:spPr>
              <a:xfrm>
                <a:off x="3871092" y="7253739"/>
                <a:ext cx="38192" cy="41673"/>
              </a:xfrm>
              <a:custGeom>
                <a:avLst/>
                <a:gdLst>
                  <a:gd name="connsiteX0" fmla="*/ 24947 w 38192"/>
                  <a:gd name="connsiteY0" fmla="*/ 20735 h 41673"/>
                  <a:gd name="connsiteX1" fmla="*/ 34055 w 38192"/>
                  <a:gd name="connsiteY1" fmla="*/ 15473 h 41673"/>
                  <a:gd name="connsiteX2" fmla="*/ 37091 w 38192"/>
                  <a:gd name="connsiteY2" fmla="*/ 4138 h 41673"/>
                  <a:gd name="connsiteX3" fmla="*/ 25756 w 38192"/>
                  <a:gd name="connsiteY3" fmla="*/ 1102 h 41673"/>
                  <a:gd name="connsiteX4" fmla="*/ 4099 w 38192"/>
                  <a:gd name="connsiteY4" fmla="*/ 13651 h 41673"/>
                  <a:gd name="connsiteX5" fmla="*/ 4099 w 38192"/>
                  <a:gd name="connsiteY5" fmla="*/ 28022 h 41673"/>
                  <a:gd name="connsiteX6" fmla="*/ 25756 w 38192"/>
                  <a:gd name="connsiteY6" fmla="*/ 40571 h 41673"/>
                  <a:gd name="connsiteX7" fmla="*/ 37091 w 38192"/>
                  <a:gd name="connsiteY7" fmla="*/ 37535 h 41673"/>
                  <a:gd name="connsiteX8" fmla="*/ 34055 w 38192"/>
                  <a:gd name="connsiteY8" fmla="*/ 26200 h 41673"/>
                  <a:gd name="connsiteX9" fmla="*/ 24947 w 38192"/>
                  <a:gd name="connsiteY9" fmla="*/ 20735 h 41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92" h="41673">
                    <a:moveTo>
                      <a:pt x="24947" y="20735"/>
                    </a:moveTo>
                    <a:lnTo>
                      <a:pt x="34055" y="15473"/>
                    </a:lnTo>
                    <a:cubicBezTo>
                      <a:pt x="38103" y="13044"/>
                      <a:pt x="39318" y="7984"/>
                      <a:pt x="37091" y="4138"/>
                    </a:cubicBezTo>
                    <a:cubicBezTo>
                      <a:pt x="34662" y="90"/>
                      <a:pt x="29602" y="-1124"/>
                      <a:pt x="25756" y="1102"/>
                    </a:cubicBezTo>
                    <a:lnTo>
                      <a:pt x="4099" y="13651"/>
                    </a:lnTo>
                    <a:cubicBezTo>
                      <a:pt x="-1366" y="16890"/>
                      <a:pt x="-1366" y="24783"/>
                      <a:pt x="4099" y="28022"/>
                    </a:cubicBezTo>
                    <a:lnTo>
                      <a:pt x="25756" y="40571"/>
                    </a:lnTo>
                    <a:cubicBezTo>
                      <a:pt x="29804" y="42798"/>
                      <a:pt x="34864" y="41583"/>
                      <a:pt x="37091" y="37535"/>
                    </a:cubicBezTo>
                    <a:cubicBezTo>
                      <a:pt x="39318" y="33487"/>
                      <a:pt x="38103" y="28427"/>
                      <a:pt x="34055" y="26200"/>
                    </a:cubicBezTo>
                    <a:lnTo>
                      <a:pt x="24947" y="20735"/>
                    </a:ln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00440291-A678-7AAF-2E5C-E534086C0075}"/>
                  </a:ext>
                </a:extLst>
              </p:cNvPr>
              <p:cNvSpPr/>
              <p:nvPr/>
            </p:nvSpPr>
            <p:spPr>
              <a:xfrm>
                <a:off x="4257244" y="7017111"/>
                <a:ext cx="58675" cy="41223"/>
              </a:xfrm>
              <a:custGeom>
                <a:avLst/>
                <a:gdLst>
                  <a:gd name="connsiteX0" fmla="*/ 46239 w 58675"/>
                  <a:gd name="connsiteY0" fmla="*/ 915 h 41223"/>
                  <a:gd name="connsiteX1" fmla="*/ 4138 w 58675"/>
                  <a:gd name="connsiteY1" fmla="*/ 25608 h 41223"/>
                  <a:gd name="connsiteX2" fmla="*/ 1102 w 58675"/>
                  <a:gd name="connsiteY2" fmla="*/ 36943 h 41223"/>
                  <a:gd name="connsiteX3" fmla="*/ 12437 w 58675"/>
                  <a:gd name="connsiteY3" fmla="*/ 39979 h 41223"/>
                  <a:gd name="connsiteX4" fmla="*/ 54537 w 58675"/>
                  <a:gd name="connsiteY4" fmla="*/ 15690 h 41223"/>
                  <a:gd name="connsiteX5" fmla="*/ 57573 w 58675"/>
                  <a:gd name="connsiteY5" fmla="*/ 4356 h 41223"/>
                  <a:gd name="connsiteX6" fmla="*/ 46239 w 58675"/>
                  <a:gd name="connsiteY6" fmla="*/ 915 h 41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223">
                    <a:moveTo>
                      <a:pt x="46239" y="915"/>
                    </a:moveTo>
                    <a:lnTo>
                      <a:pt x="4138" y="25608"/>
                    </a:lnTo>
                    <a:cubicBezTo>
                      <a:pt x="90" y="28037"/>
                      <a:pt x="-1124" y="32895"/>
                      <a:pt x="1102" y="36943"/>
                    </a:cubicBezTo>
                    <a:cubicBezTo>
                      <a:pt x="2721" y="40384"/>
                      <a:pt x="6769" y="42813"/>
                      <a:pt x="12437" y="39979"/>
                    </a:cubicBezTo>
                    <a:lnTo>
                      <a:pt x="54537" y="15690"/>
                    </a:lnTo>
                    <a:cubicBezTo>
                      <a:pt x="58585" y="13261"/>
                      <a:pt x="59800" y="7999"/>
                      <a:pt x="57573" y="4356"/>
                    </a:cubicBezTo>
                    <a:cubicBezTo>
                      <a:pt x="55347" y="307"/>
                      <a:pt x="50287" y="-1109"/>
                      <a:pt x="46239" y="915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21F7393E-2838-9597-4E65-DFD9DBA0FA03}"/>
                  </a:ext>
                </a:extLst>
              </p:cNvPr>
              <p:cNvSpPr/>
              <p:nvPr/>
            </p:nvSpPr>
            <p:spPr>
              <a:xfrm>
                <a:off x="4338612" y="6969875"/>
                <a:ext cx="58675" cy="41133"/>
              </a:xfrm>
              <a:custGeom>
                <a:avLst/>
                <a:gdLst>
                  <a:gd name="connsiteX0" fmla="*/ 46238 w 58675"/>
                  <a:gd name="connsiteY0" fmla="*/ 1192 h 41133"/>
                  <a:gd name="connsiteX1" fmla="*/ 4138 w 58675"/>
                  <a:gd name="connsiteY1" fmla="*/ 25481 h 41133"/>
                  <a:gd name="connsiteX2" fmla="*/ 1102 w 58675"/>
                  <a:gd name="connsiteY2" fmla="*/ 36816 h 41133"/>
                  <a:gd name="connsiteX3" fmla="*/ 12437 w 58675"/>
                  <a:gd name="connsiteY3" fmla="*/ 39852 h 41133"/>
                  <a:gd name="connsiteX4" fmla="*/ 54537 w 58675"/>
                  <a:gd name="connsiteY4" fmla="*/ 15563 h 41133"/>
                  <a:gd name="connsiteX5" fmla="*/ 57573 w 58675"/>
                  <a:gd name="connsiteY5" fmla="*/ 4228 h 41133"/>
                  <a:gd name="connsiteX6" fmla="*/ 46238 w 58675"/>
                  <a:gd name="connsiteY6" fmla="*/ 1192 h 41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133">
                    <a:moveTo>
                      <a:pt x="46238" y="1192"/>
                    </a:moveTo>
                    <a:lnTo>
                      <a:pt x="4138" y="25481"/>
                    </a:lnTo>
                    <a:cubicBezTo>
                      <a:pt x="90" y="27910"/>
                      <a:pt x="-1124" y="32767"/>
                      <a:pt x="1102" y="36816"/>
                    </a:cubicBezTo>
                    <a:cubicBezTo>
                      <a:pt x="3126" y="40864"/>
                      <a:pt x="8793" y="42483"/>
                      <a:pt x="12437" y="39852"/>
                    </a:cubicBezTo>
                    <a:lnTo>
                      <a:pt x="54537" y="15563"/>
                    </a:lnTo>
                    <a:cubicBezTo>
                      <a:pt x="58585" y="13134"/>
                      <a:pt x="59800" y="8276"/>
                      <a:pt x="57573" y="4228"/>
                    </a:cubicBezTo>
                    <a:cubicBezTo>
                      <a:pt x="55347" y="180"/>
                      <a:pt x="50287" y="-1237"/>
                      <a:pt x="46238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9F4DC2A1-6326-702E-F732-41B4F7C8973E}"/>
                  </a:ext>
                </a:extLst>
              </p:cNvPr>
              <p:cNvSpPr/>
              <p:nvPr/>
            </p:nvSpPr>
            <p:spPr>
              <a:xfrm>
                <a:off x="4175877" y="7064372"/>
                <a:ext cx="58675" cy="41096"/>
              </a:xfrm>
              <a:custGeom>
                <a:avLst/>
                <a:gdLst>
                  <a:gd name="connsiteX0" fmla="*/ 46239 w 58675"/>
                  <a:gd name="connsiteY0" fmla="*/ 1016 h 41096"/>
                  <a:gd name="connsiteX1" fmla="*/ 4138 w 58675"/>
                  <a:gd name="connsiteY1" fmla="*/ 25710 h 41096"/>
                  <a:gd name="connsiteX2" fmla="*/ 1102 w 58675"/>
                  <a:gd name="connsiteY2" fmla="*/ 37045 h 41096"/>
                  <a:gd name="connsiteX3" fmla="*/ 12437 w 58675"/>
                  <a:gd name="connsiteY3" fmla="*/ 40081 h 41096"/>
                  <a:gd name="connsiteX4" fmla="*/ 54537 w 58675"/>
                  <a:gd name="connsiteY4" fmla="*/ 15792 h 41096"/>
                  <a:gd name="connsiteX5" fmla="*/ 57573 w 58675"/>
                  <a:gd name="connsiteY5" fmla="*/ 4052 h 41096"/>
                  <a:gd name="connsiteX6" fmla="*/ 46239 w 58675"/>
                  <a:gd name="connsiteY6" fmla="*/ 1016 h 41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096">
                    <a:moveTo>
                      <a:pt x="46239" y="1016"/>
                    </a:moveTo>
                    <a:lnTo>
                      <a:pt x="4138" y="25710"/>
                    </a:lnTo>
                    <a:cubicBezTo>
                      <a:pt x="90" y="28139"/>
                      <a:pt x="-1124" y="32996"/>
                      <a:pt x="1102" y="37045"/>
                    </a:cubicBezTo>
                    <a:cubicBezTo>
                      <a:pt x="2924" y="40688"/>
                      <a:pt x="8186" y="42307"/>
                      <a:pt x="12437" y="40081"/>
                    </a:cubicBezTo>
                    <a:lnTo>
                      <a:pt x="54537" y="15792"/>
                    </a:lnTo>
                    <a:cubicBezTo>
                      <a:pt x="58585" y="13363"/>
                      <a:pt x="59800" y="8101"/>
                      <a:pt x="57573" y="4052"/>
                    </a:cubicBezTo>
                    <a:cubicBezTo>
                      <a:pt x="55347" y="409"/>
                      <a:pt x="50287" y="-1210"/>
                      <a:pt x="46239" y="1016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ECA95B17-C0E2-11EF-C0D9-D242E0E34B7C}"/>
                  </a:ext>
                </a:extLst>
              </p:cNvPr>
              <p:cNvSpPr/>
              <p:nvPr/>
            </p:nvSpPr>
            <p:spPr>
              <a:xfrm>
                <a:off x="4013345" y="7158923"/>
                <a:ext cx="58675" cy="41272"/>
              </a:xfrm>
              <a:custGeom>
                <a:avLst/>
                <a:gdLst>
                  <a:gd name="connsiteX0" fmla="*/ 46239 w 58675"/>
                  <a:gd name="connsiteY0" fmla="*/ 1192 h 41272"/>
                  <a:gd name="connsiteX1" fmla="*/ 4138 w 58675"/>
                  <a:gd name="connsiteY1" fmla="*/ 25886 h 41272"/>
                  <a:gd name="connsiteX2" fmla="*/ 1102 w 58675"/>
                  <a:gd name="connsiteY2" fmla="*/ 37220 h 41272"/>
                  <a:gd name="connsiteX3" fmla="*/ 12437 w 58675"/>
                  <a:gd name="connsiteY3" fmla="*/ 40256 h 41272"/>
                  <a:gd name="connsiteX4" fmla="*/ 54537 w 58675"/>
                  <a:gd name="connsiteY4" fmla="*/ 15563 h 41272"/>
                  <a:gd name="connsiteX5" fmla="*/ 57573 w 58675"/>
                  <a:gd name="connsiteY5" fmla="*/ 4228 h 41272"/>
                  <a:gd name="connsiteX6" fmla="*/ 46239 w 58675"/>
                  <a:gd name="connsiteY6" fmla="*/ 1192 h 41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272">
                    <a:moveTo>
                      <a:pt x="46239" y="1192"/>
                    </a:moveTo>
                    <a:lnTo>
                      <a:pt x="4138" y="25886"/>
                    </a:lnTo>
                    <a:cubicBezTo>
                      <a:pt x="90" y="28314"/>
                      <a:pt x="-1124" y="33172"/>
                      <a:pt x="1102" y="37220"/>
                    </a:cubicBezTo>
                    <a:cubicBezTo>
                      <a:pt x="2924" y="40863"/>
                      <a:pt x="7984" y="42483"/>
                      <a:pt x="12437" y="40256"/>
                    </a:cubicBezTo>
                    <a:lnTo>
                      <a:pt x="54537" y="15563"/>
                    </a:lnTo>
                    <a:cubicBezTo>
                      <a:pt x="58585" y="13539"/>
                      <a:pt x="59800" y="8276"/>
                      <a:pt x="57573" y="4228"/>
                    </a:cubicBezTo>
                    <a:cubicBezTo>
                      <a:pt x="55145" y="180"/>
                      <a:pt x="50084" y="-1237"/>
                      <a:pt x="46239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8E618F22-9B74-79D3-4AC9-70374ED9BD5C}"/>
                  </a:ext>
                </a:extLst>
              </p:cNvPr>
              <p:cNvSpPr/>
              <p:nvPr/>
            </p:nvSpPr>
            <p:spPr>
              <a:xfrm>
                <a:off x="3931977" y="7206286"/>
                <a:ext cx="58675" cy="41272"/>
              </a:xfrm>
              <a:custGeom>
                <a:avLst/>
                <a:gdLst>
                  <a:gd name="connsiteX0" fmla="*/ 46239 w 58675"/>
                  <a:gd name="connsiteY0" fmla="*/ 1192 h 41272"/>
                  <a:gd name="connsiteX1" fmla="*/ 4138 w 58675"/>
                  <a:gd name="connsiteY1" fmla="*/ 25885 h 41272"/>
                  <a:gd name="connsiteX2" fmla="*/ 1102 w 58675"/>
                  <a:gd name="connsiteY2" fmla="*/ 37220 h 41272"/>
                  <a:gd name="connsiteX3" fmla="*/ 12437 w 58675"/>
                  <a:gd name="connsiteY3" fmla="*/ 40256 h 41272"/>
                  <a:gd name="connsiteX4" fmla="*/ 54537 w 58675"/>
                  <a:gd name="connsiteY4" fmla="*/ 15563 h 41272"/>
                  <a:gd name="connsiteX5" fmla="*/ 57573 w 58675"/>
                  <a:gd name="connsiteY5" fmla="*/ 4228 h 41272"/>
                  <a:gd name="connsiteX6" fmla="*/ 46239 w 58675"/>
                  <a:gd name="connsiteY6" fmla="*/ 1192 h 41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272">
                    <a:moveTo>
                      <a:pt x="46239" y="1192"/>
                    </a:moveTo>
                    <a:lnTo>
                      <a:pt x="4138" y="25885"/>
                    </a:lnTo>
                    <a:cubicBezTo>
                      <a:pt x="90" y="28314"/>
                      <a:pt x="-1124" y="33172"/>
                      <a:pt x="1102" y="37220"/>
                    </a:cubicBezTo>
                    <a:cubicBezTo>
                      <a:pt x="2924" y="40863"/>
                      <a:pt x="8186" y="42483"/>
                      <a:pt x="12437" y="40256"/>
                    </a:cubicBezTo>
                    <a:lnTo>
                      <a:pt x="54537" y="15563"/>
                    </a:lnTo>
                    <a:cubicBezTo>
                      <a:pt x="58585" y="13134"/>
                      <a:pt x="59800" y="8276"/>
                      <a:pt x="57573" y="4228"/>
                    </a:cubicBezTo>
                    <a:cubicBezTo>
                      <a:pt x="55144" y="180"/>
                      <a:pt x="50084" y="-1237"/>
                      <a:pt x="46239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0DF5C494-0AD9-45AA-A97F-1AC47DFD4D4C}"/>
                  </a:ext>
                </a:extLst>
              </p:cNvPr>
              <p:cNvSpPr/>
              <p:nvPr/>
            </p:nvSpPr>
            <p:spPr>
              <a:xfrm>
                <a:off x="4094510" y="7111560"/>
                <a:ext cx="58675" cy="41272"/>
              </a:xfrm>
              <a:custGeom>
                <a:avLst/>
                <a:gdLst>
                  <a:gd name="connsiteX0" fmla="*/ 46239 w 58675"/>
                  <a:gd name="connsiteY0" fmla="*/ 1192 h 41272"/>
                  <a:gd name="connsiteX1" fmla="*/ 4138 w 58675"/>
                  <a:gd name="connsiteY1" fmla="*/ 25886 h 41272"/>
                  <a:gd name="connsiteX2" fmla="*/ 1102 w 58675"/>
                  <a:gd name="connsiteY2" fmla="*/ 37220 h 41272"/>
                  <a:gd name="connsiteX3" fmla="*/ 12437 w 58675"/>
                  <a:gd name="connsiteY3" fmla="*/ 40256 h 41272"/>
                  <a:gd name="connsiteX4" fmla="*/ 54537 w 58675"/>
                  <a:gd name="connsiteY4" fmla="*/ 15968 h 41272"/>
                  <a:gd name="connsiteX5" fmla="*/ 57573 w 58675"/>
                  <a:gd name="connsiteY5" fmla="*/ 4228 h 41272"/>
                  <a:gd name="connsiteX6" fmla="*/ 46239 w 58675"/>
                  <a:gd name="connsiteY6" fmla="*/ 1192 h 41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675" h="41272">
                    <a:moveTo>
                      <a:pt x="46239" y="1192"/>
                    </a:moveTo>
                    <a:lnTo>
                      <a:pt x="4138" y="25886"/>
                    </a:lnTo>
                    <a:cubicBezTo>
                      <a:pt x="90" y="28314"/>
                      <a:pt x="-1125" y="33172"/>
                      <a:pt x="1102" y="37220"/>
                    </a:cubicBezTo>
                    <a:cubicBezTo>
                      <a:pt x="2924" y="40864"/>
                      <a:pt x="7984" y="42483"/>
                      <a:pt x="12437" y="40256"/>
                    </a:cubicBezTo>
                    <a:lnTo>
                      <a:pt x="54537" y="15968"/>
                    </a:lnTo>
                    <a:cubicBezTo>
                      <a:pt x="58585" y="13539"/>
                      <a:pt x="59800" y="8276"/>
                      <a:pt x="57573" y="4228"/>
                    </a:cubicBezTo>
                    <a:cubicBezTo>
                      <a:pt x="55347" y="180"/>
                      <a:pt x="50287" y="-1237"/>
                      <a:pt x="46239" y="119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CA3D6A08-920B-C639-9EF9-93BC71BD6E4A}"/>
                  </a:ext>
                </a:extLst>
              </p:cNvPr>
              <p:cNvSpPr/>
              <p:nvPr/>
            </p:nvSpPr>
            <p:spPr>
              <a:xfrm>
                <a:off x="4419979" y="6934544"/>
                <a:ext cx="38232" cy="29080"/>
              </a:xfrm>
              <a:custGeom>
                <a:avLst/>
                <a:gdLst>
                  <a:gd name="connsiteX0" fmla="*/ 12437 w 38232"/>
                  <a:gd name="connsiteY0" fmla="*/ 28022 h 29080"/>
                  <a:gd name="connsiteX1" fmla="*/ 34094 w 38232"/>
                  <a:gd name="connsiteY1" fmla="*/ 15473 h 29080"/>
                  <a:gd name="connsiteX2" fmla="*/ 37130 w 38232"/>
                  <a:gd name="connsiteY2" fmla="*/ 4138 h 29080"/>
                  <a:gd name="connsiteX3" fmla="*/ 25796 w 38232"/>
                  <a:gd name="connsiteY3" fmla="*/ 1102 h 29080"/>
                  <a:gd name="connsiteX4" fmla="*/ 4138 w 38232"/>
                  <a:gd name="connsiteY4" fmla="*/ 13651 h 29080"/>
                  <a:gd name="connsiteX5" fmla="*/ 1102 w 38232"/>
                  <a:gd name="connsiteY5" fmla="*/ 24986 h 29080"/>
                  <a:gd name="connsiteX6" fmla="*/ 12437 w 38232"/>
                  <a:gd name="connsiteY6" fmla="*/ 28022 h 2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232" h="29080">
                    <a:moveTo>
                      <a:pt x="12437" y="28022"/>
                    </a:moveTo>
                    <a:lnTo>
                      <a:pt x="34094" y="15473"/>
                    </a:lnTo>
                    <a:cubicBezTo>
                      <a:pt x="38142" y="13246"/>
                      <a:pt x="39357" y="7984"/>
                      <a:pt x="37130" y="4138"/>
                    </a:cubicBezTo>
                    <a:cubicBezTo>
                      <a:pt x="34904" y="90"/>
                      <a:pt x="29641" y="-1124"/>
                      <a:pt x="25796" y="1102"/>
                    </a:cubicBezTo>
                    <a:lnTo>
                      <a:pt x="4138" y="13651"/>
                    </a:lnTo>
                    <a:cubicBezTo>
                      <a:pt x="90" y="15878"/>
                      <a:pt x="-1124" y="21140"/>
                      <a:pt x="1102" y="24986"/>
                    </a:cubicBezTo>
                    <a:cubicBezTo>
                      <a:pt x="3328" y="28832"/>
                      <a:pt x="8591" y="30249"/>
                      <a:pt x="12437" y="28022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4A2C934F-7333-29F4-7795-5922E52E95EC}"/>
                  </a:ext>
                </a:extLst>
              </p:cNvPr>
              <p:cNvSpPr/>
              <p:nvPr/>
            </p:nvSpPr>
            <p:spPr>
              <a:xfrm>
                <a:off x="5629041" y="5618184"/>
                <a:ext cx="102417" cy="102417"/>
              </a:xfrm>
              <a:custGeom>
                <a:avLst/>
                <a:gdLst>
                  <a:gd name="connsiteX0" fmla="*/ 99989 w 102417"/>
                  <a:gd name="connsiteY0" fmla="*/ 2429 h 102417"/>
                  <a:gd name="connsiteX1" fmla="*/ 88249 w 102417"/>
                  <a:gd name="connsiteY1" fmla="*/ 2429 h 102417"/>
                  <a:gd name="connsiteX2" fmla="*/ 51209 w 102417"/>
                  <a:gd name="connsiteY2" fmla="*/ 39469 h 102417"/>
                  <a:gd name="connsiteX3" fmla="*/ 14168 w 102417"/>
                  <a:gd name="connsiteY3" fmla="*/ 2429 h 102417"/>
                  <a:gd name="connsiteX4" fmla="*/ 2429 w 102417"/>
                  <a:gd name="connsiteY4" fmla="*/ 2429 h 102417"/>
                  <a:gd name="connsiteX5" fmla="*/ 2429 w 102417"/>
                  <a:gd name="connsiteY5" fmla="*/ 14168 h 102417"/>
                  <a:gd name="connsiteX6" fmla="*/ 39469 w 102417"/>
                  <a:gd name="connsiteY6" fmla="*/ 51209 h 102417"/>
                  <a:gd name="connsiteX7" fmla="*/ 2429 w 102417"/>
                  <a:gd name="connsiteY7" fmla="*/ 88249 h 102417"/>
                  <a:gd name="connsiteX8" fmla="*/ 2429 w 102417"/>
                  <a:gd name="connsiteY8" fmla="*/ 99989 h 102417"/>
                  <a:gd name="connsiteX9" fmla="*/ 14168 w 102417"/>
                  <a:gd name="connsiteY9" fmla="*/ 99989 h 102417"/>
                  <a:gd name="connsiteX10" fmla="*/ 51209 w 102417"/>
                  <a:gd name="connsiteY10" fmla="*/ 62948 h 102417"/>
                  <a:gd name="connsiteX11" fmla="*/ 88249 w 102417"/>
                  <a:gd name="connsiteY11" fmla="*/ 99989 h 102417"/>
                  <a:gd name="connsiteX12" fmla="*/ 99989 w 102417"/>
                  <a:gd name="connsiteY12" fmla="*/ 99989 h 102417"/>
                  <a:gd name="connsiteX13" fmla="*/ 99989 w 102417"/>
                  <a:gd name="connsiteY13" fmla="*/ 88249 h 102417"/>
                  <a:gd name="connsiteX14" fmla="*/ 62948 w 102417"/>
                  <a:gd name="connsiteY14" fmla="*/ 51209 h 102417"/>
                  <a:gd name="connsiteX15" fmla="*/ 99989 w 102417"/>
                  <a:gd name="connsiteY15" fmla="*/ 14168 h 102417"/>
                  <a:gd name="connsiteX16" fmla="*/ 99989 w 102417"/>
                  <a:gd name="connsiteY16" fmla="*/ 2429 h 102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2417" h="102417">
                    <a:moveTo>
                      <a:pt x="99989" y="2429"/>
                    </a:moveTo>
                    <a:cubicBezTo>
                      <a:pt x="96750" y="-810"/>
                      <a:pt x="91488" y="-810"/>
                      <a:pt x="88249" y="2429"/>
                    </a:cubicBezTo>
                    <a:lnTo>
                      <a:pt x="51209" y="39469"/>
                    </a:lnTo>
                    <a:lnTo>
                      <a:pt x="14168" y="2429"/>
                    </a:lnTo>
                    <a:cubicBezTo>
                      <a:pt x="10930" y="-810"/>
                      <a:pt x="5667" y="-810"/>
                      <a:pt x="2429" y="2429"/>
                    </a:cubicBezTo>
                    <a:cubicBezTo>
                      <a:pt x="-810" y="5667"/>
                      <a:pt x="-810" y="10930"/>
                      <a:pt x="2429" y="14168"/>
                    </a:cubicBezTo>
                    <a:lnTo>
                      <a:pt x="39469" y="51209"/>
                    </a:lnTo>
                    <a:lnTo>
                      <a:pt x="2429" y="88249"/>
                    </a:lnTo>
                    <a:cubicBezTo>
                      <a:pt x="-810" y="91488"/>
                      <a:pt x="-810" y="96750"/>
                      <a:pt x="2429" y="99989"/>
                    </a:cubicBezTo>
                    <a:cubicBezTo>
                      <a:pt x="5667" y="103227"/>
                      <a:pt x="10930" y="103227"/>
                      <a:pt x="14168" y="99989"/>
                    </a:cubicBezTo>
                    <a:lnTo>
                      <a:pt x="51209" y="62948"/>
                    </a:lnTo>
                    <a:lnTo>
                      <a:pt x="88249" y="99989"/>
                    </a:lnTo>
                    <a:cubicBezTo>
                      <a:pt x="91488" y="103227"/>
                      <a:pt x="96750" y="103227"/>
                      <a:pt x="99989" y="99989"/>
                    </a:cubicBezTo>
                    <a:cubicBezTo>
                      <a:pt x="103227" y="96750"/>
                      <a:pt x="103227" y="91488"/>
                      <a:pt x="99989" y="88249"/>
                    </a:cubicBezTo>
                    <a:lnTo>
                      <a:pt x="62948" y="51209"/>
                    </a:lnTo>
                    <a:lnTo>
                      <a:pt x="99989" y="14168"/>
                    </a:lnTo>
                    <a:cubicBezTo>
                      <a:pt x="103227" y="11132"/>
                      <a:pt x="103227" y="5667"/>
                      <a:pt x="99989" y="2429"/>
                    </a:cubicBezTo>
                    <a:close/>
                  </a:path>
                </a:pathLst>
              </a:custGeom>
              <a:solidFill>
                <a:srgbClr val="2F2F2F"/>
              </a:solidFill>
              <a:ln w="2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S" sz="900"/>
              </a:p>
            </p:txBody>
          </p:sp>
        </p:grp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3313B301-62C2-BE7F-2F48-710DB5A9DF45}"/>
                </a:ext>
              </a:extLst>
            </p:cNvPr>
            <p:cNvSpPr/>
            <p:nvPr/>
          </p:nvSpPr>
          <p:spPr>
            <a:xfrm>
              <a:off x="5293047" y="6832217"/>
              <a:ext cx="105251" cy="105251"/>
            </a:xfrm>
            <a:custGeom>
              <a:avLst/>
              <a:gdLst>
                <a:gd name="connsiteX0" fmla="*/ 52626 w 105251"/>
                <a:gd name="connsiteY0" fmla="*/ 105251 h 105251"/>
                <a:gd name="connsiteX1" fmla="*/ 0 w 105251"/>
                <a:gd name="connsiteY1" fmla="*/ 52626 h 105251"/>
                <a:gd name="connsiteX2" fmla="*/ 52626 w 105251"/>
                <a:gd name="connsiteY2" fmla="*/ 0 h 105251"/>
                <a:gd name="connsiteX3" fmla="*/ 105251 w 105251"/>
                <a:gd name="connsiteY3" fmla="*/ 52626 h 105251"/>
                <a:gd name="connsiteX4" fmla="*/ 52626 w 105251"/>
                <a:gd name="connsiteY4" fmla="*/ 105251 h 105251"/>
                <a:gd name="connsiteX5" fmla="*/ 52626 w 105251"/>
                <a:gd name="connsiteY5" fmla="*/ 16597 h 105251"/>
                <a:gd name="connsiteX6" fmla="*/ 16597 w 105251"/>
                <a:gd name="connsiteY6" fmla="*/ 52626 h 105251"/>
                <a:gd name="connsiteX7" fmla="*/ 52626 w 105251"/>
                <a:gd name="connsiteY7" fmla="*/ 88654 h 105251"/>
                <a:gd name="connsiteX8" fmla="*/ 88654 w 105251"/>
                <a:gd name="connsiteY8" fmla="*/ 52626 h 105251"/>
                <a:gd name="connsiteX9" fmla="*/ 52626 w 105251"/>
                <a:gd name="connsiteY9" fmla="*/ 16597 h 10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5251" h="105251">
                  <a:moveTo>
                    <a:pt x="52626" y="105251"/>
                  </a:moveTo>
                  <a:cubicBezTo>
                    <a:pt x="23479" y="105251"/>
                    <a:pt x="0" y="81570"/>
                    <a:pt x="0" y="52626"/>
                  </a:cubicBezTo>
                  <a:cubicBezTo>
                    <a:pt x="0" y="23479"/>
                    <a:pt x="23681" y="0"/>
                    <a:pt x="52626" y="0"/>
                  </a:cubicBezTo>
                  <a:cubicBezTo>
                    <a:pt x="82177" y="0"/>
                    <a:pt x="105251" y="23074"/>
                    <a:pt x="105251" y="52626"/>
                  </a:cubicBezTo>
                  <a:cubicBezTo>
                    <a:pt x="105251" y="81570"/>
                    <a:pt x="81570" y="105251"/>
                    <a:pt x="52626" y="105251"/>
                  </a:cubicBezTo>
                  <a:close/>
                  <a:moveTo>
                    <a:pt x="52626" y="16597"/>
                  </a:moveTo>
                  <a:cubicBezTo>
                    <a:pt x="32790" y="16597"/>
                    <a:pt x="16597" y="32790"/>
                    <a:pt x="16597" y="52626"/>
                  </a:cubicBezTo>
                  <a:cubicBezTo>
                    <a:pt x="16597" y="72462"/>
                    <a:pt x="32790" y="88654"/>
                    <a:pt x="52626" y="88654"/>
                  </a:cubicBezTo>
                  <a:cubicBezTo>
                    <a:pt x="72461" y="88654"/>
                    <a:pt x="88654" y="72462"/>
                    <a:pt x="88654" y="52626"/>
                  </a:cubicBezTo>
                  <a:cubicBezTo>
                    <a:pt x="88654" y="32385"/>
                    <a:pt x="72866" y="16597"/>
                    <a:pt x="52626" y="16597"/>
                  </a:cubicBezTo>
                  <a:close/>
                </a:path>
              </a:pathLst>
            </a:custGeom>
            <a:solidFill>
              <a:srgbClr val="B0B8CF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CEED0AB-668F-26B4-ACBA-AE18BDA47346}"/>
                </a:ext>
              </a:extLst>
            </p:cNvPr>
            <p:cNvSpPr/>
            <p:nvPr/>
          </p:nvSpPr>
          <p:spPr>
            <a:xfrm>
              <a:off x="4010803" y="4748040"/>
              <a:ext cx="88653" cy="88653"/>
            </a:xfrm>
            <a:custGeom>
              <a:avLst/>
              <a:gdLst>
                <a:gd name="connsiteX0" fmla="*/ 88654 w 88653"/>
                <a:gd name="connsiteY0" fmla="*/ 44327 h 88653"/>
                <a:gd name="connsiteX1" fmla="*/ 44327 w 88653"/>
                <a:gd name="connsiteY1" fmla="*/ 88654 h 88653"/>
                <a:gd name="connsiteX2" fmla="*/ 0 w 88653"/>
                <a:gd name="connsiteY2" fmla="*/ 44327 h 88653"/>
                <a:gd name="connsiteX3" fmla="*/ 44327 w 88653"/>
                <a:gd name="connsiteY3" fmla="*/ 0 h 88653"/>
                <a:gd name="connsiteX4" fmla="*/ 88654 w 88653"/>
                <a:gd name="connsiteY4" fmla="*/ 44327 h 88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53" h="88653">
                  <a:moveTo>
                    <a:pt x="88654" y="44327"/>
                  </a:moveTo>
                  <a:cubicBezTo>
                    <a:pt x="88654" y="68808"/>
                    <a:pt x="68808" y="88654"/>
                    <a:pt x="44327" y="88654"/>
                  </a:cubicBezTo>
                  <a:cubicBezTo>
                    <a:pt x="19846" y="88654"/>
                    <a:pt x="0" y="68808"/>
                    <a:pt x="0" y="44327"/>
                  </a:cubicBezTo>
                  <a:cubicBezTo>
                    <a:pt x="0" y="19846"/>
                    <a:pt x="19846" y="0"/>
                    <a:pt x="44327" y="0"/>
                  </a:cubicBezTo>
                  <a:cubicBezTo>
                    <a:pt x="68808" y="0"/>
                    <a:pt x="88654" y="19846"/>
                    <a:pt x="88654" y="44327"/>
                  </a:cubicBezTo>
                  <a:close/>
                </a:path>
              </a:pathLst>
            </a:custGeom>
            <a:solidFill>
              <a:schemeClr val="accent4"/>
            </a:solidFill>
            <a:ln w="2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RS" sz="9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2DC0297-3028-06DB-5DF9-1B990246FC4A}"/>
              </a:ext>
            </a:extLst>
          </p:cNvPr>
          <p:cNvSpPr txBox="1"/>
          <p:nvPr/>
        </p:nvSpPr>
        <p:spPr>
          <a:xfrm>
            <a:off x="6038903" y="2508531"/>
            <a:ext cx="5055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Buraya</a:t>
            </a:r>
            <a:r>
              <a:rPr lang="en-US" sz="2400" dirty="0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Başlık</a:t>
            </a:r>
            <a:r>
              <a:rPr lang="en-US" sz="2400" dirty="0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1D193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Gelecek</a:t>
            </a:r>
            <a:endParaRPr lang="en-US" sz="2400" dirty="0">
              <a:solidFill>
                <a:srgbClr val="1D193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95460CF-16E3-F818-6C3B-394D8E03E0D5}"/>
              </a:ext>
            </a:extLst>
          </p:cNvPr>
          <p:cNvGrpSpPr/>
          <p:nvPr/>
        </p:nvGrpSpPr>
        <p:grpSpPr>
          <a:xfrm>
            <a:off x="6049261" y="5218497"/>
            <a:ext cx="276188" cy="276188"/>
            <a:chOff x="1460006" y="1642203"/>
            <a:chExt cx="479425" cy="479425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988CF22-5E91-CAA5-6052-81132BC4F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solidFill>
              <a:srgbClr val="FFFFFF"/>
            </a:solidFill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784B00C-0B26-2AAF-47A9-036E32E4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solidFill>
              <a:srgbClr val="FFFFFF"/>
            </a:solidFill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F4AD593-BEA4-DCCB-5D19-671AA74A00F4}"/>
              </a:ext>
            </a:extLst>
          </p:cNvPr>
          <p:cNvSpPr/>
          <p:nvPr/>
        </p:nvSpPr>
        <p:spPr>
          <a:xfrm>
            <a:off x="6392211" y="5211317"/>
            <a:ext cx="4112023" cy="3120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b="1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 is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simply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printing</a:t>
            </a:r>
            <a:endParaRPr lang="en-US" sz="1200" dirty="0">
              <a:solidFill>
                <a:srgbClr val="1D1933"/>
              </a:solidFill>
              <a:latin typeface="Source Sans Pro Light" panose="020B0403030403020204" pitchFamily="34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FDDD496-085D-5EA7-7341-9A39D48E7303}"/>
              </a:ext>
            </a:extLst>
          </p:cNvPr>
          <p:cNvGrpSpPr/>
          <p:nvPr/>
        </p:nvGrpSpPr>
        <p:grpSpPr>
          <a:xfrm>
            <a:off x="6049261" y="5676880"/>
            <a:ext cx="276188" cy="276188"/>
            <a:chOff x="1460006" y="1642203"/>
            <a:chExt cx="479425" cy="479425"/>
          </a:xfrm>
        </p:grpSpPr>
        <p:sp>
          <p:nvSpPr>
            <p:cNvPr id="145" name="Oval 8">
              <a:extLst>
                <a:ext uri="{FF2B5EF4-FFF2-40B4-BE49-F238E27FC236}">
                  <a16:creationId xmlns:a16="http://schemas.microsoft.com/office/drawing/2014/main" id="{CE9B760E-A08A-AC55-4F28-B28DD32A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006" y="1642203"/>
              <a:ext cx="479425" cy="479425"/>
            </a:xfrm>
            <a:prstGeom prst="ellipse">
              <a:avLst/>
            </a:prstGeom>
            <a:solidFill>
              <a:srgbClr val="FFFFFF"/>
            </a:solidFill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9">
              <a:extLst>
                <a:ext uri="{FF2B5EF4-FFF2-40B4-BE49-F238E27FC236}">
                  <a16:creationId xmlns:a16="http://schemas.microsoft.com/office/drawing/2014/main" id="{91069907-CBB4-1021-EC21-2DF63298E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894" y="1799366"/>
              <a:ext cx="247650" cy="165100"/>
            </a:xfrm>
            <a:custGeom>
              <a:avLst/>
              <a:gdLst>
                <a:gd name="T0" fmla="*/ 0 w 156"/>
                <a:gd name="T1" fmla="*/ 45 h 104"/>
                <a:gd name="T2" fmla="*/ 60 w 156"/>
                <a:gd name="T3" fmla="*/ 104 h 104"/>
                <a:gd name="T4" fmla="*/ 156 w 15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" h="104">
                  <a:moveTo>
                    <a:pt x="0" y="45"/>
                  </a:moveTo>
                  <a:lnTo>
                    <a:pt x="60" y="104"/>
                  </a:lnTo>
                  <a:lnTo>
                    <a:pt x="156" y="0"/>
                  </a:lnTo>
                </a:path>
              </a:pathLst>
            </a:custGeom>
            <a:solidFill>
              <a:srgbClr val="FFFFFF"/>
            </a:solidFill>
            <a:ln w="17463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B556FC-C549-5B95-2486-AB5A87862CD2}"/>
              </a:ext>
            </a:extLst>
          </p:cNvPr>
          <p:cNvSpPr/>
          <p:nvPr/>
        </p:nvSpPr>
        <p:spPr>
          <a:xfrm>
            <a:off x="6374993" y="5643887"/>
            <a:ext cx="4112023" cy="3120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b="1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 is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simply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printing</a:t>
            </a:r>
            <a:endParaRPr lang="en-US" sz="1200" dirty="0">
              <a:solidFill>
                <a:srgbClr val="1D1933"/>
              </a:solidFill>
              <a:latin typeface="Source Sans Pro Light" panose="020B04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9" name="Metin kutusu 148">
            <a:extLst>
              <a:ext uri="{FF2B5EF4-FFF2-40B4-BE49-F238E27FC236}">
                <a16:creationId xmlns:a16="http://schemas.microsoft.com/office/drawing/2014/main" id="{5E77EAA6-24BC-E368-05D9-CC354402C6B3}"/>
              </a:ext>
            </a:extLst>
          </p:cNvPr>
          <p:cNvSpPr txBox="1"/>
          <p:nvPr/>
        </p:nvSpPr>
        <p:spPr>
          <a:xfrm>
            <a:off x="581816" y="942433"/>
            <a:ext cx="4959281" cy="1107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99" b="1" dirty="0">
                <a:solidFill>
                  <a:srgbClr val="1D1933"/>
                </a:solidFill>
                <a:latin typeface="Montserrat" pitchFamily="2" charset="0"/>
              </a:rPr>
              <a:t>LOREM IPSUM</a:t>
            </a:r>
            <a:r>
              <a:rPr lang="tr-TR" sz="3299" dirty="0">
                <a:solidFill>
                  <a:srgbClr val="1D1933"/>
                </a:solidFill>
                <a:latin typeface="Montserrat" pitchFamily="2" charset="0"/>
              </a:rPr>
              <a:t> İS SİMPLY DUMMY</a:t>
            </a:r>
          </a:p>
        </p:txBody>
      </p:sp>
      <p:sp>
        <p:nvSpPr>
          <p:cNvPr id="152" name="TextBox 2">
            <a:extLst>
              <a:ext uri="{FF2B5EF4-FFF2-40B4-BE49-F238E27FC236}">
                <a16:creationId xmlns:a16="http://schemas.microsoft.com/office/drawing/2014/main" id="{44BB9404-B699-D5E6-B0B2-58103084D82C}"/>
              </a:ext>
            </a:extLst>
          </p:cNvPr>
          <p:cNvSpPr txBox="1"/>
          <p:nvPr/>
        </p:nvSpPr>
        <p:spPr>
          <a:xfrm>
            <a:off x="6084572" y="2974416"/>
            <a:ext cx="431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Buraya</a:t>
            </a:r>
            <a:r>
              <a:rPr lang="en-US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Alt </a:t>
            </a:r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Başlık</a:t>
            </a:r>
            <a:r>
              <a:rPr lang="en-US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Gelecek</a:t>
            </a:r>
            <a:endParaRPr lang="en-US" sz="14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3" name="Rectangle 4">
            <a:extLst>
              <a:ext uri="{FF2B5EF4-FFF2-40B4-BE49-F238E27FC236}">
                <a16:creationId xmlns:a16="http://schemas.microsoft.com/office/drawing/2014/main" id="{56377CC0-294A-E3EC-1183-BBC6784F0802}"/>
              </a:ext>
            </a:extLst>
          </p:cNvPr>
          <p:cNvSpPr/>
          <p:nvPr/>
        </p:nvSpPr>
        <p:spPr>
          <a:xfrm>
            <a:off x="6084575" y="3375423"/>
            <a:ext cx="4812224" cy="172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b="1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b="1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 is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simply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printing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typesetting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Lorem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Ipsum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has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been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industry's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standard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dummy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text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ever since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the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1500s,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when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an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unknown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printer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took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galley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of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and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scrambled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it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to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make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a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type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specimen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book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.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It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has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survived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not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only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five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 </a:t>
            </a:r>
            <a:r>
              <a:rPr lang="tr-TR" sz="1200" dirty="0" err="1">
                <a:solidFill>
                  <a:srgbClr val="1D1933"/>
                </a:solidFill>
                <a:latin typeface="Montserrat" pitchFamily="2" charset="0"/>
              </a:rPr>
              <a:t>centuries</a:t>
            </a:r>
            <a:r>
              <a:rPr lang="tr-TR" sz="1200" dirty="0">
                <a:solidFill>
                  <a:srgbClr val="1D1933"/>
                </a:solidFill>
                <a:latin typeface="Montserrat" pitchFamily="2" charset="0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88047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1000">
        <p14:switch dir="r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3" grpId="0"/>
      <p:bldP spid="147" grpId="0"/>
      <p:bldP spid="152" grpId="0"/>
      <p:bldP spid="153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Macintosh PowerPoint</Application>
  <PresentationFormat>Geniş ekran</PresentationFormat>
  <Paragraphs>18</Paragraphs>
  <Slides>4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Montserrat</vt:lpstr>
      <vt:lpstr>Roboto</vt:lpstr>
      <vt:lpstr>Source Sans Pro Light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WSIDE TEKNOLOJİ VE YAZILIM A.Ş.</dc:creator>
  <cp:lastModifiedBy>WSIDE TEKNOLOJİ VE YAZILIM A.Ş.</cp:lastModifiedBy>
  <cp:revision>1</cp:revision>
  <dcterms:created xsi:type="dcterms:W3CDTF">2026-01-02T10:13:48Z</dcterms:created>
  <dcterms:modified xsi:type="dcterms:W3CDTF">2026-01-02T10:15:03Z</dcterms:modified>
</cp:coreProperties>
</file>